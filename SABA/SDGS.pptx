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84" r:id="rId1"/>
  </p:sldMasterIdLst>
  <p:notesMasterIdLst>
    <p:notesMasterId r:id="rId33"/>
  </p:notesMasterIdLst>
  <p:sldIdLst>
    <p:sldId id="256" r:id="rId2"/>
    <p:sldId id="258" r:id="rId3"/>
    <p:sldId id="259" r:id="rId4"/>
    <p:sldId id="261" r:id="rId5"/>
    <p:sldId id="262" r:id="rId6"/>
    <p:sldId id="270" r:id="rId7"/>
    <p:sldId id="278" r:id="rId8"/>
    <p:sldId id="264" r:id="rId9"/>
    <p:sldId id="280" r:id="rId10"/>
    <p:sldId id="285" r:id="rId11"/>
    <p:sldId id="286" r:id="rId12"/>
    <p:sldId id="287" r:id="rId13"/>
    <p:sldId id="288" r:id="rId14"/>
    <p:sldId id="289" r:id="rId15"/>
    <p:sldId id="290" r:id="rId16"/>
    <p:sldId id="291" r:id="rId17"/>
    <p:sldId id="292" r:id="rId18"/>
    <p:sldId id="293" r:id="rId19"/>
    <p:sldId id="294" r:id="rId20"/>
    <p:sldId id="295" r:id="rId21"/>
    <p:sldId id="296" r:id="rId22"/>
    <p:sldId id="297" r:id="rId23"/>
    <p:sldId id="298" r:id="rId24"/>
    <p:sldId id="299" r:id="rId25"/>
    <p:sldId id="300" r:id="rId26"/>
    <p:sldId id="301" r:id="rId27"/>
    <p:sldId id="302" r:id="rId28"/>
    <p:sldId id="303" r:id="rId29"/>
    <p:sldId id="304" r:id="rId30"/>
    <p:sldId id="305" r:id="rId31"/>
    <p:sldId id="306" r:id="rId32"/>
  </p:sldIdLst>
  <p:sldSz cx="9144000" cy="5143500" type="screen16x9"/>
  <p:notesSz cx="6858000" cy="9144000"/>
  <p:embeddedFontLst>
    <p:embeddedFont>
      <p:font typeface="Actor" panose="020B0604020202020204" charset="0"/>
      <p:regular r:id="rId34"/>
    </p:embeddedFont>
    <p:embeddedFont>
      <p:font typeface="Inter" panose="020B0604020202020204" charset="0"/>
      <p:regular r:id="rId35"/>
      <p:bold r:id="rId36"/>
      <p:italic r:id="rId37"/>
      <p:boldItalic r:id="rId38"/>
    </p:embeddedFont>
    <p:embeddedFont>
      <p:font typeface="Inter Black" panose="020B0604020202020204" charset="0"/>
      <p:bold r:id="rId39"/>
      <p:boldItalic r:id="rId40"/>
    </p:embeddedFont>
    <p:embeddedFont>
      <p:font typeface="Montserrat Black" panose="00000A00000000000000" pitchFamily="2" charset="0"/>
      <p:bold r:id="rId41"/>
      <p:boldItalic r:id="rId42"/>
    </p:embeddedFont>
    <p:embeddedFont>
      <p:font typeface="Nunito" pitchFamily="2" charset="0"/>
      <p:regular r:id="rId43"/>
      <p:bold r:id="rId44"/>
      <p:italic r:id="rId45"/>
      <p:boldItalic r:id="rId46"/>
    </p:embeddedFont>
    <p:embeddedFont>
      <p:font typeface="Nunito Light" pitchFamily="2" charset="0"/>
      <p:regular r:id="rId47"/>
      <p:italic r:id="rId48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9AA0A6"/>
          </p15:clr>
        </p15:guide>
        <p15:guide id="2" pos="2880">
          <p15:clr>
            <a:srgbClr val="9AA0A6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DA282E1-6CAF-4ECE-B9A7-BC547073AE35}">
  <a:tblStyle styleId="{7DA282E1-6CAF-4ECE-B9A7-BC547073AE35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8" d="100"/>
          <a:sy n="108" d="100"/>
        </p:scale>
        <p:origin x="730" y="77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font" Target="fonts/font6.fntdata"/><Relationship Id="rId21" Type="http://schemas.openxmlformats.org/officeDocument/2006/relationships/slide" Target="slides/slide20.xml"/><Relationship Id="rId34" Type="http://schemas.openxmlformats.org/officeDocument/2006/relationships/font" Target="fonts/font1.fntdata"/><Relationship Id="rId42" Type="http://schemas.openxmlformats.org/officeDocument/2006/relationships/font" Target="fonts/font9.fntdata"/><Relationship Id="rId47" Type="http://schemas.openxmlformats.org/officeDocument/2006/relationships/font" Target="fonts/font14.fntdata"/><Relationship Id="rId50" Type="http://schemas.openxmlformats.org/officeDocument/2006/relationships/viewProps" Target="view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font" Target="fonts/font4.fntdata"/><Relationship Id="rId40" Type="http://schemas.openxmlformats.org/officeDocument/2006/relationships/font" Target="fonts/font7.fntdata"/><Relationship Id="rId45" Type="http://schemas.openxmlformats.org/officeDocument/2006/relationships/font" Target="fonts/font12.fnt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3.fntdata"/><Relationship Id="rId49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font" Target="fonts/font11.fntdata"/><Relationship Id="rId52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font" Target="fonts/font2.fntdata"/><Relationship Id="rId43" Type="http://schemas.openxmlformats.org/officeDocument/2006/relationships/font" Target="fonts/font10.fntdata"/><Relationship Id="rId48" Type="http://schemas.openxmlformats.org/officeDocument/2006/relationships/font" Target="fonts/font15.fntdata"/><Relationship Id="rId8" Type="http://schemas.openxmlformats.org/officeDocument/2006/relationships/slide" Target="slides/slide7.xml"/><Relationship Id="rId51" Type="http://schemas.openxmlformats.org/officeDocument/2006/relationships/theme" Target="theme/theme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notesMaster" Target="notesMasters/notesMaster1.xml"/><Relationship Id="rId38" Type="http://schemas.openxmlformats.org/officeDocument/2006/relationships/font" Target="fonts/font5.fntdata"/><Relationship Id="rId46" Type="http://schemas.openxmlformats.org/officeDocument/2006/relationships/font" Target="fonts/font13.fntdata"/><Relationship Id="rId20" Type="http://schemas.openxmlformats.org/officeDocument/2006/relationships/slide" Target="slides/slide19.xml"/><Relationship Id="rId41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6" name="Google Shape;576;g13474beab35_1_3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7" name="Google Shape;577;g13474beab35_1_3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" name="Google Shape;624;g13474beab35_1_2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5" name="Google Shape;625;g13474beab35_1_2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1" name="Google Shape;661;g1359e4df99a_0_4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2" name="Google Shape;662;g1359e4df99a_0_4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3" name="Google Shape;723;g1359e4df99a_0_54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4" name="Google Shape;724;g1359e4df99a_0_54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" name="Google Shape;768;g135afb89cae_0_128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9" name="Google Shape;769;g135afb89cae_0_128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8" name="Google Shape;968;g135afb89cae_0_131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9" name="Google Shape;969;g135afb89cae_0_131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8" name="Google Shape;1158;g135afb89cae_0_133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9" name="Google Shape;1159;g135afb89cae_0_1335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4" name="Google Shape;824;g135afb89cae_0_129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5" name="Google Shape;825;g135afb89cae_0_129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0" name="Google Shape;1250;g135afb89cae_0_1349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51" name="Google Shape;1251;g135afb89cae_0_1349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9" name="Google Shape;1389;g135afb89cae_0_1375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90" name="Google Shape;1390;g135afb89cae_0_1375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9" name="Google Shape;1439;g135afb89cae_0_139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0" name="Google Shape;1440;g135afb89cae_0_139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6" name="Google Shape;1466;g135afb89cae_0_1383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67" name="Google Shape;1467;g135afb89cae_0_1383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6" name="Google Shape;1486;g135afb89cae_0_1386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7" name="Google Shape;1487;g135afb89cae_0_1386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4" name="Google Shape;1494;g135afb89cae_0_1387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95" name="Google Shape;1495;g135afb89cae_0_1387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0" name="Google Shape;1540;g135afb89cae_0_1397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41" name="Google Shape;1541;g135afb89cae_0_1397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8" name="Google Shape;1578;g135afb89cae_0_1404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79" name="Google Shape;1579;g135afb89cae_0_1404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2" name="Google Shape;1592;g135afb89cae_0_1407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3" name="Google Shape;1593;g135afb89cae_0_1407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5" name="Google Shape;1635;g135afb89cae_0_141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36" name="Google Shape;1636;g135afb89cae_0_141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8" name="Google Shape;1668;g135afb89cae_0_1415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9" name="Google Shape;1669;g135afb89cae_0_1415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9" name="Google Shape;1709;g135afb89cae_0_142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0" name="Google Shape;1710;g135afb89cae_0_1422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2" name="Google Shape;1722;g135afb89cae_0_142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23" name="Google Shape;1723;g135afb89cae_0_1424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7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7" name="Google Shape;1767;g135afb89cae_0_143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68" name="Google Shape;1768;g135afb89cae_0_1432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9" name="Google Shape;1829;g135afb89cae_0_1440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0" name="Google Shape;1830;g135afb89cae_0_1440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7" name="Google Shape;1907;g135afb89cae_0_1470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8" name="Google Shape;1908;g135afb89cae_0_1470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5" name="Google Shape;1925;g135afb89cae_0_147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26" name="Google Shape;1926;g135afb89cae_0_1473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" name="Google Shape;1945;g135afb89cae_0_1479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46" name="Google Shape;1946;g135afb89cae_0_1479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8" name="Google Shape;1968;g135afb89cae_0_148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9" name="Google Shape;1969;g135afb89cae_0_148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1" name="Google Shape;2001;g136194fb280_0_5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02" name="Google Shape;2002;g136194fb280_0_5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7" name="Google Shape;2017;g136194fb280_0_3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8" name="Google Shape;2018;g136194fb280_0_3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0" name="Google Shape;2040;g136194fb280_0_37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1" name="Google Shape;2041;g136194fb280_0_37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1" name="Google Shape;2081;g136194fb280_0_46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82" name="Google Shape;2082;g136194fb280_0_46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
<Relationships xmlns="http://schemas.openxmlformats.org/package/2006/relationships"><Relationship Id="rId3" Type="http://schemas.openxmlformats.org/officeDocument/2006/relationships/hyperlink" Target="http://bit.ly/2TyoMsr" TargetMode="External"/><Relationship Id="rId2" Type="http://schemas.openxmlformats.org/officeDocument/2006/relationships/hyperlink" Target="http://bit.ly/2Tynxth" TargetMode="External"/><Relationship Id="rId1" Type="http://schemas.openxmlformats.org/officeDocument/2006/relationships/slideMaster" Target="../slideMasters/slideMaster1.xml"/><Relationship Id="rId4" Type="http://schemas.openxmlformats.org/officeDocument/2006/relationships/hyperlink" Target="http://bit.ly/2TtBDfr" TargetMode="Externa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Google Shape;9;p2"/>
          <p:cNvSpPr txBox="1">
            <a:spLocks noGrp="1"/>
          </p:cNvSpPr>
          <p:nvPr>
            <p:ph type="ctrTitle"/>
          </p:nvPr>
        </p:nvSpPr>
        <p:spPr>
          <a:xfrm>
            <a:off x="713225" y="1000150"/>
            <a:ext cx="5878200" cy="22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4800">
                <a:latin typeface="Montserrat Black"/>
                <a:ea typeface="Montserrat Black"/>
                <a:cs typeface="Montserrat Black"/>
                <a:sym typeface="Montserrat Black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0" name="Google Shape;10;p2"/>
          <p:cNvSpPr txBox="1">
            <a:spLocks noGrp="1"/>
          </p:cNvSpPr>
          <p:nvPr>
            <p:ph type="subTitle" idx="1"/>
          </p:nvPr>
        </p:nvSpPr>
        <p:spPr>
          <a:xfrm>
            <a:off x="713225" y="3469950"/>
            <a:ext cx="2753400" cy="8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>
                <a:latin typeface="Actor"/>
                <a:ea typeface="Actor"/>
                <a:cs typeface="Actor"/>
                <a:sym typeface="Actor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grpSp>
        <p:nvGrpSpPr>
          <p:cNvPr id="11" name="Google Shape;11;p2"/>
          <p:cNvGrpSpPr/>
          <p:nvPr/>
        </p:nvGrpSpPr>
        <p:grpSpPr>
          <a:xfrm>
            <a:off x="-19400" y="0"/>
            <a:ext cx="9181985" cy="5143425"/>
            <a:chOff x="-19400" y="0"/>
            <a:chExt cx="9181985" cy="5143425"/>
          </a:xfrm>
        </p:grpSpPr>
        <p:grpSp>
          <p:nvGrpSpPr>
            <p:cNvPr id="12" name="Google Shape;12;p2"/>
            <p:cNvGrpSpPr/>
            <p:nvPr/>
          </p:nvGrpSpPr>
          <p:grpSpPr>
            <a:xfrm>
              <a:off x="-19400" y="4879425"/>
              <a:ext cx="9181985" cy="264000"/>
              <a:chOff x="-17750" y="4879419"/>
              <a:chExt cx="9161829" cy="264000"/>
            </a:xfrm>
          </p:grpSpPr>
          <p:sp>
            <p:nvSpPr>
              <p:cNvPr id="13" name="Google Shape;13;p2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" name="Google Shape;14;p2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" name="Google Shape;15;p2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" name="Google Shape;16;p2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" name="Google Shape;17;p2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" name="Google Shape;18;p2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9" name="Google Shape;19;p2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0" name="Google Shape;20;p2"/>
            <p:cNvGrpSpPr/>
            <p:nvPr/>
          </p:nvGrpSpPr>
          <p:grpSpPr>
            <a:xfrm flipH="1">
              <a:off x="-19400" y="0"/>
              <a:ext cx="9181985" cy="264000"/>
              <a:chOff x="-17750" y="4879419"/>
              <a:chExt cx="9161829" cy="264000"/>
            </a:xfrm>
          </p:grpSpPr>
          <p:sp>
            <p:nvSpPr>
              <p:cNvPr id="21" name="Google Shape;21;p2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" name="Google Shape;22;p2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" name="Google Shape;23;p2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" name="Google Shape;24;p2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" name="Google Shape;25;p2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" name="Google Shape;26;p2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" name="Google Shape;27;p2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3"/>
          <p:cNvSpPr txBox="1">
            <a:spLocks noGrp="1"/>
          </p:cNvSpPr>
          <p:nvPr>
            <p:ph type="title"/>
          </p:nvPr>
        </p:nvSpPr>
        <p:spPr>
          <a:xfrm>
            <a:off x="713225" y="2064938"/>
            <a:ext cx="4204500" cy="13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30" name="Google Shape;30;p3"/>
          <p:cNvSpPr txBox="1">
            <a:spLocks noGrp="1"/>
          </p:cNvSpPr>
          <p:nvPr>
            <p:ph type="subTitle" idx="1"/>
          </p:nvPr>
        </p:nvSpPr>
        <p:spPr>
          <a:xfrm>
            <a:off x="713225" y="3589975"/>
            <a:ext cx="3192300" cy="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3"/>
          <p:cNvSpPr txBox="1">
            <a:spLocks noGrp="1"/>
          </p:cNvSpPr>
          <p:nvPr>
            <p:ph type="title" idx="2" hasCustomPrompt="1"/>
          </p:nvPr>
        </p:nvSpPr>
        <p:spPr>
          <a:xfrm>
            <a:off x="713225" y="711838"/>
            <a:ext cx="1540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8900"/>
              <a:buNone/>
              <a:defRPr sz="75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2pPr>
            <a:lvl3pPr lvl="2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3pPr>
            <a:lvl4pPr lvl="3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4pPr>
            <a:lvl5pPr lvl="4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5pPr>
            <a:lvl6pPr lvl="5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6pPr>
            <a:lvl7pPr lvl="6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7pPr>
            <a:lvl8pPr lvl="7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8pPr>
            <a:lvl9pPr lvl="8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9pPr>
          </a:lstStyle>
          <a:p>
            <a:r>
              <a:t>xx%</a:t>
            </a:r>
          </a:p>
        </p:txBody>
      </p:sp>
      <p:grpSp>
        <p:nvGrpSpPr>
          <p:cNvPr id="32" name="Google Shape;32;p3"/>
          <p:cNvGrpSpPr/>
          <p:nvPr/>
        </p:nvGrpSpPr>
        <p:grpSpPr>
          <a:xfrm>
            <a:off x="-19400" y="0"/>
            <a:ext cx="9181985" cy="5143425"/>
            <a:chOff x="-19400" y="0"/>
            <a:chExt cx="9181985" cy="5143425"/>
          </a:xfrm>
        </p:grpSpPr>
        <p:grpSp>
          <p:nvGrpSpPr>
            <p:cNvPr id="33" name="Google Shape;33;p3"/>
            <p:cNvGrpSpPr/>
            <p:nvPr/>
          </p:nvGrpSpPr>
          <p:grpSpPr>
            <a:xfrm>
              <a:off x="-19400" y="4879425"/>
              <a:ext cx="9181985" cy="264000"/>
              <a:chOff x="-17750" y="4879419"/>
              <a:chExt cx="9161829" cy="264000"/>
            </a:xfrm>
          </p:grpSpPr>
          <p:sp>
            <p:nvSpPr>
              <p:cNvPr id="34" name="Google Shape;34;p3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5" name="Google Shape;35;p3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" name="Google Shape;36;p3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" name="Google Shape;37;p3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" name="Google Shape;38;p3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9" name="Google Shape;39;p3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0" name="Google Shape;40;p3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41" name="Google Shape;41;p3"/>
            <p:cNvGrpSpPr/>
            <p:nvPr/>
          </p:nvGrpSpPr>
          <p:grpSpPr>
            <a:xfrm flipH="1">
              <a:off x="-19400" y="0"/>
              <a:ext cx="9181985" cy="264000"/>
              <a:chOff x="-17750" y="4879419"/>
              <a:chExt cx="9161829" cy="264000"/>
            </a:xfrm>
          </p:grpSpPr>
          <p:sp>
            <p:nvSpPr>
              <p:cNvPr id="42" name="Google Shape;42;p3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3" name="Google Shape;43;p3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4" name="Google Shape;44;p3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5" name="Google Shape;45;p3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6" name="Google Shape;46;p3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7" name="Google Shape;47;p3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48" name="Google Shape;48;p3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6"/>
          <p:cNvSpPr txBox="1">
            <a:spLocks noGrp="1"/>
          </p:cNvSpPr>
          <p:nvPr>
            <p:ph type="title"/>
          </p:nvPr>
        </p:nvSpPr>
        <p:spPr>
          <a:xfrm>
            <a:off x="713250" y="4174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76" name="Google Shape;76;p6"/>
          <p:cNvGrpSpPr/>
          <p:nvPr/>
        </p:nvGrpSpPr>
        <p:grpSpPr>
          <a:xfrm>
            <a:off x="-19400" y="4879425"/>
            <a:ext cx="9181985" cy="264000"/>
            <a:chOff x="-17750" y="4879419"/>
            <a:chExt cx="9161829" cy="264000"/>
          </a:xfrm>
        </p:grpSpPr>
        <p:sp>
          <p:nvSpPr>
            <p:cNvPr id="77" name="Google Shape;77;p6"/>
            <p:cNvSpPr/>
            <p:nvPr/>
          </p:nvSpPr>
          <p:spPr>
            <a:xfrm>
              <a:off x="-17750" y="4879419"/>
              <a:ext cx="1308900" cy="2640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8" name="Google Shape;78;p6"/>
            <p:cNvSpPr/>
            <p:nvPr/>
          </p:nvSpPr>
          <p:spPr>
            <a:xfrm>
              <a:off x="1291071" y="4879419"/>
              <a:ext cx="1308900" cy="2640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9" name="Google Shape;79;p6"/>
            <p:cNvSpPr/>
            <p:nvPr/>
          </p:nvSpPr>
          <p:spPr>
            <a:xfrm>
              <a:off x="2599893" y="4879419"/>
              <a:ext cx="1308900" cy="264000"/>
            </a:xfrm>
            <a:prstGeom prst="rect">
              <a:avLst/>
            </a:prstGeom>
            <a:solidFill>
              <a:schemeClr val="accen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0" name="Google Shape;80;p6"/>
            <p:cNvSpPr/>
            <p:nvPr/>
          </p:nvSpPr>
          <p:spPr>
            <a:xfrm>
              <a:off x="3908714" y="4879419"/>
              <a:ext cx="1308900" cy="264000"/>
            </a:xfrm>
            <a:prstGeom prst="rect">
              <a:avLst/>
            </a:prstGeom>
            <a:solidFill>
              <a:schemeClr val="accent3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1" name="Google Shape;81;p6"/>
            <p:cNvSpPr/>
            <p:nvPr/>
          </p:nvSpPr>
          <p:spPr>
            <a:xfrm>
              <a:off x="5217536" y="4879419"/>
              <a:ext cx="1308900" cy="2640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2" name="Google Shape;82;p6"/>
            <p:cNvSpPr/>
            <p:nvPr/>
          </p:nvSpPr>
          <p:spPr>
            <a:xfrm>
              <a:off x="6526357" y="4879419"/>
              <a:ext cx="1308900" cy="264000"/>
            </a:xfrm>
            <a:prstGeom prst="rect">
              <a:avLst/>
            </a:prstGeom>
            <a:solidFill>
              <a:schemeClr val="accent5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83" name="Google Shape;83;p6"/>
            <p:cNvSpPr/>
            <p:nvPr/>
          </p:nvSpPr>
          <p:spPr>
            <a:xfrm>
              <a:off x="7835179" y="4879419"/>
              <a:ext cx="1308900" cy="264000"/>
            </a:xfrm>
            <a:prstGeom prst="rect">
              <a:avLst/>
            </a:prstGeom>
            <a:solidFill>
              <a:schemeClr val="accent6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9"/>
          <p:cNvSpPr txBox="1">
            <a:spLocks noGrp="1"/>
          </p:cNvSpPr>
          <p:nvPr>
            <p:ph type="title"/>
          </p:nvPr>
        </p:nvSpPr>
        <p:spPr>
          <a:xfrm>
            <a:off x="4096975" y="1176313"/>
            <a:ext cx="4333800" cy="142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125" name="Google Shape;125;p9"/>
          <p:cNvSpPr txBox="1">
            <a:spLocks noGrp="1"/>
          </p:cNvSpPr>
          <p:nvPr>
            <p:ph type="subTitle" idx="1"/>
          </p:nvPr>
        </p:nvSpPr>
        <p:spPr>
          <a:xfrm>
            <a:off x="4096975" y="2779688"/>
            <a:ext cx="43338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grpSp>
        <p:nvGrpSpPr>
          <p:cNvPr id="126" name="Google Shape;126;p9"/>
          <p:cNvGrpSpPr/>
          <p:nvPr/>
        </p:nvGrpSpPr>
        <p:grpSpPr>
          <a:xfrm flipH="1">
            <a:off x="-19400" y="0"/>
            <a:ext cx="9181985" cy="5143425"/>
            <a:chOff x="-19400" y="0"/>
            <a:chExt cx="9181985" cy="5143425"/>
          </a:xfrm>
        </p:grpSpPr>
        <p:grpSp>
          <p:nvGrpSpPr>
            <p:cNvPr id="127" name="Google Shape;127;p9"/>
            <p:cNvGrpSpPr/>
            <p:nvPr/>
          </p:nvGrpSpPr>
          <p:grpSpPr>
            <a:xfrm>
              <a:off x="-19400" y="4879425"/>
              <a:ext cx="9181985" cy="264000"/>
              <a:chOff x="-17750" y="4879419"/>
              <a:chExt cx="9161829" cy="264000"/>
            </a:xfrm>
          </p:grpSpPr>
          <p:sp>
            <p:nvSpPr>
              <p:cNvPr id="128" name="Google Shape;128;p9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9" name="Google Shape;129;p9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0" name="Google Shape;130;p9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1" name="Google Shape;131;p9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2" name="Google Shape;132;p9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3" name="Google Shape;133;p9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4" name="Google Shape;134;p9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35" name="Google Shape;135;p9"/>
            <p:cNvGrpSpPr/>
            <p:nvPr/>
          </p:nvGrpSpPr>
          <p:grpSpPr>
            <a:xfrm flipH="1">
              <a:off x="-19400" y="0"/>
              <a:ext cx="9181985" cy="264000"/>
              <a:chOff x="-17750" y="4879419"/>
              <a:chExt cx="9161829" cy="264000"/>
            </a:xfrm>
          </p:grpSpPr>
          <p:sp>
            <p:nvSpPr>
              <p:cNvPr id="136" name="Google Shape;136;p9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7" name="Google Shape;137;p9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8" name="Google Shape;138;p9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" name="Google Shape;139;p9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" name="Google Shape;140;p9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" name="Google Shape;141;p9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" name="Google Shape;142;p9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10"/>
          <p:cNvSpPr txBox="1">
            <a:spLocks noGrp="1"/>
          </p:cNvSpPr>
          <p:nvPr>
            <p:ph type="title"/>
          </p:nvPr>
        </p:nvSpPr>
        <p:spPr>
          <a:xfrm>
            <a:off x="713250" y="417400"/>
            <a:ext cx="7717500" cy="11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145" name="Google Shape;145;p10"/>
          <p:cNvGrpSpPr/>
          <p:nvPr/>
        </p:nvGrpSpPr>
        <p:grpSpPr>
          <a:xfrm>
            <a:off x="-19400" y="0"/>
            <a:ext cx="9181985" cy="5143425"/>
            <a:chOff x="-19400" y="0"/>
            <a:chExt cx="9181985" cy="5143425"/>
          </a:xfrm>
        </p:grpSpPr>
        <p:grpSp>
          <p:nvGrpSpPr>
            <p:cNvPr id="146" name="Google Shape;146;p10"/>
            <p:cNvGrpSpPr/>
            <p:nvPr/>
          </p:nvGrpSpPr>
          <p:grpSpPr>
            <a:xfrm>
              <a:off x="-19400" y="4879425"/>
              <a:ext cx="9181985" cy="264000"/>
              <a:chOff x="-17750" y="4879419"/>
              <a:chExt cx="9161829" cy="264000"/>
            </a:xfrm>
          </p:grpSpPr>
          <p:sp>
            <p:nvSpPr>
              <p:cNvPr id="147" name="Google Shape;147;p10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8" name="Google Shape;148;p10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9" name="Google Shape;149;p10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0" name="Google Shape;150;p10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1" name="Google Shape;151;p10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2" name="Google Shape;152;p10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3" name="Google Shape;153;p10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54" name="Google Shape;154;p10"/>
            <p:cNvGrpSpPr/>
            <p:nvPr/>
          </p:nvGrpSpPr>
          <p:grpSpPr>
            <a:xfrm flipH="1">
              <a:off x="-19400" y="0"/>
              <a:ext cx="9181985" cy="264000"/>
              <a:chOff x="-17750" y="4879419"/>
              <a:chExt cx="9161829" cy="264000"/>
            </a:xfrm>
          </p:grpSpPr>
          <p:sp>
            <p:nvSpPr>
              <p:cNvPr id="155" name="Google Shape;155;p10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6" name="Google Shape;156;p10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7" name="Google Shape;157;p10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8" name="Google Shape;158;p10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59" name="Google Shape;159;p10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" name="Google Shape;160;p10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" name="Google Shape;161;p10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Google Shape;163;p11"/>
          <p:cNvSpPr txBox="1">
            <a:spLocks noGrp="1"/>
          </p:cNvSpPr>
          <p:nvPr>
            <p:ph type="title" hasCustomPrompt="1"/>
          </p:nvPr>
        </p:nvSpPr>
        <p:spPr>
          <a:xfrm>
            <a:off x="713225" y="1506163"/>
            <a:ext cx="4632600" cy="13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0"/>
              <a:buNone/>
              <a:defRPr sz="80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164" name="Google Shape;164;p11"/>
          <p:cNvSpPr txBox="1">
            <a:spLocks noGrp="1"/>
          </p:cNvSpPr>
          <p:nvPr>
            <p:ph type="subTitle" idx="1"/>
          </p:nvPr>
        </p:nvSpPr>
        <p:spPr>
          <a:xfrm>
            <a:off x="713225" y="3064000"/>
            <a:ext cx="4632600" cy="32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600"/>
              <a:buNone/>
              <a:defRPr sz="16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165" name="Google Shape;165;p11"/>
          <p:cNvGrpSpPr/>
          <p:nvPr/>
        </p:nvGrpSpPr>
        <p:grpSpPr>
          <a:xfrm>
            <a:off x="-19400" y="0"/>
            <a:ext cx="9181985" cy="5143425"/>
            <a:chOff x="-19400" y="0"/>
            <a:chExt cx="9181985" cy="5143425"/>
          </a:xfrm>
        </p:grpSpPr>
        <p:grpSp>
          <p:nvGrpSpPr>
            <p:cNvPr id="166" name="Google Shape;166;p11"/>
            <p:cNvGrpSpPr/>
            <p:nvPr/>
          </p:nvGrpSpPr>
          <p:grpSpPr>
            <a:xfrm>
              <a:off x="-19400" y="4879425"/>
              <a:ext cx="9181985" cy="264000"/>
              <a:chOff x="-17750" y="4879419"/>
              <a:chExt cx="9161829" cy="264000"/>
            </a:xfrm>
          </p:grpSpPr>
          <p:sp>
            <p:nvSpPr>
              <p:cNvPr id="167" name="Google Shape;167;p11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" name="Google Shape;168;p11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" name="Google Shape;169;p11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" name="Google Shape;170;p11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1" name="Google Shape;171;p11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2" name="Google Shape;172;p11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" name="Google Shape;173;p11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174" name="Google Shape;174;p11"/>
            <p:cNvGrpSpPr/>
            <p:nvPr/>
          </p:nvGrpSpPr>
          <p:grpSpPr>
            <a:xfrm flipH="1">
              <a:off x="-19400" y="0"/>
              <a:ext cx="9181985" cy="264000"/>
              <a:chOff x="-17750" y="4879419"/>
              <a:chExt cx="9161829" cy="264000"/>
            </a:xfrm>
          </p:grpSpPr>
          <p:sp>
            <p:nvSpPr>
              <p:cNvPr id="175" name="Google Shape;175;p11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" name="Google Shape;176;p11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7" name="Google Shape;177;p11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8" name="Google Shape;178;p11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9" name="Google Shape;179;p11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0" name="Google Shape;180;p11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81" name="Google Shape;181;p11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bg>
      <p:bgPr>
        <a:noFill/>
        <a:effectLst/>
      </p:bgPr>
    </p:bg>
    <p:spTree>
      <p:nvGrpSpPr>
        <p:cNvPr id="1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able of contents">
  <p:cSld name="CUSTOM"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13"/>
          <p:cNvSpPr txBox="1">
            <a:spLocks noGrp="1"/>
          </p:cNvSpPr>
          <p:nvPr>
            <p:ph type="title"/>
          </p:nvPr>
        </p:nvSpPr>
        <p:spPr>
          <a:xfrm>
            <a:off x="713250" y="4174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85" name="Google Shape;185;p13"/>
          <p:cNvSpPr txBox="1">
            <a:spLocks noGrp="1"/>
          </p:cNvSpPr>
          <p:nvPr>
            <p:ph type="subTitle" idx="1"/>
          </p:nvPr>
        </p:nvSpPr>
        <p:spPr>
          <a:xfrm flipH="1">
            <a:off x="3366880" y="1202869"/>
            <a:ext cx="4124700" cy="343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00" b="1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6" name="Google Shape;186;p13"/>
          <p:cNvSpPr txBox="1">
            <a:spLocks noGrp="1"/>
          </p:cNvSpPr>
          <p:nvPr>
            <p:ph type="subTitle" idx="2"/>
          </p:nvPr>
        </p:nvSpPr>
        <p:spPr>
          <a:xfrm flipH="1">
            <a:off x="3362250" y="1999740"/>
            <a:ext cx="4124700" cy="343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00" b="1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7" name="Google Shape;187;p13"/>
          <p:cNvSpPr txBox="1">
            <a:spLocks noGrp="1"/>
          </p:cNvSpPr>
          <p:nvPr>
            <p:ph type="subTitle" idx="3"/>
          </p:nvPr>
        </p:nvSpPr>
        <p:spPr>
          <a:xfrm flipH="1">
            <a:off x="3366880" y="2796609"/>
            <a:ext cx="4124700" cy="343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00" b="1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8" name="Google Shape;188;p13"/>
          <p:cNvSpPr txBox="1">
            <a:spLocks noGrp="1"/>
          </p:cNvSpPr>
          <p:nvPr>
            <p:ph type="subTitle" idx="4"/>
          </p:nvPr>
        </p:nvSpPr>
        <p:spPr>
          <a:xfrm flipH="1">
            <a:off x="3362250" y="3593481"/>
            <a:ext cx="4124700" cy="3438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2100" b="1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9" name="Google Shape;189;p13"/>
          <p:cNvSpPr txBox="1">
            <a:spLocks noGrp="1"/>
          </p:cNvSpPr>
          <p:nvPr>
            <p:ph type="subTitle" idx="5"/>
          </p:nvPr>
        </p:nvSpPr>
        <p:spPr>
          <a:xfrm flipH="1">
            <a:off x="3371680" y="1563211"/>
            <a:ext cx="41199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0" name="Google Shape;190;p13"/>
          <p:cNvSpPr txBox="1">
            <a:spLocks noGrp="1"/>
          </p:cNvSpPr>
          <p:nvPr>
            <p:ph type="subTitle" idx="6"/>
          </p:nvPr>
        </p:nvSpPr>
        <p:spPr>
          <a:xfrm flipH="1">
            <a:off x="3367050" y="2360081"/>
            <a:ext cx="41199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1" name="Google Shape;191;p13"/>
          <p:cNvSpPr txBox="1">
            <a:spLocks noGrp="1"/>
          </p:cNvSpPr>
          <p:nvPr>
            <p:ph type="subTitle" idx="7"/>
          </p:nvPr>
        </p:nvSpPr>
        <p:spPr>
          <a:xfrm flipH="1">
            <a:off x="3371680" y="3156951"/>
            <a:ext cx="41199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2" name="Google Shape;192;p13"/>
          <p:cNvSpPr txBox="1">
            <a:spLocks noGrp="1"/>
          </p:cNvSpPr>
          <p:nvPr>
            <p:ph type="subTitle" idx="8"/>
          </p:nvPr>
        </p:nvSpPr>
        <p:spPr>
          <a:xfrm flipH="1">
            <a:off x="3367050" y="3953821"/>
            <a:ext cx="41199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3" name="Google Shape;193;p13"/>
          <p:cNvSpPr txBox="1">
            <a:spLocks noGrp="1"/>
          </p:cNvSpPr>
          <p:nvPr>
            <p:ph type="title" idx="9" hasCustomPrompt="1"/>
          </p:nvPr>
        </p:nvSpPr>
        <p:spPr>
          <a:xfrm flipH="1">
            <a:off x="7632450" y="1292725"/>
            <a:ext cx="7983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3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194" name="Google Shape;194;p13"/>
          <p:cNvSpPr txBox="1">
            <a:spLocks noGrp="1"/>
          </p:cNvSpPr>
          <p:nvPr>
            <p:ph type="title" idx="13" hasCustomPrompt="1"/>
          </p:nvPr>
        </p:nvSpPr>
        <p:spPr>
          <a:xfrm flipH="1">
            <a:off x="7632450" y="2089358"/>
            <a:ext cx="7983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3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195" name="Google Shape;195;p13"/>
          <p:cNvSpPr txBox="1">
            <a:spLocks noGrp="1"/>
          </p:cNvSpPr>
          <p:nvPr>
            <p:ph type="title" idx="14" hasCustomPrompt="1"/>
          </p:nvPr>
        </p:nvSpPr>
        <p:spPr>
          <a:xfrm flipH="1">
            <a:off x="7632450" y="2885992"/>
            <a:ext cx="7983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3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sp>
        <p:nvSpPr>
          <p:cNvPr id="196" name="Google Shape;196;p13"/>
          <p:cNvSpPr txBox="1">
            <a:spLocks noGrp="1"/>
          </p:cNvSpPr>
          <p:nvPr>
            <p:ph type="title" idx="15" hasCustomPrompt="1"/>
          </p:nvPr>
        </p:nvSpPr>
        <p:spPr>
          <a:xfrm flipH="1">
            <a:off x="7632450" y="3682625"/>
            <a:ext cx="798300" cy="4113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33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r>
              <a:t>xx%</a:t>
            </a:r>
          </a:p>
        </p:txBody>
      </p:sp>
      <p:grpSp>
        <p:nvGrpSpPr>
          <p:cNvPr id="197" name="Google Shape;197;p13"/>
          <p:cNvGrpSpPr/>
          <p:nvPr/>
        </p:nvGrpSpPr>
        <p:grpSpPr>
          <a:xfrm flipH="1">
            <a:off x="-19400" y="4879425"/>
            <a:ext cx="9181985" cy="264000"/>
            <a:chOff x="-17750" y="4879419"/>
            <a:chExt cx="9161829" cy="264000"/>
          </a:xfrm>
        </p:grpSpPr>
        <p:sp>
          <p:nvSpPr>
            <p:cNvPr id="198" name="Google Shape;198;p13"/>
            <p:cNvSpPr/>
            <p:nvPr/>
          </p:nvSpPr>
          <p:spPr>
            <a:xfrm>
              <a:off x="-17750" y="4879419"/>
              <a:ext cx="1308900" cy="2640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199;p13"/>
            <p:cNvSpPr/>
            <p:nvPr/>
          </p:nvSpPr>
          <p:spPr>
            <a:xfrm>
              <a:off x="1291071" y="4879419"/>
              <a:ext cx="1308900" cy="2640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0" name="Google Shape;200;p13"/>
            <p:cNvSpPr/>
            <p:nvPr/>
          </p:nvSpPr>
          <p:spPr>
            <a:xfrm>
              <a:off x="2599893" y="4879419"/>
              <a:ext cx="1308900" cy="264000"/>
            </a:xfrm>
            <a:prstGeom prst="rect">
              <a:avLst/>
            </a:prstGeom>
            <a:solidFill>
              <a:schemeClr val="accen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01;p13"/>
            <p:cNvSpPr/>
            <p:nvPr/>
          </p:nvSpPr>
          <p:spPr>
            <a:xfrm>
              <a:off x="3908714" y="4879419"/>
              <a:ext cx="1308900" cy="264000"/>
            </a:xfrm>
            <a:prstGeom prst="rect">
              <a:avLst/>
            </a:prstGeom>
            <a:solidFill>
              <a:schemeClr val="accent3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02;p13"/>
            <p:cNvSpPr/>
            <p:nvPr/>
          </p:nvSpPr>
          <p:spPr>
            <a:xfrm>
              <a:off x="5217536" y="4879419"/>
              <a:ext cx="1308900" cy="2640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03;p13"/>
            <p:cNvSpPr/>
            <p:nvPr/>
          </p:nvSpPr>
          <p:spPr>
            <a:xfrm>
              <a:off x="6526357" y="4879419"/>
              <a:ext cx="1308900" cy="264000"/>
            </a:xfrm>
            <a:prstGeom prst="rect">
              <a:avLst/>
            </a:prstGeom>
            <a:solidFill>
              <a:schemeClr val="accent5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04;p13"/>
            <p:cNvSpPr/>
            <p:nvPr/>
          </p:nvSpPr>
          <p:spPr>
            <a:xfrm>
              <a:off x="7835179" y="4879419"/>
              <a:ext cx="1308900" cy="264000"/>
            </a:xfrm>
            <a:prstGeom prst="rect">
              <a:avLst/>
            </a:prstGeom>
            <a:solidFill>
              <a:schemeClr val="accent6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Quote">
  <p:cSld name="CUSTOM_1">
    <p:spTree>
      <p:nvGrpSpPr>
        <p:cNvPr id="1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14"/>
          <p:cNvSpPr txBox="1">
            <a:spLocks noGrp="1"/>
          </p:cNvSpPr>
          <p:nvPr>
            <p:ph type="title"/>
          </p:nvPr>
        </p:nvSpPr>
        <p:spPr>
          <a:xfrm>
            <a:off x="713225" y="3287950"/>
            <a:ext cx="4670700" cy="398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200"/>
            </a:lvl1pPr>
            <a:lvl2pPr lvl="1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  <p:sp>
        <p:nvSpPr>
          <p:cNvPr id="207" name="Google Shape;207;p14"/>
          <p:cNvSpPr txBox="1">
            <a:spLocks noGrp="1"/>
          </p:cNvSpPr>
          <p:nvPr>
            <p:ph type="subTitle" idx="1"/>
          </p:nvPr>
        </p:nvSpPr>
        <p:spPr>
          <a:xfrm>
            <a:off x="713225" y="1457375"/>
            <a:ext cx="4670700" cy="17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800"/>
              <a:buNone/>
              <a:defRPr sz="26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08" name="Google Shape;208;p14"/>
          <p:cNvGrpSpPr/>
          <p:nvPr/>
        </p:nvGrpSpPr>
        <p:grpSpPr>
          <a:xfrm>
            <a:off x="-19400" y="0"/>
            <a:ext cx="9181985" cy="5143425"/>
            <a:chOff x="-19400" y="0"/>
            <a:chExt cx="9181985" cy="5143425"/>
          </a:xfrm>
        </p:grpSpPr>
        <p:grpSp>
          <p:nvGrpSpPr>
            <p:cNvPr id="209" name="Google Shape;209;p14"/>
            <p:cNvGrpSpPr/>
            <p:nvPr/>
          </p:nvGrpSpPr>
          <p:grpSpPr>
            <a:xfrm>
              <a:off x="-19400" y="4879425"/>
              <a:ext cx="9181985" cy="264000"/>
              <a:chOff x="-17750" y="4879419"/>
              <a:chExt cx="9161829" cy="264000"/>
            </a:xfrm>
          </p:grpSpPr>
          <p:sp>
            <p:nvSpPr>
              <p:cNvPr id="210" name="Google Shape;210;p14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" name="Google Shape;211;p14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" name="Google Shape;212;p14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" name="Google Shape;213;p14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" name="Google Shape;214;p14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" name="Google Shape;215;p14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6" name="Google Shape;216;p14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17" name="Google Shape;217;p14"/>
            <p:cNvGrpSpPr/>
            <p:nvPr/>
          </p:nvGrpSpPr>
          <p:grpSpPr>
            <a:xfrm flipH="1">
              <a:off x="-19400" y="0"/>
              <a:ext cx="9181985" cy="264000"/>
              <a:chOff x="-17750" y="4879419"/>
              <a:chExt cx="9161829" cy="264000"/>
            </a:xfrm>
          </p:grpSpPr>
          <p:sp>
            <p:nvSpPr>
              <p:cNvPr id="218" name="Google Shape;218;p14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9" name="Google Shape;219;p14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0" name="Google Shape;220;p14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1" name="Google Shape;221;p14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2" name="Google Shape;222;p14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3" name="Google Shape;223;p14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24" name="Google Shape;224;p14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1">
  <p:cSld name="CUSTOM_7">
    <p:spTree>
      <p:nvGrpSpPr>
        <p:cNvPr id="1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6" name="Google Shape;226;p15"/>
          <p:cNvSpPr txBox="1">
            <a:spLocks noGrp="1"/>
          </p:cNvSpPr>
          <p:nvPr>
            <p:ph type="title"/>
          </p:nvPr>
        </p:nvSpPr>
        <p:spPr>
          <a:xfrm flipH="1">
            <a:off x="4226275" y="2063125"/>
            <a:ext cx="4204500" cy="13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27" name="Google Shape;227;p15"/>
          <p:cNvSpPr txBox="1">
            <a:spLocks noGrp="1"/>
          </p:cNvSpPr>
          <p:nvPr>
            <p:ph type="subTitle" idx="1"/>
          </p:nvPr>
        </p:nvSpPr>
        <p:spPr>
          <a:xfrm flipH="1">
            <a:off x="5238475" y="3588688"/>
            <a:ext cx="3192300" cy="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28" name="Google Shape;228;p15"/>
          <p:cNvSpPr txBox="1">
            <a:spLocks noGrp="1"/>
          </p:cNvSpPr>
          <p:nvPr>
            <p:ph type="title" idx="2" hasCustomPrompt="1"/>
          </p:nvPr>
        </p:nvSpPr>
        <p:spPr>
          <a:xfrm flipH="1">
            <a:off x="6890275" y="709850"/>
            <a:ext cx="1540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900"/>
              <a:buNone/>
              <a:defRPr sz="75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2pPr>
            <a:lvl3pPr lvl="2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3pPr>
            <a:lvl4pPr lvl="3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4pPr>
            <a:lvl5pPr lvl="4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5pPr>
            <a:lvl6pPr lvl="5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6pPr>
            <a:lvl7pPr lvl="6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7pPr>
            <a:lvl8pPr lvl="7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8pPr>
            <a:lvl9pPr lvl="8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9pPr>
          </a:lstStyle>
          <a:p>
            <a:r>
              <a:t>xx%</a:t>
            </a:r>
          </a:p>
        </p:txBody>
      </p:sp>
      <p:grpSp>
        <p:nvGrpSpPr>
          <p:cNvPr id="229" name="Google Shape;229;p15"/>
          <p:cNvGrpSpPr/>
          <p:nvPr/>
        </p:nvGrpSpPr>
        <p:grpSpPr>
          <a:xfrm>
            <a:off x="-19400" y="0"/>
            <a:ext cx="9181985" cy="5143425"/>
            <a:chOff x="-19400" y="0"/>
            <a:chExt cx="9181985" cy="5143425"/>
          </a:xfrm>
        </p:grpSpPr>
        <p:grpSp>
          <p:nvGrpSpPr>
            <p:cNvPr id="230" name="Google Shape;230;p15"/>
            <p:cNvGrpSpPr/>
            <p:nvPr/>
          </p:nvGrpSpPr>
          <p:grpSpPr>
            <a:xfrm>
              <a:off x="-19400" y="4879425"/>
              <a:ext cx="9181985" cy="264000"/>
              <a:chOff x="-17750" y="4879419"/>
              <a:chExt cx="9161829" cy="264000"/>
            </a:xfrm>
          </p:grpSpPr>
          <p:sp>
            <p:nvSpPr>
              <p:cNvPr id="231" name="Google Shape;231;p15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2" name="Google Shape;232;p15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3" name="Google Shape;233;p15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4" name="Google Shape;234;p15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5" name="Google Shape;235;p15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6" name="Google Shape;236;p15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37" name="Google Shape;237;p15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38" name="Google Shape;238;p15"/>
            <p:cNvGrpSpPr/>
            <p:nvPr/>
          </p:nvGrpSpPr>
          <p:grpSpPr>
            <a:xfrm flipH="1">
              <a:off x="-19400" y="0"/>
              <a:ext cx="9181985" cy="264000"/>
              <a:chOff x="-17750" y="4879419"/>
              <a:chExt cx="9161829" cy="264000"/>
            </a:xfrm>
          </p:grpSpPr>
          <p:sp>
            <p:nvSpPr>
              <p:cNvPr id="239" name="Google Shape;239;p15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0" name="Google Shape;240;p15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1" name="Google Shape;241;p15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2" name="Google Shape;242;p15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3" name="Google Shape;243;p15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4" name="Google Shape;244;p15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45" name="Google Shape;245;p15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2">
  <p:cSld name="CUSTOM_9">
    <p:spTree>
      <p:nvGrpSpPr>
        <p:cNvPr id="1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16"/>
          <p:cNvSpPr txBox="1">
            <a:spLocks noGrp="1"/>
          </p:cNvSpPr>
          <p:nvPr>
            <p:ph type="title"/>
          </p:nvPr>
        </p:nvSpPr>
        <p:spPr>
          <a:xfrm>
            <a:off x="713225" y="2064175"/>
            <a:ext cx="4204500" cy="13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48" name="Google Shape;248;p16"/>
          <p:cNvSpPr txBox="1">
            <a:spLocks noGrp="1"/>
          </p:cNvSpPr>
          <p:nvPr>
            <p:ph type="subTitle" idx="1"/>
          </p:nvPr>
        </p:nvSpPr>
        <p:spPr>
          <a:xfrm>
            <a:off x="1219325" y="3588688"/>
            <a:ext cx="3192300" cy="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9" name="Google Shape;249;p16"/>
          <p:cNvSpPr txBox="1">
            <a:spLocks noGrp="1"/>
          </p:cNvSpPr>
          <p:nvPr>
            <p:ph type="title" idx="2" hasCustomPrompt="1"/>
          </p:nvPr>
        </p:nvSpPr>
        <p:spPr>
          <a:xfrm>
            <a:off x="2045225" y="708375"/>
            <a:ext cx="1540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900"/>
              <a:buNone/>
              <a:defRPr sz="75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2pPr>
            <a:lvl3pPr lvl="2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3pPr>
            <a:lvl4pPr lvl="3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4pPr>
            <a:lvl5pPr lvl="4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5pPr>
            <a:lvl6pPr lvl="5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6pPr>
            <a:lvl7pPr lvl="6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7pPr>
            <a:lvl8pPr lvl="7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8pPr>
            <a:lvl9pPr lvl="8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9pPr>
          </a:lstStyle>
          <a:p>
            <a:r>
              <a:t>xx%</a:t>
            </a:r>
          </a:p>
        </p:txBody>
      </p:sp>
      <p:grpSp>
        <p:nvGrpSpPr>
          <p:cNvPr id="250" name="Google Shape;250;p16"/>
          <p:cNvGrpSpPr/>
          <p:nvPr/>
        </p:nvGrpSpPr>
        <p:grpSpPr>
          <a:xfrm flipH="1">
            <a:off x="-19400" y="0"/>
            <a:ext cx="9181985" cy="5143425"/>
            <a:chOff x="-19400" y="0"/>
            <a:chExt cx="9181985" cy="5143425"/>
          </a:xfrm>
        </p:grpSpPr>
        <p:grpSp>
          <p:nvGrpSpPr>
            <p:cNvPr id="251" name="Google Shape;251;p16"/>
            <p:cNvGrpSpPr/>
            <p:nvPr/>
          </p:nvGrpSpPr>
          <p:grpSpPr>
            <a:xfrm>
              <a:off x="-19400" y="4879425"/>
              <a:ext cx="9181985" cy="264000"/>
              <a:chOff x="-17750" y="4879419"/>
              <a:chExt cx="9161829" cy="264000"/>
            </a:xfrm>
          </p:grpSpPr>
          <p:sp>
            <p:nvSpPr>
              <p:cNvPr id="252" name="Google Shape;252;p16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3" name="Google Shape;253;p16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4" name="Google Shape;254;p16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5" name="Google Shape;255;p16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6" name="Google Shape;256;p16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7" name="Google Shape;257;p16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58" name="Google Shape;258;p16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59" name="Google Shape;259;p16"/>
            <p:cNvGrpSpPr/>
            <p:nvPr/>
          </p:nvGrpSpPr>
          <p:grpSpPr>
            <a:xfrm flipH="1">
              <a:off x="-19400" y="0"/>
              <a:ext cx="9181985" cy="264000"/>
              <a:chOff x="-17750" y="4879419"/>
              <a:chExt cx="9161829" cy="264000"/>
            </a:xfrm>
          </p:grpSpPr>
          <p:sp>
            <p:nvSpPr>
              <p:cNvPr id="260" name="Google Shape;260;p16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1" name="Google Shape;261;p16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2" name="Google Shape;262;p16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3" name="Google Shape;263;p16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4" name="Google Shape;264;p16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5" name="Google Shape;265;p16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66" name="Google Shape;266;p16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 3">
  <p:cSld name="CUSTOM_11">
    <p:spTree>
      <p:nvGrpSpPr>
        <p:cNvPr id="1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17"/>
          <p:cNvSpPr txBox="1">
            <a:spLocks noGrp="1"/>
          </p:cNvSpPr>
          <p:nvPr>
            <p:ph type="title"/>
          </p:nvPr>
        </p:nvSpPr>
        <p:spPr>
          <a:xfrm>
            <a:off x="4226275" y="2063125"/>
            <a:ext cx="4204500" cy="13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600"/>
              <a:buNone/>
              <a:defRPr sz="40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rtl="0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69" name="Google Shape;269;p17"/>
          <p:cNvSpPr txBox="1">
            <a:spLocks noGrp="1"/>
          </p:cNvSpPr>
          <p:nvPr>
            <p:ph type="subTitle" idx="1"/>
          </p:nvPr>
        </p:nvSpPr>
        <p:spPr>
          <a:xfrm>
            <a:off x="4732375" y="3587188"/>
            <a:ext cx="3192300" cy="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70" name="Google Shape;270;p17"/>
          <p:cNvSpPr txBox="1">
            <a:spLocks noGrp="1"/>
          </p:cNvSpPr>
          <p:nvPr>
            <p:ph type="title" idx="2" hasCustomPrompt="1"/>
          </p:nvPr>
        </p:nvSpPr>
        <p:spPr>
          <a:xfrm>
            <a:off x="5437225" y="709850"/>
            <a:ext cx="17826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8900"/>
              <a:buNone/>
              <a:defRPr sz="7500">
                <a:solidFill>
                  <a:schemeClr val="accent4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2pPr>
            <a:lvl3pPr lvl="2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3pPr>
            <a:lvl4pPr lvl="3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4pPr>
            <a:lvl5pPr lvl="4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5pPr>
            <a:lvl6pPr lvl="5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6pPr>
            <a:lvl7pPr lvl="6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7pPr>
            <a:lvl8pPr lvl="7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8pPr>
            <a:lvl9pPr lvl="8" rtl="0">
              <a:spcBef>
                <a:spcPts val="0"/>
              </a:spcBef>
              <a:spcAft>
                <a:spcPts val="0"/>
              </a:spcAft>
              <a:buSzPts val="8900"/>
              <a:buNone/>
              <a:defRPr sz="8900"/>
            </a:lvl9pPr>
          </a:lstStyle>
          <a:p>
            <a:r>
              <a:t>xx%</a:t>
            </a:r>
          </a:p>
        </p:txBody>
      </p:sp>
      <p:grpSp>
        <p:nvGrpSpPr>
          <p:cNvPr id="271" name="Google Shape;271;p17"/>
          <p:cNvGrpSpPr/>
          <p:nvPr/>
        </p:nvGrpSpPr>
        <p:grpSpPr>
          <a:xfrm>
            <a:off x="-19400" y="0"/>
            <a:ext cx="9181985" cy="5143425"/>
            <a:chOff x="-19400" y="0"/>
            <a:chExt cx="9181985" cy="5143425"/>
          </a:xfrm>
        </p:grpSpPr>
        <p:grpSp>
          <p:nvGrpSpPr>
            <p:cNvPr id="272" name="Google Shape;272;p17"/>
            <p:cNvGrpSpPr/>
            <p:nvPr/>
          </p:nvGrpSpPr>
          <p:grpSpPr>
            <a:xfrm>
              <a:off x="-19400" y="4879425"/>
              <a:ext cx="9181985" cy="264000"/>
              <a:chOff x="-17750" y="4879419"/>
              <a:chExt cx="9161829" cy="264000"/>
            </a:xfrm>
          </p:grpSpPr>
          <p:sp>
            <p:nvSpPr>
              <p:cNvPr id="273" name="Google Shape;273;p17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4" name="Google Shape;274;p17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5" name="Google Shape;275;p17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6" name="Google Shape;276;p17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7" name="Google Shape;277;p17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8" name="Google Shape;278;p17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79" name="Google Shape;279;p17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280" name="Google Shape;280;p17"/>
            <p:cNvGrpSpPr/>
            <p:nvPr/>
          </p:nvGrpSpPr>
          <p:grpSpPr>
            <a:xfrm flipH="1">
              <a:off x="-19400" y="0"/>
              <a:ext cx="9181985" cy="264000"/>
              <a:chOff x="-17750" y="4879419"/>
              <a:chExt cx="9161829" cy="264000"/>
            </a:xfrm>
          </p:grpSpPr>
          <p:sp>
            <p:nvSpPr>
              <p:cNvPr id="281" name="Google Shape;281;p17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2" name="Google Shape;282;p17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3" name="Google Shape;283;p17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4" name="Google Shape;284;p17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5" name="Google Shape;285;p17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6" name="Google Shape;286;p17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87" name="Google Shape;287;p17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">
  <p:cSld name="CUSTOM_12">
    <p:spTree>
      <p:nvGrpSpPr>
        <p:cNvPr id="1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18"/>
          <p:cNvSpPr txBox="1">
            <a:spLocks noGrp="1"/>
          </p:cNvSpPr>
          <p:nvPr>
            <p:ph type="title" hasCustomPrompt="1"/>
          </p:nvPr>
        </p:nvSpPr>
        <p:spPr>
          <a:xfrm>
            <a:off x="4838275" y="1999955"/>
            <a:ext cx="3592500" cy="7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290" name="Google Shape;290;p18"/>
          <p:cNvSpPr txBox="1">
            <a:spLocks noGrp="1"/>
          </p:cNvSpPr>
          <p:nvPr>
            <p:ph type="subTitle" idx="1"/>
          </p:nvPr>
        </p:nvSpPr>
        <p:spPr>
          <a:xfrm>
            <a:off x="4838275" y="2776345"/>
            <a:ext cx="3592500" cy="3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1" name="Google Shape;291;p18"/>
          <p:cNvSpPr txBox="1">
            <a:spLocks noGrp="1"/>
          </p:cNvSpPr>
          <p:nvPr>
            <p:ph type="title" idx="2" hasCustomPrompt="1"/>
          </p:nvPr>
        </p:nvSpPr>
        <p:spPr>
          <a:xfrm>
            <a:off x="4838275" y="3225485"/>
            <a:ext cx="3592500" cy="7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292" name="Google Shape;292;p18"/>
          <p:cNvSpPr txBox="1">
            <a:spLocks noGrp="1"/>
          </p:cNvSpPr>
          <p:nvPr>
            <p:ph type="subTitle" idx="3"/>
          </p:nvPr>
        </p:nvSpPr>
        <p:spPr>
          <a:xfrm>
            <a:off x="4838275" y="4001875"/>
            <a:ext cx="3592500" cy="3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3" name="Google Shape;293;p18"/>
          <p:cNvSpPr txBox="1">
            <a:spLocks noGrp="1"/>
          </p:cNvSpPr>
          <p:nvPr>
            <p:ph type="title" idx="4" hasCustomPrompt="1"/>
          </p:nvPr>
        </p:nvSpPr>
        <p:spPr>
          <a:xfrm>
            <a:off x="4853424" y="774425"/>
            <a:ext cx="3562200" cy="7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5000"/>
              <a:buNone/>
              <a:defRPr sz="5000"/>
            </a:lvl9pPr>
          </a:lstStyle>
          <a:p>
            <a:r>
              <a:t>xx%</a:t>
            </a:r>
          </a:p>
        </p:txBody>
      </p:sp>
      <p:sp>
        <p:nvSpPr>
          <p:cNvPr id="294" name="Google Shape;294;p18"/>
          <p:cNvSpPr txBox="1">
            <a:spLocks noGrp="1"/>
          </p:cNvSpPr>
          <p:nvPr>
            <p:ph type="subTitle" idx="5"/>
          </p:nvPr>
        </p:nvSpPr>
        <p:spPr>
          <a:xfrm>
            <a:off x="4853427" y="1550815"/>
            <a:ext cx="3562200" cy="3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295" name="Google Shape;295;p18"/>
          <p:cNvGrpSpPr/>
          <p:nvPr/>
        </p:nvGrpSpPr>
        <p:grpSpPr>
          <a:xfrm>
            <a:off x="-19400" y="0"/>
            <a:ext cx="9181985" cy="5143425"/>
            <a:chOff x="-19400" y="0"/>
            <a:chExt cx="9181985" cy="5143425"/>
          </a:xfrm>
        </p:grpSpPr>
        <p:grpSp>
          <p:nvGrpSpPr>
            <p:cNvPr id="296" name="Google Shape;296;p18"/>
            <p:cNvGrpSpPr/>
            <p:nvPr/>
          </p:nvGrpSpPr>
          <p:grpSpPr>
            <a:xfrm>
              <a:off x="-19400" y="4879425"/>
              <a:ext cx="9181985" cy="264000"/>
              <a:chOff x="-17750" y="4879419"/>
              <a:chExt cx="9161829" cy="264000"/>
            </a:xfrm>
          </p:grpSpPr>
          <p:sp>
            <p:nvSpPr>
              <p:cNvPr id="297" name="Google Shape;297;p18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8" name="Google Shape;298;p18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99" name="Google Shape;299;p18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0" name="Google Shape;300;p18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1" name="Google Shape;301;p18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2" name="Google Shape;302;p18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3" name="Google Shape;303;p18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04" name="Google Shape;304;p18"/>
            <p:cNvGrpSpPr/>
            <p:nvPr/>
          </p:nvGrpSpPr>
          <p:grpSpPr>
            <a:xfrm flipH="1">
              <a:off x="-19400" y="0"/>
              <a:ext cx="9181985" cy="264000"/>
              <a:chOff x="-17750" y="4879419"/>
              <a:chExt cx="9161829" cy="264000"/>
            </a:xfrm>
          </p:grpSpPr>
          <p:sp>
            <p:nvSpPr>
              <p:cNvPr id="305" name="Google Shape;305;p18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6" name="Google Shape;306;p18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7" name="Google Shape;307;p18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8" name="Google Shape;308;p18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09" name="Google Shape;309;p18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0" name="Google Shape;310;p18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11" name="Google Shape;311;p18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Numbers and text 1">
  <p:cSld name="CUSTOM_13"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19"/>
          <p:cNvSpPr txBox="1">
            <a:spLocks noGrp="1"/>
          </p:cNvSpPr>
          <p:nvPr>
            <p:ph type="title"/>
          </p:nvPr>
        </p:nvSpPr>
        <p:spPr>
          <a:xfrm>
            <a:off x="713250" y="4174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14" name="Google Shape;314;p19"/>
          <p:cNvSpPr txBox="1">
            <a:spLocks noGrp="1"/>
          </p:cNvSpPr>
          <p:nvPr>
            <p:ph type="title" idx="2"/>
          </p:nvPr>
        </p:nvSpPr>
        <p:spPr>
          <a:xfrm>
            <a:off x="3529227" y="2891375"/>
            <a:ext cx="2085600" cy="4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100" b="1">
                <a:latin typeface="Inter"/>
                <a:ea typeface="Inter"/>
                <a:cs typeface="Inter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15" name="Google Shape;315;p19"/>
          <p:cNvSpPr txBox="1">
            <a:spLocks noGrp="1"/>
          </p:cNvSpPr>
          <p:nvPr>
            <p:ph type="title" idx="3"/>
          </p:nvPr>
        </p:nvSpPr>
        <p:spPr>
          <a:xfrm>
            <a:off x="3529225" y="3326223"/>
            <a:ext cx="2085600" cy="7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 b="0">
                <a:latin typeface="Actor"/>
                <a:ea typeface="Actor"/>
                <a:cs typeface="Actor"/>
                <a:sym typeface="Acto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316" name="Google Shape;316;p19"/>
          <p:cNvSpPr txBox="1">
            <a:spLocks noGrp="1"/>
          </p:cNvSpPr>
          <p:nvPr>
            <p:ph type="title" idx="4"/>
          </p:nvPr>
        </p:nvSpPr>
        <p:spPr>
          <a:xfrm>
            <a:off x="949771" y="2891525"/>
            <a:ext cx="2085600" cy="4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100" b="1">
                <a:latin typeface="Inter"/>
                <a:ea typeface="Inter"/>
                <a:cs typeface="Inter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17" name="Google Shape;317;p19"/>
          <p:cNvSpPr txBox="1">
            <a:spLocks noGrp="1"/>
          </p:cNvSpPr>
          <p:nvPr>
            <p:ph type="title" idx="5"/>
          </p:nvPr>
        </p:nvSpPr>
        <p:spPr>
          <a:xfrm>
            <a:off x="949725" y="3326374"/>
            <a:ext cx="2085600" cy="7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 b="0">
                <a:latin typeface="Actor"/>
                <a:ea typeface="Actor"/>
                <a:cs typeface="Actor"/>
                <a:sym typeface="Acto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318" name="Google Shape;318;p19"/>
          <p:cNvSpPr txBox="1">
            <a:spLocks noGrp="1"/>
          </p:cNvSpPr>
          <p:nvPr>
            <p:ph type="title" idx="6"/>
          </p:nvPr>
        </p:nvSpPr>
        <p:spPr>
          <a:xfrm>
            <a:off x="6108676" y="2891375"/>
            <a:ext cx="2085600" cy="4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100" b="1">
                <a:latin typeface="Inter"/>
                <a:ea typeface="Inter"/>
                <a:cs typeface="Inter"/>
                <a:sym typeface="Inte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>
            <a:endParaRPr/>
          </a:p>
        </p:txBody>
      </p:sp>
      <p:sp>
        <p:nvSpPr>
          <p:cNvPr id="319" name="Google Shape;319;p19"/>
          <p:cNvSpPr txBox="1">
            <a:spLocks noGrp="1"/>
          </p:cNvSpPr>
          <p:nvPr>
            <p:ph type="title" idx="7"/>
          </p:nvPr>
        </p:nvSpPr>
        <p:spPr>
          <a:xfrm>
            <a:off x="6108675" y="3326224"/>
            <a:ext cx="2085600" cy="7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 b="0">
                <a:latin typeface="Actor"/>
                <a:ea typeface="Actor"/>
                <a:cs typeface="Actor"/>
                <a:sym typeface="Actor"/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400"/>
              <a:buFont typeface="Nunito"/>
              <a:buNone/>
              <a:defRPr sz="1400">
                <a:latin typeface="Nunito"/>
                <a:ea typeface="Nunito"/>
                <a:cs typeface="Nunito"/>
                <a:sym typeface="Nunito"/>
              </a:defRPr>
            </a:lvl9pPr>
          </a:lstStyle>
          <a:p>
            <a:endParaRPr/>
          </a:p>
        </p:txBody>
      </p:sp>
      <p:sp>
        <p:nvSpPr>
          <p:cNvPr id="320" name="Google Shape;320;p19"/>
          <p:cNvSpPr txBox="1">
            <a:spLocks noGrp="1"/>
          </p:cNvSpPr>
          <p:nvPr>
            <p:ph type="title" idx="8" hasCustomPrompt="1"/>
          </p:nvPr>
        </p:nvSpPr>
        <p:spPr>
          <a:xfrm>
            <a:off x="6534775" y="1358006"/>
            <a:ext cx="1233300" cy="5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21" name="Google Shape;321;p19"/>
          <p:cNvSpPr txBox="1">
            <a:spLocks noGrp="1"/>
          </p:cNvSpPr>
          <p:nvPr>
            <p:ph type="title" idx="9" hasCustomPrompt="1"/>
          </p:nvPr>
        </p:nvSpPr>
        <p:spPr>
          <a:xfrm>
            <a:off x="3955381" y="1358006"/>
            <a:ext cx="1233300" cy="5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sp>
        <p:nvSpPr>
          <p:cNvPr id="322" name="Google Shape;322;p19"/>
          <p:cNvSpPr txBox="1">
            <a:spLocks noGrp="1"/>
          </p:cNvSpPr>
          <p:nvPr>
            <p:ph type="title" idx="13" hasCustomPrompt="1"/>
          </p:nvPr>
        </p:nvSpPr>
        <p:spPr>
          <a:xfrm>
            <a:off x="1375897" y="1357994"/>
            <a:ext cx="1233300" cy="531600"/>
          </a:xfrm>
          <a:prstGeom prst="rect">
            <a:avLst/>
          </a:prstGeom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>
                <a:solidFill>
                  <a:schemeClr val="accent4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r>
              <a:t>xx%</a:t>
            </a:r>
          </a:p>
        </p:txBody>
      </p:sp>
      <p:grpSp>
        <p:nvGrpSpPr>
          <p:cNvPr id="323" name="Google Shape;323;p19"/>
          <p:cNvGrpSpPr/>
          <p:nvPr/>
        </p:nvGrpSpPr>
        <p:grpSpPr>
          <a:xfrm flipH="1">
            <a:off x="-19400" y="4879425"/>
            <a:ext cx="9181985" cy="264000"/>
            <a:chOff x="-17750" y="4879419"/>
            <a:chExt cx="9161829" cy="264000"/>
          </a:xfrm>
        </p:grpSpPr>
        <p:sp>
          <p:nvSpPr>
            <p:cNvPr id="324" name="Google Shape;324;p19"/>
            <p:cNvSpPr/>
            <p:nvPr/>
          </p:nvSpPr>
          <p:spPr>
            <a:xfrm>
              <a:off x="-17750" y="4879419"/>
              <a:ext cx="1308900" cy="2640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5" name="Google Shape;325;p19"/>
            <p:cNvSpPr/>
            <p:nvPr/>
          </p:nvSpPr>
          <p:spPr>
            <a:xfrm>
              <a:off x="1291071" y="4879419"/>
              <a:ext cx="1308900" cy="2640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6" name="Google Shape;326;p19"/>
            <p:cNvSpPr/>
            <p:nvPr/>
          </p:nvSpPr>
          <p:spPr>
            <a:xfrm>
              <a:off x="2599893" y="4879419"/>
              <a:ext cx="1308900" cy="264000"/>
            </a:xfrm>
            <a:prstGeom prst="rect">
              <a:avLst/>
            </a:prstGeom>
            <a:solidFill>
              <a:schemeClr val="accen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7" name="Google Shape;327;p19"/>
            <p:cNvSpPr/>
            <p:nvPr/>
          </p:nvSpPr>
          <p:spPr>
            <a:xfrm>
              <a:off x="3908714" y="4879419"/>
              <a:ext cx="1308900" cy="264000"/>
            </a:xfrm>
            <a:prstGeom prst="rect">
              <a:avLst/>
            </a:prstGeom>
            <a:solidFill>
              <a:schemeClr val="accent3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8" name="Google Shape;328;p19"/>
            <p:cNvSpPr/>
            <p:nvPr/>
          </p:nvSpPr>
          <p:spPr>
            <a:xfrm>
              <a:off x="5217536" y="4879419"/>
              <a:ext cx="1308900" cy="2640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29" name="Google Shape;329;p19"/>
            <p:cNvSpPr/>
            <p:nvPr/>
          </p:nvSpPr>
          <p:spPr>
            <a:xfrm>
              <a:off x="6526357" y="4879419"/>
              <a:ext cx="1308900" cy="264000"/>
            </a:xfrm>
            <a:prstGeom prst="rect">
              <a:avLst/>
            </a:prstGeom>
            <a:solidFill>
              <a:schemeClr val="accent5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30" name="Google Shape;330;p19"/>
            <p:cNvSpPr/>
            <p:nvPr/>
          </p:nvSpPr>
          <p:spPr>
            <a:xfrm>
              <a:off x="7835179" y="4879419"/>
              <a:ext cx="1308900" cy="264000"/>
            </a:xfrm>
            <a:prstGeom prst="rect">
              <a:avLst/>
            </a:prstGeom>
            <a:solidFill>
              <a:schemeClr val="accent6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1">
  <p:cSld name="CUSTOM_10">
    <p:spTree>
      <p:nvGrpSpPr>
        <p:cNvPr id="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p21"/>
          <p:cNvSpPr txBox="1">
            <a:spLocks noGrp="1"/>
          </p:cNvSpPr>
          <p:nvPr>
            <p:ph type="title"/>
          </p:nvPr>
        </p:nvSpPr>
        <p:spPr>
          <a:xfrm>
            <a:off x="713250" y="4174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1pPr>
            <a:lvl2pPr lvl="1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2pPr>
            <a:lvl3pPr lvl="2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3pPr>
            <a:lvl4pPr lvl="3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4pPr>
            <a:lvl5pPr lvl="4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5pPr>
            <a:lvl6pPr lvl="5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6pPr>
            <a:lvl7pPr lvl="6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7pPr>
            <a:lvl8pPr lvl="7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8pPr>
            <a:lvl9pPr lvl="8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53" name="Google Shape;353;p21"/>
          <p:cNvSpPr txBox="1">
            <a:spLocks noGrp="1"/>
          </p:cNvSpPr>
          <p:nvPr>
            <p:ph type="body" idx="1"/>
          </p:nvPr>
        </p:nvSpPr>
        <p:spPr>
          <a:xfrm>
            <a:off x="4081050" y="1759375"/>
            <a:ext cx="4349700" cy="20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●"/>
              <a:defRPr sz="1400"/>
            </a:lvl1pPr>
            <a:lvl2pPr marL="914400" lvl="1" indent="-330200" rtl="0">
              <a:spcBef>
                <a:spcPts val="0"/>
              </a:spcBef>
              <a:spcAft>
                <a:spcPts val="0"/>
              </a:spcAft>
              <a:buSzPts val="1600"/>
              <a:buFont typeface="Nunito Light"/>
              <a:buChar char="○"/>
              <a:defRPr/>
            </a:lvl2pPr>
            <a:lvl3pPr marL="1371600" lvl="2" indent="-323850" rtl="0">
              <a:spcBef>
                <a:spcPts val="0"/>
              </a:spcBef>
              <a:spcAft>
                <a:spcPts val="0"/>
              </a:spcAft>
              <a:buSzPts val="1500"/>
              <a:buFont typeface="Nunito Light"/>
              <a:buChar char="■"/>
              <a:defRPr/>
            </a:lvl3pPr>
            <a:lvl4pPr marL="1828800" lvl="3" indent="-323850" rtl="0">
              <a:spcBef>
                <a:spcPts val="0"/>
              </a:spcBef>
              <a:spcAft>
                <a:spcPts val="0"/>
              </a:spcAft>
              <a:buSzPts val="1500"/>
              <a:buFont typeface="Nunito Light"/>
              <a:buChar char="●"/>
              <a:defRPr/>
            </a:lvl4pPr>
            <a:lvl5pPr marL="2286000" lvl="4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○"/>
              <a:defRPr/>
            </a:lvl5pPr>
            <a:lvl6pPr marL="2743200" lvl="5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6pPr>
            <a:lvl7pPr marL="3200400" lvl="6" indent="-311150" rtl="0"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●"/>
              <a:defRPr/>
            </a:lvl7pPr>
            <a:lvl8pPr marL="3657600" lvl="7" indent="-311150" rtl="0">
              <a:spcBef>
                <a:spcPts val="0"/>
              </a:spcBef>
              <a:spcAft>
                <a:spcPts val="0"/>
              </a:spcAft>
              <a:buSzPts val="1300"/>
              <a:buFont typeface="Nunito Light"/>
              <a:buChar char="○"/>
              <a:defRPr/>
            </a:lvl8pPr>
            <a:lvl9pPr marL="4114800" lvl="8" indent="-317500" rtl="0">
              <a:spcBef>
                <a:spcPts val="0"/>
              </a:spcBef>
              <a:spcAft>
                <a:spcPts val="0"/>
              </a:spcAft>
              <a:buSzPts val="1400"/>
              <a:buFont typeface="Nunito Light"/>
              <a:buChar char="■"/>
              <a:defRPr/>
            </a:lvl9pPr>
          </a:lstStyle>
          <a:p>
            <a:endParaRPr/>
          </a:p>
        </p:txBody>
      </p:sp>
      <p:grpSp>
        <p:nvGrpSpPr>
          <p:cNvPr id="354" name="Google Shape;354;p21"/>
          <p:cNvGrpSpPr/>
          <p:nvPr/>
        </p:nvGrpSpPr>
        <p:grpSpPr>
          <a:xfrm>
            <a:off x="-19400" y="4879425"/>
            <a:ext cx="9181985" cy="264000"/>
            <a:chOff x="-17750" y="4879419"/>
            <a:chExt cx="9161829" cy="264000"/>
          </a:xfrm>
        </p:grpSpPr>
        <p:sp>
          <p:nvSpPr>
            <p:cNvPr id="355" name="Google Shape;355;p21"/>
            <p:cNvSpPr/>
            <p:nvPr/>
          </p:nvSpPr>
          <p:spPr>
            <a:xfrm>
              <a:off x="-17750" y="4879419"/>
              <a:ext cx="1308900" cy="2640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6" name="Google Shape;356;p21"/>
            <p:cNvSpPr/>
            <p:nvPr/>
          </p:nvSpPr>
          <p:spPr>
            <a:xfrm>
              <a:off x="1291071" y="4879419"/>
              <a:ext cx="1308900" cy="2640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7" name="Google Shape;357;p21"/>
            <p:cNvSpPr/>
            <p:nvPr/>
          </p:nvSpPr>
          <p:spPr>
            <a:xfrm>
              <a:off x="2599893" y="4879419"/>
              <a:ext cx="1308900" cy="264000"/>
            </a:xfrm>
            <a:prstGeom prst="rect">
              <a:avLst/>
            </a:prstGeom>
            <a:solidFill>
              <a:schemeClr val="accen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8" name="Google Shape;358;p21"/>
            <p:cNvSpPr/>
            <p:nvPr/>
          </p:nvSpPr>
          <p:spPr>
            <a:xfrm>
              <a:off x="3908714" y="4879419"/>
              <a:ext cx="1308900" cy="264000"/>
            </a:xfrm>
            <a:prstGeom prst="rect">
              <a:avLst/>
            </a:prstGeom>
            <a:solidFill>
              <a:schemeClr val="accent3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59" name="Google Shape;359;p21"/>
            <p:cNvSpPr/>
            <p:nvPr/>
          </p:nvSpPr>
          <p:spPr>
            <a:xfrm>
              <a:off x="5217536" y="4879419"/>
              <a:ext cx="1308900" cy="2640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0" name="Google Shape;360;p21"/>
            <p:cNvSpPr/>
            <p:nvPr/>
          </p:nvSpPr>
          <p:spPr>
            <a:xfrm>
              <a:off x="6526357" y="4879419"/>
              <a:ext cx="1308900" cy="264000"/>
            </a:xfrm>
            <a:prstGeom prst="rect">
              <a:avLst/>
            </a:prstGeom>
            <a:solidFill>
              <a:schemeClr val="accent5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61" name="Google Shape;361;p21"/>
            <p:cNvSpPr/>
            <p:nvPr/>
          </p:nvSpPr>
          <p:spPr>
            <a:xfrm>
              <a:off x="7835179" y="4879419"/>
              <a:ext cx="1308900" cy="264000"/>
            </a:xfrm>
            <a:prstGeom prst="rect">
              <a:avLst/>
            </a:prstGeom>
            <a:solidFill>
              <a:schemeClr val="accent6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ext 2">
  <p:cSld name="CUSTOM_15">
    <p:spTree>
      <p:nvGrpSpPr>
        <p:cNvPr id="1" name="Shape 3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3" name="Google Shape;363;p22"/>
          <p:cNvSpPr txBox="1">
            <a:spLocks noGrp="1"/>
          </p:cNvSpPr>
          <p:nvPr>
            <p:ph type="title"/>
          </p:nvPr>
        </p:nvSpPr>
        <p:spPr>
          <a:xfrm>
            <a:off x="713250" y="1461200"/>
            <a:ext cx="3858600" cy="11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364" name="Google Shape;364;p22"/>
          <p:cNvSpPr txBox="1">
            <a:spLocks noGrp="1"/>
          </p:cNvSpPr>
          <p:nvPr>
            <p:ph type="subTitle" idx="1"/>
          </p:nvPr>
        </p:nvSpPr>
        <p:spPr>
          <a:xfrm>
            <a:off x="713325" y="2865975"/>
            <a:ext cx="3449100" cy="8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365" name="Google Shape;365;p22"/>
          <p:cNvGrpSpPr/>
          <p:nvPr/>
        </p:nvGrpSpPr>
        <p:grpSpPr>
          <a:xfrm>
            <a:off x="-19400" y="0"/>
            <a:ext cx="9181985" cy="5143425"/>
            <a:chOff x="-19400" y="0"/>
            <a:chExt cx="9181985" cy="5143425"/>
          </a:xfrm>
        </p:grpSpPr>
        <p:grpSp>
          <p:nvGrpSpPr>
            <p:cNvPr id="366" name="Google Shape;366;p22"/>
            <p:cNvGrpSpPr/>
            <p:nvPr/>
          </p:nvGrpSpPr>
          <p:grpSpPr>
            <a:xfrm>
              <a:off x="-19400" y="4879425"/>
              <a:ext cx="9181985" cy="264000"/>
              <a:chOff x="-17750" y="4879419"/>
              <a:chExt cx="9161829" cy="264000"/>
            </a:xfrm>
          </p:grpSpPr>
          <p:sp>
            <p:nvSpPr>
              <p:cNvPr id="367" name="Google Shape;367;p22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8" name="Google Shape;368;p22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69" name="Google Shape;369;p22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0" name="Google Shape;370;p22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1" name="Google Shape;371;p22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2" name="Google Shape;372;p22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3" name="Google Shape;373;p22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374" name="Google Shape;374;p22"/>
            <p:cNvGrpSpPr/>
            <p:nvPr/>
          </p:nvGrpSpPr>
          <p:grpSpPr>
            <a:xfrm flipH="1">
              <a:off x="-19400" y="0"/>
              <a:ext cx="9181985" cy="264000"/>
              <a:chOff x="-17750" y="4879419"/>
              <a:chExt cx="9161829" cy="264000"/>
            </a:xfrm>
          </p:grpSpPr>
          <p:sp>
            <p:nvSpPr>
              <p:cNvPr id="375" name="Google Shape;375;p22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6" name="Google Shape;376;p22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7" name="Google Shape;377;p22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8" name="Google Shape;378;p22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79" name="Google Shape;379;p22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0" name="Google Shape;380;p22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381" name="Google Shape;381;p22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1">
  <p:cSld name="CUSTOM_4">
    <p:spTree>
      <p:nvGrpSpPr>
        <p:cNvPr id="1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4" name="Google Shape;394;p24"/>
          <p:cNvSpPr txBox="1">
            <a:spLocks noGrp="1"/>
          </p:cNvSpPr>
          <p:nvPr>
            <p:ph type="title"/>
          </p:nvPr>
        </p:nvSpPr>
        <p:spPr>
          <a:xfrm>
            <a:off x="1208850" y="417400"/>
            <a:ext cx="6726300" cy="11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grpSp>
        <p:nvGrpSpPr>
          <p:cNvPr id="395" name="Google Shape;395;p24"/>
          <p:cNvGrpSpPr/>
          <p:nvPr/>
        </p:nvGrpSpPr>
        <p:grpSpPr>
          <a:xfrm>
            <a:off x="-19400" y="4879425"/>
            <a:ext cx="9181985" cy="264000"/>
            <a:chOff x="-17750" y="4879419"/>
            <a:chExt cx="9161829" cy="264000"/>
          </a:xfrm>
        </p:grpSpPr>
        <p:sp>
          <p:nvSpPr>
            <p:cNvPr id="396" name="Google Shape;396;p24"/>
            <p:cNvSpPr/>
            <p:nvPr/>
          </p:nvSpPr>
          <p:spPr>
            <a:xfrm>
              <a:off x="-17750" y="4879419"/>
              <a:ext cx="1308900" cy="2640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7" name="Google Shape;397;p24"/>
            <p:cNvSpPr/>
            <p:nvPr/>
          </p:nvSpPr>
          <p:spPr>
            <a:xfrm>
              <a:off x="1291071" y="4879419"/>
              <a:ext cx="1308900" cy="2640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8" name="Google Shape;398;p24"/>
            <p:cNvSpPr/>
            <p:nvPr/>
          </p:nvSpPr>
          <p:spPr>
            <a:xfrm>
              <a:off x="2599893" y="4879419"/>
              <a:ext cx="1308900" cy="264000"/>
            </a:xfrm>
            <a:prstGeom prst="rect">
              <a:avLst/>
            </a:prstGeom>
            <a:solidFill>
              <a:schemeClr val="accen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399" name="Google Shape;399;p24"/>
            <p:cNvSpPr/>
            <p:nvPr/>
          </p:nvSpPr>
          <p:spPr>
            <a:xfrm>
              <a:off x="3908714" y="4879419"/>
              <a:ext cx="1308900" cy="264000"/>
            </a:xfrm>
            <a:prstGeom prst="rect">
              <a:avLst/>
            </a:prstGeom>
            <a:solidFill>
              <a:schemeClr val="accent3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0" name="Google Shape;400;p24"/>
            <p:cNvSpPr/>
            <p:nvPr/>
          </p:nvSpPr>
          <p:spPr>
            <a:xfrm>
              <a:off x="5217536" y="4879419"/>
              <a:ext cx="1308900" cy="2640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1" name="Google Shape;401;p24"/>
            <p:cNvSpPr/>
            <p:nvPr/>
          </p:nvSpPr>
          <p:spPr>
            <a:xfrm>
              <a:off x="6526357" y="4879419"/>
              <a:ext cx="1308900" cy="264000"/>
            </a:xfrm>
            <a:prstGeom prst="rect">
              <a:avLst/>
            </a:prstGeom>
            <a:solidFill>
              <a:schemeClr val="accent5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2" name="Google Shape;402;p24"/>
            <p:cNvSpPr/>
            <p:nvPr/>
          </p:nvSpPr>
          <p:spPr>
            <a:xfrm>
              <a:off x="7835179" y="4879419"/>
              <a:ext cx="1308900" cy="264000"/>
            </a:xfrm>
            <a:prstGeom prst="rect">
              <a:avLst/>
            </a:prstGeom>
            <a:solidFill>
              <a:schemeClr val="accent6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2">
  <p:cSld name="CUSTOM_20">
    <p:spTree>
      <p:nvGrpSpPr>
        <p:cNvPr id="1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04" name="Google Shape;404;p25"/>
          <p:cNvGrpSpPr/>
          <p:nvPr/>
        </p:nvGrpSpPr>
        <p:grpSpPr>
          <a:xfrm flipH="1">
            <a:off x="-19400" y="4879425"/>
            <a:ext cx="9181985" cy="264000"/>
            <a:chOff x="-17750" y="4879419"/>
            <a:chExt cx="9161829" cy="264000"/>
          </a:xfrm>
        </p:grpSpPr>
        <p:sp>
          <p:nvSpPr>
            <p:cNvPr id="405" name="Google Shape;405;p25"/>
            <p:cNvSpPr/>
            <p:nvPr/>
          </p:nvSpPr>
          <p:spPr>
            <a:xfrm>
              <a:off x="-17750" y="4879419"/>
              <a:ext cx="1308900" cy="2640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6" name="Google Shape;406;p25"/>
            <p:cNvSpPr/>
            <p:nvPr/>
          </p:nvSpPr>
          <p:spPr>
            <a:xfrm>
              <a:off x="1291071" y="4879419"/>
              <a:ext cx="1308900" cy="2640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7" name="Google Shape;407;p25"/>
            <p:cNvSpPr/>
            <p:nvPr/>
          </p:nvSpPr>
          <p:spPr>
            <a:xfrm>
              <a:off x="2599893" y="4879419"/>
              <a:ext cx="1308900" cy="264000"/>
            </a:xfrm>
            <a:prstGeom prst="rect">
              <a:avLst/>
            </a:prstGeom>
            <a:solidFill>
              <a:schemeClr val="accen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8" name="Google Shape;408;p25"/>
            <p:cNvSpPr/>
            <p:nvPr/>
          </p:nvSpPr>
          <p:spPr>
            <a:xfrm>
              <a:off x="3908714" y="4879419"/>
              <a:ext cx="1308900" cy="264000"/>
            </a:xfrm>
            <a:prstGeom prst="rect">
              <a:avLst/>
            </a:prstGeom>
            <a:solidFill>
              <a:schemeClr val="accent3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09" name="Google Shape;409;p25"/>
            <p:cNvSpPr/>
            <p:nvPr/>
          </p:nvSpPr>
          <p:spPr>
            <a:xfrm>
              <a:off x="5217536" y="4879419"/>
              <a:ext cx="1308900" cy="2640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0" name="Google Shape;410;p25"/>
            <p:cNvSpPr/>
            <p:nvPr/>
          </p:nvSpPr>
          <p:spPr>
            <a:xfrm>
              <a:off x="6526357" y="4879419"/>
              <a:ext cx="1308900" cy="264000"/>
            </a:xfrm>
            <a:prstGeom prst="rect">
              <a:avLst/>
            </a:prstGeom>
            <a:solidFill>
              <a:schemeClr val="accent5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1" name="Google Shape;411;p25"/>
            <p:cNvSpPr/>
            <p:nvPr/>
          </p:nvSpPr>
          <p:spPr>
            <a:xfrm>
              <a:off x="7835179" y="4879419"/>
              <a:ext cx="1308900" cy="264000"/>
            </a:xfrm>
            <a:prstGeom prst="rect">
              <a:avLst/>
            </a:prstGeom>
            <a:solidFill>
              <a:schemeClr val="accent6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12" name="Google Shape;412;p25"/>
          <p:cNvSpPr txBox="1">
            <a:spLocks noGrp="1"/>
          </p:cNvSpPr>
          <p:nvPr>
            <p:ph type="title"/>
          </p:nvPr>
        </p:nvSpPr>
        <p:spPr>
          <a:xfrm>
            <a:off x="713250" y="4174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3">
  <p:cSld name="CUSTOM_21">
    <p:spTree>
      <p:nvGrpSpPr>
        <p:cNvPr id="1" name="Shape 4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14" name="Google Shape;414;p26"/>
          <p:cNvGrpSpPr/>
          <p:nvPr/>
        </p:nvGrpSpPr>
        <p:grpSpPr>
          <a:xfrm flipH="1">
            <a:off x="-19400" y="4879425"/>
            <a:ext cx="9181985" cy="264000"/>
            <a:chOff x="-17750" y="4879419"/>
            <a:chExt cx="9161829" cy="264000"/>
          </a:xfrm>
        </p:grpSpPr>
        <p:sp>
          <p:nvSpPr>
            <p:cNvPr id="415" name="Google Shape;415;p26"/>
            <p:cNvSpPr/>
            <p:nvPr/>
          </p:nvSpPr>
          <p:spPr>
            <a:xfrm>
              <a:off x="-17750" y="4879419"/>
              <a:ext cx="1308900" cy="2640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6" name="Google Shape;416;p26"/>
            <p:cNvSpPr/>
            <p:nvPr/>
          </p:nvSpPr>
          <p:spPr>
            <a:xfrm>
              <a:off x="1291071" y="4879419"/>
              <a:ext cx="1308900" cy="2640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7" name="Google Shape;417;p26"/>
            <p:cNvSpPr/>
            <p:nvPr/>
          </p:nvSpPr>
          <p:spPr>
            <a:xfrm>
              <a:off x="2599893" y="4879419"/>
              <a:ext cx="1308900" cy="264000"/>
            </a:xfrm>
            <a:prstGeom prst="rect">
              <a:avLst/>
            </a:prstGeom>
            <a:solidFill>
              <a:schemeClr val="accen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8" name="Google Shape;418;p26"/>
            <p:cNvSpPr/>
            <p:nvPr/>
          </p:nvSpPr>
          <p:spPr>
            <a:xfrm>
              <a:off x="3908714" y="4879419"/>
              <a:ext cx="1308900" cy="264000"/>
            </a:xfrm>
            <a:prstGeom prst="rect">
              <a:avLst/>
            </a:prstGeom>
            <a:solidFill>
              <a:schemeClr val="accent3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19" name="Google Shape;419;p26"/>
            <p:cNvSpPr/>
            <p:nvPr/>
          </p:nvSpPr>
          <p:spPr>
            <a:xfrm>
              <a:off x="5217536" y="4879419"/>
              <a:ext cx="1308900" cy="2640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0" name="Google Shape;420;p26"/>
            <p:cNvSpPr/>
            <p:nvPr/>
          </p:nvSpPr>
          <p:spPr>
            <a:xfrm>
              <a:off x="6526357" y="4879419"/>
              <a:ext cx="1308900" cy="264000"/>
            </a:xfrm>
            <a:prstGeom prst="rect">
              <a:avLst/>
            </a:prstGeom>
            <a:solidFill>
              <a:schemeClr val="accent5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1" name="Google Shape;421;p26"/>
            <p:cNvSpPr/>
            <p:nvPr/>
          </p:nvSpPr>
          <p:spPr>
            <a:xfrm>
              <a:off x="7835179" y="4879419"/>
              <a:ext cx="1308900" cy="264000"/>
            </a:xfrm>
            <a:prstGeom prst="rect">
              <a:avLst/>
            </a:prstGeom>
            <a:solidFill>
              <a:schemeClr val="accent6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22" name="Google Shape;422;p26"/>
          <p:cNvSpPr txBox="1">
            <a:spLocks noGrp="1"/>
          </p:cNvSpPr>
          <p:nvPr>
            <p:ph type="title"/>
          </p:nvPr>
        </p:nvSpPr>
        <p:spPr>
          <a:xfrm>
            <a:off x="713225" y="417400"/>
            <a:ext cx="7717500" cy="11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 4">
  <p:cSld name="CUSTOM_22">
    <p:spTree>
      <p:nvGrpSpPr>
        <p:cNvPr id="1" name="Shape 4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24" name="Google Shape;424;p27"/>
          <p:cNvGrpSpPr/>
          <p:nvPr/>
        </p:nvGrpSpPr>
        <p:grpSpPr>
          <a:xfrm flipH="1">
            <a:off x="-19400" y="4879425"/>
            <a:ext cx="9181985" cy="264000"/>
            <a:chOff x="-17750" y="4879419"/>
            <a:chExt cx="9161829" cy="264000"/>
          </a:xfrm>
        </p:grpSpPr>
        <p:sp>
          <p:nvSpPr>
            <p:cNvPr id="425" name="Google Shape;425;p27"/>
            <p:cNvSpPr/>
            <p:nvPr/>
          </p:nvSpPr>
          <p:spPr>
            <a:xfrm>
              <a:off x="-17750" y="4879419"/>
              <a:ext cx="1308900" cy="2640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6" name="Google Shape;426;p27"/>
            <p:cNvSpPr/>
            <p:nvPr/>
          </p:nvSpPr>
          <p:spPr>
            <a:xfrm>
              <a:off x="1291071" y="4879419"/>
              <a:ext cx="1308900" cy="2640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7" name="Google Shape;427;p27"/>
            <p:cNvSpPr/>
            <p:nvPr/>
          </p:nvSpPr>
          <p:spPr>
            <a:xfrm>
              <a:off x="2599893" y="4879419"/>
              <a:ext cx="1308900" cy="264000"/>
            </a:xfrm>
            <a:prstGeom prst="rect">
              <a:avLst/>
            </a:prstGeom>
            <a:solidFill>
              <a:schemeClr val="accen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8" name="Google Shape;428;p27"/>
            <p:cNvSpPr/>
            <p:nvPr/>
          </p:nvSpPr>
          <p:spPr>
            <a:xfrm>
              <a:off x="3908714" y="4879419"/>
              <a:ext cx="1308900" cy="264000"/>
            </a:xfrm>
            <a:prstGeom prst="rect">
              <a:avLst/>
            </a:prstGeom>
            <a:solidFill>
              <a:schemeClr val="accent3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29" name="Google Shape;429;p27"/>
            <p:cNvSpPr/>
            <p:nvPr/>
          </p:nvSpPr>
          <p:spPr>
            <a:xfrm>
              <a:off x="5217536" y="4879419"/>
              <a:ext cx="1308900" cy="2640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0" name="Google Shape;430;p27"/>
            <p:cNvSpPr/>
            <p:nvPr/>
          </p:nvSpPr>
          <p:spPr>
            <a:xfrm>
              <a:off x="6526357" y="4879419"/>
              <a:ext cx="1308900" cy="264000"/>
            </a:xfrm>
            <a:prstGeom prst="rect">
              <a:avLst/>
            </a:prstGeom>
            <a:solidFill>
              <a:schemeClr val="accent5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31" name="Google Shape;431;p27"/>
            <p:cNvSpPr/>
            <p:nvPr/>
          </p:nvSpPr>
          <p:spPr>
            <a:xfrm>
              <a:off x="7835179" y="4879419"/>
              <a:ext cx="1308900" cy="264000"/>
            </a:xfrm>
            <a:prstGeom prst="rect">
              <a:avLst/>
            </a:prstGeom>
            <a:solidFill>
              <a:schemeClr val="accent6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32" name="Google Shape;432;p27"/>
          <p:cNvSpPr txBox="1">
            <a:spLocks noGrp="1"/>
          </p:cNvSpPr>
          <p:nvPr>
            <p:ph type="title"/>
          </p:nvPr>
        </p:nvSpPr>
        <p:spPr>
          <a:xfrm>
            <a:off x="1355700" y="417400"/>
            <a:ext cx="6432600" cy="11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 1">
  <p:cSld name="CUSTOM_16">
    <p:spTree>
      <p:nvGrpSpPr>
        <p:cNvPr id="1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p28"/>
          <p:cNvSpPr txBox="1">
            <a:spLocks noGrp="1"/>
          </p:cNvSpPr>
          <p:nvPr>
            <p:ph type="title"/>
          </p:nvPr>
        </p:nvSpPr>
        <p:spPr>
          <a:xfrm>
            <a:off x="713250" y="4174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35" name="Google Shape;435;p28"/>
          <p:cNvSpPr txBox="1">
            <a:spLocks noGrp="1"/>
          </p:cNvSpPr>
          <p:nvPr>
            <p:ph type="title" idx="2"/>
          </p:nvPr>
        </p:nvSpPr>
        <p:spPr>
          <a:xfrm>
            <a:off x="1153063" y="3402175"/>
            <a:ext cx="2162100" cy="4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 b="1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36" name="Google Shape;436;p28"/>
          <p:cNvSpPr txBox="1">
            <a:spLocks noGrp="1"/>
          </p:cNvSpPr>
          <p:nvPr>
            <p:ph type="subTitle" idx="1"/>
          </p:nvPr>
        </p:nvSpPr>
        <p:spPr>
          <a:xfrm>
            <a:off x="1153111" y="3790650"/>
            <a:ext cx="21621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7" name="Google Shape;437;p28"/>
          <p:cNvSpPr txBox="1">
            <a:spLocks noGrp="1"/>
          </p:cNvSpPr>
          <p:nvPr>
            <p:ph type="title" idx="3"/>
          </p:nvPr>
        </p:nvSpPr>
        <p:spPr>
          <a:xfrm>
            <a:off x="5828837" y="3402175"/>
            <a:ext cx="2162100" cy="4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 b="1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38" name="Google Shape;438;p28"/>
          <p:cNvSpPr txBox="1">
            <a:spLocks noGrp="1"/>
          </p:cNvSpPr>
          <p:nvPr>
            <p:ph type="subTitle" idx="4"/>
          </p:nvPr>
        </p:nvSpPr>
        <p:spPr>
          <a:xfrm>
            <a:off x="5828838" y="3790650"/>
            <a:ext cx="21621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39" name="Google Shape;439;p28"/>
          <p:cNvGrpSpPr/>
          <p:nvPr/>
        </p:nvGrpSpPr>
        <p:grpSpPr>
          <a:xfrm flipH="1">
            <a:off x="-19400" y="4879425"/>
            <a:ext cx="9181985" cy="264000"/>
            <a:chOff x="-17750" y="4879419"/>
            <a:chExt cx="9161829" cy="264000"/>
          </a:xfrm>
        </p:grpSpPr>
        <p:sp>
          <p:nvSpPr>
            <p:cNvPr id="440" name="Google Shape;440;p28"/>
            <p:cNvSpPr/>
            <p:nvPr/>
          </p:nvSpPr>
          <p:spPr>
            <a:xfrm>
              <a:off x="-17750" y="4879419"/>
              <a:ext cx="1308900" cy="2640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1" name="Google Shape;441;p28"/>
            <p:cNvSpPr/>
            <p:nvPr/>
          </p:nvSpPr>
          <p:spPr>
            <a:xfrm>
              <a:off x="1291071" y="4879419"/>
              <a:ext cx="1308900" cy="2640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2" name="Google Shape;442;p28"/>
            <p:cNvSpPr/>
            <p:nvPr/>
          </p:nvSpPr>
          <p:spPr>
            <a:xfrm>
              <a:off x="2599893" y="4879419"/>
              <a:ext cx="1308900" cy="264000"/>
            </a:xfrm>
            <a:prstGeom prst="rect">
              <a:avLst/>
            </a:prstGeom>
            <a:solidFill>
              <a:schemeClr val="accen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3" name="Google Shape;443;p28"/>
            <p:cNvSpPr/>
            <p:nvPr/>
          </p:nvSpPr>
          <p:spPr>
            <a:xfrm>
              <a:off x="3908714" y="4879419"/>
              <a:ext cx="1308900" cy="264000"/>
            </a:xfrm>
            <a:prstGeom prst="rect">
              <a:avLst/>
            </a:prstGeom>
            <a:solidFill>
              <a:schemeClr val="accent3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4" name="Google Shape;444;p28"/>
            <p:cNvSpPr/>
            <p:nvPr/>
          </p:nvSpPr>
          <p:spPr>
            <a:xfrm>
              <a:off x="5217536" y="4879419"/>
              <a:ext cx="1308900" cy="2640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5" name="Google Shape;445;p28"/>
            <p:cNvSpPr/>
            <p:nvPr/>
          </p:nvSpPr>
          <p:spPr>
            <a:xfrm>
              <a:off x="6526357" y="4879419"/>
              <a:ext cx="1308900" cy="264000"/>
            </a:xfrm>
            <a:prstGeom prst="rect">
              <a:avLst/>
            </a:prstGeom>
            <a:solidFill>
              <a:schemeClr val="accent5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46" name="Google Shape;446;p28"/>
            <p:cNvSpPr/>
            <p:nvPr/>
          </p:nvSpPr>
          <p:spPr>
            <a:xfrm>
              <a:off x="7835179" y="4879419"/>
              <a:ext cx="1308900" cy="264000"/>
            </a:xfrm>
            <a:prstGeom prst="rect">
              <a:avLst/>
            </a:prstGeom>
            <a:solidFill>
              <a:schemeClr val="accent6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four columns">
  <p:cSld name="CUSTOM_3">
    <p:spTree>
      <p:nvGrpSpPr>
        <p:cNvPr id="1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p30"/>
          <p:cNvSpPr txBox="1">
            <a:spLocks noGrp="1"/>
          </p:cNvSpPr>
          <p:nvPr>
            <p:ph type="title"/>
          </p:nvPr>
        </p:nvSpPr>
        <p:spPr>
          <a:xfrm>
            <a:off x="713250" y="4174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3400">
                <a:solidFill>
                  <a:schemeClr val="dk1"/>
                </a:solidFill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2pPr>
            <a:lvl3pPr lvl="2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3pPr>
            <a:lvl4pPr lvl="3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4pPr>
            <a:lvl5pPr lvl="4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5pPr>
            <a:lvl6pPr lvl="5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6pPr>
            <a:lvl7pPr lvl="6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7pPr>
            <a:lvl8pPr lvl="7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8pPr>
            <a:lvl9pPr lvl="8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465" name="Google Shape;465;p30"/>
          <p:cNvSpPr txBox="1">
            <a:spLocks noGrp="1"/>
          </p:cNvSpPr>
          <p:nvPr>
            <p:ph type="title" idx="2"/>
          </p:nvPr>
        </p:nvSpPr>
        <p:spPr>
          <a:xfrm>
            <a:off x="713289" y="1338025"/>
            <a:ext cx="1894200" cy="7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 b="1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66" name="Google Shape;466;p30"/>
          <p:cNvSpPr txBox="1">
            <a:spLocks noGrp="1"/>
          </p:cNvSpPr>
          <p:nvPr>
            <p:ph type="subTitle" idx="1"/>
          </p:nvPr>
        </p:nvSpPr>
        <p:spPr>
          <a:xfrm>
            <a:off x="713330" y="2079600"/>
            <a:ext cx="18942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7" name="Google Shape;467;p30"/>
          <p:cNvSpPr txBox="1">
            <a:spLocks noGrp="1"/>
          </p:cNvSpPr>
          <p:nvPr>
            <p:ph type="title" idx="3"/>
          </p:nvPr>
        </p:nvSpPr>
        <p:spPr>
          <a:xfrm>
            <a:off x="3111025" y="1338025"/>
            <a:ext cx="1770000" cy="7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 b="1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68" name="Google Shape;468;p30"/>
          <p:cNvSpPr txBox="1">
            <a:spLocks noGrp="1"/>
          </p:cNvSpPr>
          <p:nvPr>
            <p:ph type="subTitle" idx="4"/>
          </p:nvPr>
        </p:nvSpPr>
        <p:spPr>
          <a:xfrm>
            <a:off x="3111025" y="2079600"/>
            <a:ext cx="18942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69" name="Google Shape;469;p30"/>
          <p:cNvSpPr txBox="1">
            <a:spLocks noGrp="1"/>
          </p:cNvSpPr>
          <p:nvPr>
            <p:ph type="title" idx="5"/>
          </p:nvPr>
        </p:nvSpPr>
        <p:spPr>
          <a:xfrm>
            <a:off x="713250" y="2946600"/>
            <a:ext cx="1894200" cy="7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 b="1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70" name="Google Shape;470;p30"/>
          <p:cNvSpPr txBox="1">
            <a:spLocks noGrp="1"/>
          </p:cNvSpPr>
          <p:nvPr>
            <p:ph type="subTitle" idx="6"/>
          </p:nvPr>
        </p:nvSpPr>
        <p:spPr>
          <a:xfrm>
            <a:off x="713330" y="3688175"/>
            <a:ext cx="18942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71" name="Google Shape;471;p30"/>
          <p:cNvSpPr txBox="1">
            <a:spLocks noGrp="1"/>
          </p:cNvSpPr>
          <p:nvPr>
            <p:ph type="title" idx="7"/>
          </p:nvPr>
        </p:nvSpPr>
        <p:spPr>
          <a:xfrm>
            <a:off x="3111025" y="2946600"/>
            <a:ext cx="1894200" cy="741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2500"/>
              <a:buNone/>
              <a:defRPr sz="2100" b="1">
                <a:latin typeface="Inter"/>
                <a:ea typeface="Inter"/>
                <a:cs typeface="Inter"/>
                <a:sym typeface="Inter"/>
              </a:defRPr>
            </a:lvl1pPr>
            <a:lvl2pPr lvl="1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2pPr>
            <a:lvl3pPr lvl="2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3pPr>
            <a:lvl4pPr lvl="3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4pPr>
            <a:lvl5pPr lvl="4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5pPr>
            <a:lvl6pPr lvl="5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6pPr>
            <a:lvl7pPr lvl="6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7pPr>
            <a:lvl8pPr lvl="7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8pPr>
            <a:lvl9pPr lvl="8" rtl="0">
              <a:spcBef>
                <a:spcPts val="0"/>
              </a:spcBef>
              <a:spcAft>
                <a:spcPts val="0"/>
              </a:spcAft>
              <a:buSzPts val="2500"/>
              <a:buNone/>
              <a:defRPr sz="2500"/>
            </a:lvl9pPr>
          </a:lstStyle>
          <a:p>
            <a:endParaRPr/>
          </a:p>
        </p:txBody>
      </p:sp>
      <p:sp>
        <p:nvSpPr>
          <p:cNvPr id="472" name="Google Shape;472;p30"/>
          <p:cNvSpPr txBox="1">
            <a:spLocks noGrp="1"/>
          </p:cNvSpPr>
          <p:nvPr>
            <p:ph type="subTitle" idx="8"/>
          </p:nvPr>
        </p:nvSpPr>
        <p:spPr>
          <a:xfrm>
            <a:off x="3111025" y="3688175"/>
            <a:ext cx="18942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grpSp>
        <p:nvGrpSpPr>
          <p:cNvPr id="473" name="Google Shape;473;p30"/>
          <p:cNvGrpSpPr/>
          <p:nvPr/>
        </p:nvGrpSpPr>
        <p:grpSpPr>
          <a:xfrm flipH="1">
            <a:off x="-19400" y="4879425"/>
            <a:ext cx="9181985" cy="264000"/>
            <a:chOff x="-17750" y="4879419"/>
            <a:chExt cx="9161829" cy="264000"/>
          </a:xfrm>
        </p:grpSpPr>
        <p:sp>
          <p:nvSpPr>
            <p:cNvPr id="474" name="Google Shape;474;p30"/>
            <p:cNvSpPr/>
            <p:nvPr/>
          </p:nvSpPr>
          <p:spPr>
            <a:xfrm>
              <a:off x="-17750" y="4879419"/>
              <a:ext cx="1308900" cy="2640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5" name="Google Shape;475;p30"/>
            <p:cNvSpPr/>
            <p:nvPr/>
          </p:nvSpPr>
          <p:spPr>
            <a:xfrm>
              <a:off x="1291071" y="4879419"/>
              <a:ext cx="1308900" cy="2640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6" name="Google Shape;476;p30"/>
            <p:cNvSpPr/>
            <p:nvPr/>
          </p:nvSpPr>
          <p:spPr>
            <a:xfrm>
              <a:off x="2599893" y="4879419"/>
              <a:ext cx="1308900" cy="264000"/>
            </a:xfrm>
            <a:prstGeom prst="rect">
              <a:avLst/>
            </a:prstGeom>
            <a:solidFill>
              <a:schemeClr val="accen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7" name="Google Shape;477;p30"/>
            <p:cNvSpPr/>
            <p:nvPr/>
          </p:nvSpPr>
          <p:spPr>
            <a:xfrm>
              <a:off x="3908714" y="4879419"/>
              <a:ext cx="1308900" cy="264000"/>
            </a:xfrm>
            <a:prstGeom prst="rect">
              <a:avLst/>
            </a:prstGeom>
            <a:solidFill>
              <a:schemeClr val="accent3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8" name="Google Shape;478;p30"/>
            <p:cNvSpPr/>
            <p:nvPr/>
          </p:nvSpPr>
          <p:spPr>
            <a:xfrm>
              <a:off x="5217536" y="4879419"/>
              <a:ext cx="1308900" cy="2640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9" name="Google Shape;479;p30"/>
            <p:cNvSpPr/>
            <p:nvPr/>
          </p:nvSpPr>
          <p:spPr>
            <a:xfrm>
              <a:off x="6526357" y="4879419"/>
              <a:ext cx="1308900" cy="264000"/>
            </a:xfrm>
            <a:prstGeom prst="rect">
              <a:avLst/>
            </a:prstGeom>
            <a:solidFill>
              <a:schemeClr val="accent5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0" name="Google Shape;480;p30"/>
            <p:cNvSpPr/>
            <p:nvPr/>
          </p:nvSpPr>
          <p:spPr>
            <a:xfrm>
              <a:off x="7835179" y="4879419"/>
              <a:ext cx="1308900" cy="264000"/>
            </a:xfrm>
            <a:prstGeom prst="rect">
              <a:avLst/>
            </a:prstGeom>
            <a:solidFill>
              <a:schemeClr val="accent6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hanks">
  <p:cSld name="CUSTOM_18">
    <p:spTree>
      <p:nvGrpSpPr>
        <p:cNvPr id="1" name="Shape 5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2" name="Google Shape;522;p33"/>
          <p:cNvSpPr txBox="1">
            <a:spLocks noGrp="1"/>
          </p:cNvSpPr>
          <p:nvPr>
            <p:ph type="title"/>
          </p:nvPr>
        </p:nvSpPr>
        <p:spPr>
          <a:xfrm>
            <a:off x="4536175" y="576075"/>
            <a:ext cx="3894600" cy="9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 sz="6600">
                <a:solidFill>
                  <a:schemeClr val="dk1"/>
                </a:solidFill>
              </a:defRPr>
            </a:lvl1pPr>
            <a:lvl2pPr lvl="1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2pPr>
            <a:lvl3pPr lvl="2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3pPr>
            <a:lvl4pPr lvl="3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4pPr>
            <a:lvl5pPr lvl="4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5pPr>
            <a:lvl6pPr lvl="5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6pPr>
            <a:lvl7pPr lvl="6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7pPr>
            <a:lvl8pPr lvl="7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8pPr>
            <a:lvl9pPr lvl="8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None/>
              <a:defRPr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523" name="Google Shape;523;p33"/>
          <p:cNvSpPr txBox="1">
            <a:spLocks noGrp="1"/>
          </p:cNvSpPr>
          <p:nvPr>
            <p:ph type="subTitle" idx="1"/>
          </p:nvPr>
        </p:nvSpPr>
        <p:spPr>
          <a:xfrm>
            <a:off x="4536325" y="1718725"/>
            <a:ext cx="3894600" cy="7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524" name="Google Shape;524;p33"/>
          <p:cNvSpPr txBox="1"/>
          <p:nvPr/>
        </p:nvSpPr>
        <p:spPr>
          <a:xfrm>
            <a:off x="5255875" y="3284900"/>
            <a:ext cx="3174900" cy="772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300"/>
              </a:spcBef>
              <a:spcAft>
                <a:spcPts val="0"/>
              </a:spcAft>
              <a:buNone/>
            </a:pPr>
            <a:r>
              <a:rPr lang="en" sz="1100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CREDITS</a:t>
            </a:r>
            <a:r>
              <a:rPr lang="en" sz="11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: This presentation template was created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Actor"/>
                <a:ea typeface="Actor"/>
                <a:cs typeface="Actor"/>
                <a:sym typeface="Actor"/>
                <a:hlinkClick r:id="rId2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Slidesgo</a:t>
            </a:r>
            <a:r>
              <a:rPr lang="en" sz="11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, and includes icons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Actor"/>
                <a:ea typeface="Actor"/>
                <a:cs typeface="Actor"/>
                <a:sym typeface="Actor"/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Flaticon</a:t>
            </a:r>
            <a:r>
              <a:rPr lang="en" sz="11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, and infographics &amp; images by </a:t>
            </a:r>
            <a:r>
              <a:rPr lang="en" sz="1100" b="1">
                <a:solidFill>
                  <a:schemeClr val="dk1"/>
                </a:solidFill>
                <a:uFill>
                  <a:noFill/>
                </a:uFill>
                <a:latin typeface="Actor"/>
                <a:ea typeface="Actor"/>
                <a:cs typeface="Actor"/>
                <a:sym typeface="Actor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Freepik</a:t>
            </a:r>
            <a:r>
              <a:rPr lang="en" sz="11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 </a:t>
            </a:r>
            <a:endParaRPr sz="11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grpSp>
        <p:nvGrpSpPr>
          <p:cNvPr id="525" name="Google Shape;525;p33"/>
          <p:cNvGrpSpPr/>
          <p:nvPr/>
        </p:nvGrpSpPr>
        <p:grpSpPr>
          <a:xfrm>
            <a:off x="-19400" y="0"/>
            <a:ext cx="9181985" cy="5143425"/>
            <a:chOff x="-19400" y="0"/>
            <a:chExt cx="9181985" cy="5143425"/>
          </a:xfrm>
        </p:grpSpPr>
        <p:grpSp>
          <p:nvGrpSpPr>
            <p:cNvPr id="526" name="Google Shape;526;p33"/>
            <p:cNvGrpSpPr/>
            <p:nvPr/>
          </p:nvGrpSpPr>
          <p:grpSpPr>
            <a:xfrm>
              <a:off x="-19400" y="4879425"/>
              <a:ext cx="9181985" cy="264000"/>
              <a:chOff x="-17750" y="4879419"/>
              <a:chExt cx="9161829" cy="264000"/>
            </a:xfrm>
          </p:grpSpPr>
          <p:sp>
            <p:nvSpPr>
              <p:cNvPr id="527" name="Google Shape;527;p33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8" name="Google Shape;528;p33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29" name="Google Shape;529;p33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0" name="Google Shape;530;p33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1" name="Google Shape;531;p33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2" name="Google Shape;532;p33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3" name="Google Shape;533;p33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34" name="Google Shape;534;p33"/>
            <p:cNvGrpSpPr/>
            <p:nvPr/>
          </p:nvGrpSpPr>
          <p:grpSpPr>
            <a:xfrm flipH="1">
              <a:off x="-19400" y="0"/>
              <a:ext cx="9181985" cy="264000"/>
              <a:chOff x="-17750" y="4879419"/>
              <a:chExt cx="9161829" cy="264000"/>
            </a:xfrm>
          </p:grpSpPr>
          <p:sp>
            <p:nvSpPr>
              <p:cNvPr id="535" name="Google Shape;535;p33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6" name="Google Shape;536;p33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7" name="Google Shape;537;p33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8" name="Google Shape;538;p33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39" name="Google Shape;539;p33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0" name="Google Shape;540;p33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1" name="Google Shape;541;p33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">
  <p:cSld name="CUSTOM_14">
    <p:spTree>
      <p:nvGrpSpPr>
        <p:cNvPr id="1" name="Shape 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43" name="Google Shape;543;p34"/>
          <p:cNvGrpSpPr/>
          <p:nvPr/>
        </p:nvGrpSpPr>
        <p:grpSpPr>
          <a:xfrm>
            <a:off x="-19400" y="0"/>
            <a:ext cx="9181985" cy="5143425"/>
            <a:chOff x="-19400" y="0"/>
            <a:chExt cx="9181985" cy="5143425"/>
          </a:xfrm>
        </p:grpSpPr>
        <p:grpSp>
          <p:nvGrpSpPr>
            <p:cNvPr id="544" name="Google Shape;544;p34"/>
            <p:cNvGrpSpPr/>
            <p:nvPr/>
          </p:nvGrpSpPr>
          <p:grpSpPr>
            <a:xfrm>
              <a:off x="-19400" y="4879425"/>
              <a:ext cx="9181985" cy="264000"/>
              <a:chOff x="-17750" y="4879419"/>
              <a:chExt cx="9161829" cy="264000"/>
            </a:xfrm>
          </p:grpSpPr>
          <p:sp>
            <p:nvSpPr>
              <p:cNvPr id="545" name="Google Shape;545;p34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6" name="Google Shape;546;p34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7" name="Google Shape;547;p34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8" name="Google Shape;548;p34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49" name="Google Shape;549;p34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0" name="Google Shape;550;p34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1" name="Google Shape;551;p34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  <p:grpSp>
          <p:nvGrpSpPr>
            <p:cNvPr id="552" name="Google Shape;552;p34"/>
            <p:cNvGrpSpPr/>
            <p:nvPr/>
          </p:nvGrpSpPr>
          <p:grpSpPr>
            <a:xfrm flipH="1">
              <a:off x="-19400" y="0"/>
              <a:ext cx="9181985" cy="264000"/>
              <a:chOff x="-17750" y="4879419"/>
              <a:chExt cx="9161829" cy="264000"/>
            </a:xfrm>
          </p:grpSpPr>
          <p:sp>
            <p:nvSpPr>
              <p:cNvPr id="553" name="Google Shape;553;p34"/>
              <p:cNvSpPr/>
              <p:nvPr/>
            </p:nvSpPr>
            <p:spPr>
              <a:xfrm>
                <a:off x="-17750" y="4879419"/>
                <a:ext cx="1308900" cy="264000"/>
              </a:xfrm>
              <a:prstGeom prst="rect">
                <a:avLst/>
              </a:prstGeom>
              <a:solidFill>
                <a:schemeClr val="l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4" name="Google Shape;554;p34"/>
              <p:cNvSpPr/>
              <p:nvPr/>
            </p:nvSpPr>
            <p:spPr>
              <a:xfrm>
                <a:off x="1291071" y="4879419"/>
                <a:ext cx="1308900" cy="264000"/>
              </a:xfrm>
              <a:prstGeom prst="rect">
                <a:avLst/>
              </a:prstGeom>
              <a:solidFill>
                <a:schemeClr val="accent1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5" name="Google Shape;555;p34"/>
              <p:cNvSpPr/>
              <p:nvPr/>
            </p:nvSpPr>
            <p:spPr>
              <a:xfrm>
                <a:off x="2599893" y="4879419"/>
                <a:ext cx="1308900" cy="264000"/>
              </a:xfrm>
              <a:prstGeom prst="rect">
                <a:avLst/>
              </a:prstGeom>
              <a:solidFill>
                <a:schemeClr val="accent2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6" name="Google Shape;556;p34"/>
              <p:cNvSpPr/>
              <p:nvPr/>
            </p:nvSpPr>
            <p:spPr>
              <a:xfrm>
                <a:off x="3908714" y="4879419"/>
                <a:ext cx="1308900" cy="264000"/>
              </a:xfrm>
              <a:prstGeom prst="rect">
                <a:avLst/>
              </a:prstGeom>
              <a:solidFill>
                <a:schemeClr val="accent3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7" name="Google Shape;557;p34"/>
              <p:cNvSpPr/>
              <p:nvPr/>
            </p:nvSpPr>
            <p:spPr>
              <a:xfrm>
                <a:off x="5217536" y="4879419"/>
                <a:ext cx="1308900" cy="264000"/>
              </a:xfrm>
              <a:prstGeom prst="rect">
                <a:avLst/>
              </a:prstGeom>
              <a:solidFill>
                <a:schemeClr val="accent4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8" name="Google Shape;558;p34"/>
              <p:cNvSpPr/>
              <p:nvPr/>
            </p:nvSpPr>
            <p:spPr>
              <a:xfrm>
                <a:off x="6526357" y="4879419"/>
                <a:ext cx="1308900" cy="264000"/>
              </a:xfrm>
              <a:prstGeom prst="rect">
                <a:avLst/>
              </a:prstGeom>
              <a:solidFill>
                <a:schemeClr val="accent5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59" name="Google Shape;559;p34"/>
              <p:cNvSpPr/>
              <p:nvPr/>
            </p:nvSpPr>
            <p:spPr>
              <a:xfrm>
                <a:off x="7835179" y="4879419"/>
                <a:ext cx="1308900" cy="264000"/>
              </a:xfrm>
              <a:prstGeom prst="rect">
                <a:avLst/>
              </a:prstGeom>
              <a:solidFill>
                <a:schemeClr val="accent6"/>
              </a:solidFill>
              <a:ln w="38100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ackground 1">
  <p:cSld name="CUSTOM_14_1">
    <p:spTree>
      <p:nvGrpSpPr>
        <p:cNvPr id="1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561" name="Google Shape;561;p35"/>
          <p:cNvGrpSpPr/>
          <p:nvPr/>
        </p:nvGrpSpPr>
        <p:grpSpPr>
          <a:xfrm>
            <a:off x="-19400" y="4879425"/>
            <a:ext cx="9181985" cy="264000"/>
            <a:chOff x="-17750" y="4879419"/>
            <a:chExt cx="9161829" cy="264000"/>
          </a:xfrm>
        </p:grpSpPr>
        <p:sp>
          <p:nvSpPr>
            <p:cNvPr id="562" name="Google Shape;562;p35"/>
            <p:cNvSpPr/>
            <p:nvPr/>
          </p:nvSpPr>
          <p:spPr>
            <a:xfrm>
              <a:off x="-17750" y="4879419"/>
              <a:ext cx="1308900" cy="264000"/>
            </a:xfrm>
            <a:prstGeom prst="rect">
              <a:avLst/>
            </a:prstGeom>
            <a:solidFill>
              <a:schemeClr val="l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3" name="Google Shape;563;p35"/>
            <p:cNvSpPr/>
            <p:nvPr/>
          </p:nvSpPr>
          <p:spPr>
            <a:xfrm>
              <a:off x="1291071" y="4879419"/>
              <a:ext cx="1308900" cy="264000"/>
            </a:xfrm>
            <a:prstGeom prst="rect">
              <a:avLst/>
            </a:pr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4" name="Google Shape;564;p35"/>
            <p:cNvSpPr/>
            <p:nvPr/>
          </p:nvSpPr>
          <p:spPr>
            <a:xfrm>
              <a:off x="2599893" y="4879419"/>
              <a:ext cx="1308900" cy="264000"/>
            </a:xfrm>
            <a:prstGeom prst="rect">
              <a:avLst/>
            </a:prstGeom>
            <a:solidFill>
              <a:schemeClr val="accent2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5" name="Google Shape;565;p35"/>
            <p:cNvSpPr/>
            <p:nvPr/>
          </p:nvSpPr>
          <p:spPr>
            <a:xfrm>
              <a:off x="3908714" y="4879419"/>
              <a:ext cx="1308900" cy="264000"/>
            </a:xfrm>
            <a:prstGeom prst="rect">
              <a:avLst/>
            </a:prstGeom>
            <a:solidFill>
              <a:schemeClr val="accent3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6" name="Google Shape;566;p35"/>
            <p:cNvSpPr/>
            <p:nvPr/>
          </p:nvSpPr>
          <p:spPr>
            <a:xfrm>
              <a:off x="5217536" y="4879419"/>
              <a:ext cx="1308900" cy="264000"/>
            </a:xfrm>
            <a:prstGeom prst="rect">
              <a:avLst/>
            </a:prstGeom>
            <a:solidFill>
              <a:schemeClr val="accent4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7" name="Google Shape;567;p35"/>
            <p:cNvSpPr/>
            <p:nvPr/>
          </p:nvSpPr>
          <p:spPr>
            <a:xfrm>
              <a:off x="6526357" y="4879419"/>
              <a:ext cx="1308900" cy="264000"/>
            </a:xfrm>
            <a:prstGeom prst="rect">
              <a:avLst/>
            </a:prstGeom>
            <a:solidFill>
              <a:schemeClr val="accent5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68" name="Google Shape;568;p35"/>
            <p:cNvSpPr/>
            <p:nvPr/>
          </p:nvSpPr>
          <p:spPr>
            <a:xfrm>
              <a:off x="7835179" y="4879419"/>
              <a:ext cx="1308900" cy="264000"/>
            </a:xfrm>
            <a:prstGeom prst="rect">
              <a:avLst/>
            </a:prstGeom>
            <a:solidFill>
              <a:schemeClr val="accent6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slideLayout" Target="../slideLayouts/slideLayout21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slideLayout" Target="../slideLayouts/slideLayout20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dk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0875" y="418450"/>
            <a:ext cx="77460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ter Black"/>
              <a:buNone/>
              <a:defRPr sz="3400">
                <a:solidFill>
                  <a:schemeClr val="dk1"/>
                </a:solidFill>
                <a:latin typeface="Inter Black"/>
                <a:ea typeface="Inter Black"/>
                <a:cs typeface="Inter Black"/>
                <a:sym typeface="Inter Black"/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ter Black"/>
              <a:buNone/>
              <a:defRPr sz="3400">
                <a:solidFill>
                  <a:schemeClr val="dk1"/>
                </a:solidFill>
                <a:latin typeface="Inter Black"/>
                <a:ea typeface="Inter Black"/>
                <a:cs typeface="Inter Black"/>
                <a:sym typeface="Inter Black"/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ter Black"/>
              <a:buNone/>
              <a:defRPr sz="3400">
                <a:solidFill>
                  <a:schemeClr val="dk1"/>
                </a:solidFill>
                <a:latin typeface="Inter Black"/>
                <a:ea typeface="Inter Black"/>
                <a:cs typeface="Inter Black"/>
                <a:sym typeface="Inter Black"/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ter Black"/>
              <a:buNone/>
              <a:defRPr sz="3400">
                <a:solidFill>
                  <a:schemeClr val="dk1"/>
                </a:solidFill>
                <a:latin typeface="Inter Black"/>
                <a:ea typeface="Inter Black"/>
                <a:cs typeface="Inter Black"/>
                <a:sym typeface="Inter Black"/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ter Black"/>
              <a:buNone/>
              <a:defRPr sz="3400">
                <a:solidFill>
                  <a:schemeClr val="dk1"/>
                </a:solidFill>
                <a:latin typeface="Inter Black"/>
                <a:ea typeface="Inter Black"/>
                <a:cs typeface="Inter Black"/>
                <a:sym typeface="Inter Black"/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ter Black"/>
              <a:buNone/>
              <a:defRPr sz="3400">
                <a:solidFill>
                  <a:schemeClr val="dk1"/>
                </a:solidFill>
                <a:latin typeface="Inter Black"/>
                <a:ea typeface="Inter Black"/>
                <a:cs typeface="Inter Black"/>
                <a:sym typeface="Inter Black"/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ter Black"/>
              <a:buNone/>
              <a:defRPr sz="3400">
                <a:solidFill>
                  <a:schemeClr val="dk1"/>
                </a:solidFill>
                <a:latin typeface="Inter Black"/>
                <a:ea typeface="Inter Black"/>
                <a:cs typeface="Inter Black"/>
                <a:sym typeface="Inter Black"/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ter Black"/>
              <a:buNone/>
              <a:defRPr sz="3400">
                <a:solidFill>
                  <a:schemeClr val="dk1"/>
                </a:solidFill>
                <a:latin typeface="Inter Black"/>
                <a:ea typeface="Inter Black"/>
                <a:cs typeface="Inter Black"/>
                <a:sym typeface="Inter Black"/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400"/>
              <a:buFont typeface="Inter Black"/>
              <a:buNone/>
              <a:defRPr sz="3400">
                <a:solidFill>
                  <a:schemeClr val="dk1"/>
                </a:solidFill>
                <a:latin typeface="Inter Black"/>
                <a:ea typeface="Inter Black"/>
                <a:cs typeface="Inter Black"/>
                <a:sym typeface="Inter Black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0875" y="1152475"/>
            <a:ext cx="77460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429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ctor"/>
              <a:buChar char="●"/>
              <a:defRPr sz="18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1pPr>
            <a:lvl2pPr marL="914400" lvl="1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○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2pPr>
            <a:lvl3pPr marL="1371600" lvl="2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■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3pPr>
            <a:lvl4pPr marL="1828800" lvl="3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●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4pPr>
            <a:lvl5pPr marL="2286000" lvl="4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○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5pPr>
            <a:lvl6pPr marL="2743200" lvl="5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■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6pPr>
            <a:lvl7pPr marL="3200400" lvl="6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●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7pPr>
            <a:lvl8pPr marL="3657600" lvl="7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○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8pPr>
            <a:lvl9pPr marL="4114800" lvl="8" indent="-3175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■"/>
              <a:defRPr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2" r:id="rId3"/>
    <p:sldLayoutId id="2147483655" r:id="rId4"/>
    <p:sldLayoutId id="2147483656" r:id="rId5"/>
    <p:sldLayoutId id="2147483657" r:id="rId6"/>
    <p:sldLayoutId id="2147483658" r:id="rId7"/>
    <p:sldLayoutId id="2147483659" r:id="rId8"/>
    <p:sldLayoutId id="2147483660" r:id="rId9"/>
    <p:sldLayoutId id="2147483661" r:id="rId10"/>
    <p:sldLayoutId id="2147483662" r:id="rId11"/>
    <p:sldLayoutId id="2147483663" r:id="rId12"/>
    <p:sldLayoutId id="2147483664" r:id="rId13"/>
    <p:sldLayoutId id="2147483665" r:id="rId14"/>
    <p:sldLayoutId id="2147483667" r:id="rId15"/>
    <p:sldLayoutId id="2147483668" r:id="rId16"/>
    <p:sldLayoutId id="2147483670" r:id="rId17"/>
    <p:sldLayoutId id="2147483671" r:id="rId18"/>
    <p:sldLayoutId id="2147483672" r:id="rId19"/>
    <p:sldLayoutId id="2147483673" r:id="rId20"/>
    <p:sldLayoutId id="2147483674" r:id="rId21"/>
    <p:sldLayoutId id="2147483676" r:id="rId22"/>
    <p:sldLayoutId id="2147483679" r:id="rId23"/>
    <p:sldLayoutId id="2147483680" r:id="rId24"/>
    <p:sldLayoutId id="2147483681" r:id="rId2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9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9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0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5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5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8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8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9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6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hyperlink" Target="https://docs.google.com/spreadsheets/d/1m08xkAjViAP_NwExLcmTca9_Zfyt4Edu_Wi7_ex9erA/copy#gid=1121120550" TargetMode="External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9.xml"/><Relationship Id="rId5" Type="http://schemas.openxmlformats.org/officeDocument/2006/relationships/hyperlink" Target="https://slidesgo.com/slidesgo-school/presentation-tips/how-to-modify-a-graph-in-our-templates?utm_source=slidesgo_template&amp;utm_medium=referral-link&amp;utm_campaign=how-to-modify-a-graph-in-our-templates&amp;utm_term=slidesgo-school&amp;utm_content=how-to-modify-a-graph-in-our-templates" TargetMode="External"/><Relationship Id="rId4" Type="http://schemas.openxmlformats.org/officeDocument/2006/relationships/image" Target="../media/image5.png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8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3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8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3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4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3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0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16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1.xml"/><Relationship Id="rId4" Type="http://schemas.openxmlformats.org/officeDocument/2006/relationships/image" Target="../media/image8.jpg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dk2"/>
        </a:solidFill>
        <a:effectLst/>
      </p:bgPr>
    </p:bg>
    <p:spTree>
      <p:nvGrpSpPr>
        <p:cNvPr id="1" name="Shape 5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9" name="Google Shape;579;p39"/>
          <p:cNvSpPr txBox="1">
            <a:spLocks noGrp="1"/>
          </p:cNvSpPr>
          <p:nvPr>
            <p:ph type="ctrTitle"/>
          </p:nvPr>
        </p:nvSpPr>
        <p:spPr>
          <a:xfrm>
            <a:off x="713225" y="1000150"/>
            <a:ext cx="5878200" cy="2246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>
                <a:latin typeface="Inter Black"/>
                <a:ea typeface="Inter Black"/>
                <a:cs typeface="Inter Black"/>
                <a:sym typeface="Inter Black"/>
              </a:rPr>
              <a:t>SUSTAINABLE DOVELOPMENTAL GOALS</a:t>
            </a:r>
            <a:endParaRPr b="1" dirty="0">
              <a:solidFill>
                <a:schemeClr val="accent4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580" name="Google Shape;580;p39"/>
          <p:cNvSpPr txBox="1">
            <a:spLocks noGrp="1"/>
          </p:cNvSpPr>
          <p:nvPr>
            <p:ph type="subTitle" idx="1"/>
          </p:nvPr>
        </p:nvSpPr>
        <p:spPr>
          <a:xfrm>
            <a:off x="713225" y="3469950"/>
            <a:ext cx="2753400" cy="821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SA</a:t>
            </a:r>
            <a:r>
              <a:rPr lang="en" dirty="0"/>
              <a:t>BA SHAHID – 048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>
                <a:solidFill>
                  <a:schemeClr val="dk1"/>
                </a:solidFill>
              </a:rPr>
              <a:t>AFRA ASAD -092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dirty="0"/>
              <a:t>MUNEHA -070</a:t>
            </a:r>
            <a:endParaRPr dirty="0">
              <a:solidFill>
                <a:schemeClr val="dk1"/>
              </a:solidFill>
            </a:endParaRPr>
          </a:p>
        </p:txBody>
      </p:sp>
      <p:grpSp>
        <p:nvGrpSpPr>
          <p:cNvPr id="581" name="Google Shape;581;p39"/>
          <p:cNvGrpSpPr/>
          <p:nvPr/>
        </p:nvGrpSpPr>
        <p:grpSpPr>
          <a:xfrm rot="-1069639">
            <a:off x="6874724" y="1273963"/>
            <a:ext cx="1508142" cy="1757733"/>
            <a:chOff x="6854150" y="1399300"/>
            <a:chExt cx="2330725" cy="2716450"/>
          </a:xfrm>
        </p:grpSpPr>
        <p:sp>
          <p:nvSpPr>
            <p:cNvPr id="582" name="Google Shape;582;p39"/>
            <p:cNvSpPr/>
            <p:nvPr/>
          </p:nvSpPr>
          <p:spPr>
            <a:xfrm>
              <a:off x="6854150" y="1399300"/>
              <a:ext cx="2330725" cy="2716450"/>
            </a:xfrm>
            <a:custGeom>
              <a:avLst/>
              <a:gdLst/>
              <a:ahLst/>
              <a:cxnLst/>
              <a:rect l="l" t="t" r="r" b="b"/>
              <a:pathLst>
                <a:path w="93229" h="108658" extrusionOk="0">
                  <a:moveTo>
                    <a:pt x="46615" y="1"/>
                  </a:moveTo>
                  <a:cubicBezTo>
                    <a:pt x="20910" y="1"/>
                    <a:pt x="1" y="20225"/>
                    <a:pt x="1" y="45179"/>
                  </a:cubicBezTo>
                  <a:cubicBezTo>
                    <a:pt x="1" y="64686"/>
                    <a:pt x="12755" y="81322"/>
                    <a:pt x="30598" y="87618"/>
                  </a:cubicBezTo>
                  <a:lnTo>
                    <a:pt x="30598" y="102688"/>
                  </a:lnTo>
                  <a:cubicBezTo>
                    <a:pt x="30598" y="105983"/>
                    <a:pt x="33306" y="108657"/>
                    <a:pt x="36600" y="108657"/>
                  </a:cubicBezTo>
                  <a:lnTo>
                    <a:pt x="57575" y="108657"/>
                  </a:lnTo>
                  <a:cubicBezTo>
                    <a:pt x="60869" y="108657"/>
                    <a:pt x="63544" y="105983"/>
                    <a:pt x="63544" y="102688"/>
                  </a:cubicBezTo>
                  <a:lnTo>
                    <a:pt x="63544" y="87291"/>
                  </a:lnTo>
                  <a:cubicBezTo>
                    <a:pt x="80898" y="80735"/>
                    <a:pt x="93228" y="64327"/>
                    <a:pt x="93228" y="45179"/>
                  </a:cubicBezTo>
                  <a:cubicBezTo>
                    <a:pt x="93228" y="20225"/>
                    <a:pt x="72352" y="1"/>
                    <a:pt x="46615" y="1"/>
                  </a:cubicBezTo>
                  <a:close/>
                </a:path>
              </a:pathLst>
            </a:cu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83" name="Google Shape;583;p39"/>
            <p:cNvGrpSpPr/>
            <p:nvPr/>
          </p:nvGrpSpPr>
          <p:grpSpPr>
            <a:xfrm>
              <a:off x="6913275" y="1469025"/>
              <a:ext cx="2212475" cy="2577000"/>
              <a:chOff x="3647700" y="1645650"/>
              <a:chExt cx="2212475" cy="2577000"/>
            </a:xfrm>
          </p:grpSpPr>
          <p:sp>
            <p:nvSpPr>
              <p:cNvPr id="584" name="Google Shape;584;p39"/>
              <p:cNvSpPr/>
              <p:nvPr/>
            </p:nvSpPr>
            <p:spPr>
              <a:xfrm>
                <a:off x="4078275" y="2079500"/>
                <a:ext cx="1349675" cy="1551100"/>
              </a:xfrm>
              <a:custGeom>
                <a:avLst/>
                <a:gdLst/>
                <a:ahLst/>
                <a:cxnLst/>
                <a:rect l="l" t="t" r="r" b="b"/>
                <a:pathLst>
                  <a:path w="53987" h="62044" extrusionOk="0">
                    <a:moveTo>
                      <a:pt x="27010" y="1"/>
                    </a:moveTo>
                    <a:cubicBezTo>
                      <a:pt x="12136" y="1"/>
                      <a:pt x="34" y="12005"/>
                      <a:pt x="1" y="26912"/>
                    </a:cubicBezTo>
                    <a:cubicBezTo>
                      <a:pt x="1" y="36046"/>
                      <a:pt x="4535" y="44135"/>
                      <a:pt x="11483" y="48996"/>
                    </a:cubicBezTo>
                    <a:cubicBezTo>
                      <a:pt x="15658" y="51964"/>
                      <a:pt x="18170" y="56824"/>
                      <a:pt x="18170" y="61978"/>
                    </a:cubicBezTo>
                    <a:lnTo>
                      <a:pt x="18170" y="62044"/>
                    </a:lnTo>
                    <a:lnTo>
                      <a:pt x="35818" y="62044"/>
                    </a:lnTo>
                    <a:lnTo>
                      <a:pt x="35818" y="61978"/>
                    </a:lnTo>
                    <a:cubicBezTo>
                      <a:pt x="35818" y="56759"/>
                      <a:pt x="38395" y="51931"/>
                      <a:pt x="42635" y="48930"/>
                    </a:cubicBezTo>
                    <a:cubicBezTo>
                      <a:pt x="49518" y="44037"/>
                      <a:pt x="53987" y="35980"/>
                      <a:pt x="53987" y="26945"/>
                    </a:cubicBezTo>
                    <a:cubicBezTo>
                      <a:pt x="53987" y="12070"/>
                      <a:pt x="41917" y="1"/>
                      <a:pt x="2701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5" name="Google Shape;585;p39"/>
              <p:cNvSpPr/>
              <p:nvPr/>
            </p:nvSpPr>
            <p:spPr>
              <a:xfrm>
                <a:off x="4610000" y="4018750"/>
                <a:ext cx="290325" cy="163125"/>
              </a:xfrm>
              <a:custGeom>
                <a:avLst/>
                <a:gdLst/>
                <a:ahLst/>
                <a:cxnLst/>
                <a:rect l="l" t="t" r="r" b="b"/>
                <a:pathLst>
                  <a:path w="11613" h="6525" extrusionOk="0">
                    <a:moveTo>
                      <a:pt x="0" y="1"/>
                    </a:moveTo>
                    <a:lnTo>
                      <a:pt x="0" y="4828"/>
                    </a:lnTo>
                    <a:cubicBezTo>
                      <a:pt x="0" y="5774"/>
                      <a:pt x="750" y="6525"/>
                      <a:pt x="1696" y="6525"/>
                    </a:cubicBezTo>
                    <a:lnTo>
                      <a:pt x="9851" y="6525"/>
                    </a:lnTo>
                    <a:cubicBezTo>
                      <a:pt x="10797" y="6525"/>
                      <a:pt x="11580" y="5774"/>
                      <a:pt x="11613" y="4828"/>
                    </a:cubicBezTo>
                    <a:lnTo>
                      <a:pt x="1161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6" name="Google Shape;586;p39"/>
              <p:cNvSpPr/>
              <p:nvPr/>
            </p:nvSpPr>
            <p:spPr>
              <a:xfrm>
                <a:off x="4375125" y="2276050"/>
                <a:ext cx="757625" cy="952525"/>
              </a:xfrm>
              <a:custGeom>
                <a:avLst/>
                <a:gdLst/>
                <a:ahLst/>
                <a:cxnLst/>
                <a:rect l="l" t="t" r="r" b="b"/>
                <a:pathLst>
                  <a:path w="30305" h="38101" extrusionOk="0">
                    <a:moveTo>
                      <a:pt x="15152" y="0"/>
                    </a:moveTo>
                    <a:cubicBezTo>
                      <a:pt x="14802" y="0"/>
                      <a:pt x="14451" y="131"/>
                      <a:pt x="14190" y="391"/>
                    </a:cubicBezTo>
                    <a:lnTo>
                      <a:pt x="5546" y="9036"/>
                    </a:lnTo>
                    <a:cubicBezTo>
                      <a:pt x="1" y="14581"/>
                      <a:pt x="1" y="23519"/>
                      <a:pt x="5546" y="29064"/>
                    </a:cubicBezTo>
                    <a:lnTo>
                      <a:pt x="14190" y="37709"/>
                    </a:lnTo>
                    <a:cubicBezTo>
                      <a:pt x="14451" y="37970"/>
                      <a:pt x="14802" y="38100"/>
                      <a:pt x="15152" y="38100"/>
                    </a:cubicBezTo>
                    <a:cubicBezTo>
                      <a:pt x="15503" y="38100"/>
                      <a:pt x="15854" y="37970"/>
                      <a:pt x="16115" y="37709"/>
                    </a:cubicBezTo>
                    <a:lnTo>
                      <a:pt x="24759" y="29064"/>
                    </a:lnTo>
                    <a:cubicBezTo>
                      <a:pt x="30304" y="23519"/>
                      <a:pt x="30304" y="14581"/>
                      <a:pt x="24759" y="9036"/>
                    </a:cubicBezTo>
                    <a:lnTo>
                      <a:pt x="16115" y="391"/>
                    </a:lnTo>
                    <a:cubicBezTo>
                      <a:pt x="15854" y="131"/>
                      <a:pt x="15503" y="0"/>
                      <a:pt x="15152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7" name="Google Shape;587;p39"/>
              <p:cNvSpPr/>
              <p:nvPr/>
            </p:nvSpPr>
            <p:spPr>
              <a:xfrm>
                <a:off x="4468100" y="3628950"/>
                <a:ext cx="571675" cy="195750"/>
              </a:xfrm>
              <a:custGeom>
                <a:avLst/>
                <a:gdLst/>
                <a:ahLst/>
                <a:cxnLst/>
                <a:rect l="l" t="t" r="r" b="b"/>
                <a:pathLst>
                  <a:path w="22867" h="7830" extrusionOk="0">
                    <a:moveTo>
                      <a:pt x="2610" y="0"/>
                    </a:moveTo>
                    <a:cubicBezTo>
                      <a:pt x="1142" y="0"/>
                      <a:pt x="0" y="1175"/>
                      <a:pt x="0" y="2610"/>
                    </a:cubicBezTo>
                    <a:lnTo>
                      <a:pt x="0" y="5220"/>
                    </a:lnTo>
                    <a:cubicBezTo>
                      <a:pt x="0" y="6687"/>
                      <a:pt x="1175" y="7829"/>
                      <a:pt x="2610" y="7829"/>
                    </a:cubicBezTo>
                    <a:lnTo>
                      <a:pt x="20257" y="7829"/>
                    </a:lnTo>
                    <a:cubicBezTo>
                      <a:pt x="21692" y="7829"/>
                      <a:pt x="22834" y="6622"/>
                      <a:pt x="22867" y="5220"/>
                    </a:cubicBezTo>
                    <a:lnTo>
                      <a:pt x="22867" y="2610"/>
                    </a:lnTo>
                    <a:cubicBezTo>
                      <a:pt x="22867" y="1142"/>
                      <a:pt x="21692" y="0"/>
                      <a:pt x="20257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8" name="Google Shape;588;p39"/>
              <p:cNvSpPr/>
              <p:nvPr/>
            </p:nvSpPr>
            <p:spPr>
              <a:xfrm>
                <a:off x="4468100" y="3823025"/>
                <a:ext cx="571675" cy="195750"/>
              </a:xfrm>
              <a:custGeom>
                <a:avLst/>
                <a:gdLst/>
                <a:ahLst/>
                <a:cxnLst/>
                <a:rect l="l" t="t" r="r" b="b"/>
                <a:pathLst>
                  <a:path w="22867" h="7830" extrusionOk="0">
                    <a:moveTo>
                      <a:pt x="2610" y="1"/>
                    </a:moveTo>
                    <a:cubicBezTo>
                      <a:pt x="1142" y="1"/>
                      <a:pt x="0" y="1208"/>
                      <a:pt x="0" y="2611"/>
                    </a:cubicBezTo>
                    <a:lnTo>
                      <a:pt x="0" y="5220"/>
                    </a:lnTo>
                    <a:cubicBezTo>
                      <a:pt x="0" y="6688"/>
                      <a:pt x="1175" y="7830"/>
                      <a:pt x="2610" y="7830"/>
                    </a:cubicBezTo>
                    <a:lnTo>
                      <a:pt x="20257" y="7830"/>
                    </a:lnTo>
                    <a:cubicBezTo>
                      <a:pt x="21692" y="7830"/>
                      <a:pt x="22834" y="6655"/>
                      <a:pt x="22867" y="5220"/>
                    </a:cubicBezTo>
                    <a:lnTo>
                      <a:pt x="22867" y="2611"/>
                    </a:lnTo>
                    <a:cubicBezTo>
                      <a:pt x="22867" y="1143"/>
                      <a:pt x="21692" y="1"/>
                      <a:pt x="2025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89" name="Google Shape;589;p39"/>
              <p:cNvSpPr/>
              <p:nvPr/>
            </p:nvSpPr>
            <p:spPr>
              <a:xfrm>
                <a:off x="3647700" y="1645650"/>
                <a:ext cx="2212475" cy="2577000"/>
              </a:xfrm>
              <a:custGeom>
                <a:avLst/>
                <a:gdLst/>
                <a:ahLst/>
                <a:cxnLst/>
                <a:rect l="l" t="t" r="r" b="b"/>
                <a:pathLst>
                  <a:path w="88499" h="103080" extrusionOk="0">
                    <a:moveTo>
                      <a:pt x="44233" y="1"/>
                    </a:moveTo>
                    <a:cubicBezTo>
                      <a:pt x="43418" y="1"/>
                      <a:pt x="42733" y="719"/>
                      <a:pt x="42733" y="1534"/>
                    </a:cubicBezTo>
                    <a:lnTo>
                      <a:pt x="42733" y="8743"/>
                    </a:lnTo>
                    <a:cubicBezTo>
                      <a:pt x="42733" y="9559"/>
                      <a:pt x="43418" y="10244"/>
                      <a:pt x="44233" y="10244"/>
                    </a:cubicBezTo>
                    <a:cubicBezTo>
                      <a:pt x="45049" y="10244"/>
                      <a:pt x="45734" y="9559"/>
                      <a:pt x="45734" y="8743"/>
                    </a:cubicBezTo>
                    <a:lnTo>
                      <a:pt x="45734" y="1534"/>
                    </a:lnTo>
                    <a:cubicBezTo>
                      <a:pt x="45734" y="719"/>
                      <a:pt x="45049" y="1"/>
                      <a:pt x="44233" y="1"/>
                    </a:cubicBezTo>
                    <a:close/>
                    <a:moveTo>
                      <a:pt x="22944" y="5726"/>
                    </a:moveTo>
                    <a:cubicBezTo>
                      <a:pt x="22676" y="5726"/>
                      <a:pt x="22402" y="5795"/>
                      <a:pt x="22150" y="5938"/>
                    </a:cubicBezTo>
                    <a:cubicBezTo>
                      <a:pt x="21432" y="6329"/>
                      <a:pt x="21204" y="7275"/>
                      <a:pt x="21595" y="7993"/>
                    </a:cubicBezTo>
                    <a:lnTo>
                      <a:pt x="25183" y="14256"/>
                    </a:lnTo>
                    <a:cubicBezTo>
                      <a:pt x="25468" y="14738"/>
                      <a:pt x="25975" y="15015"/>
                      <a:pt x="26504" y="15015"/>
                    </a:cubicBezTo>
                    <a:cubicBezTo>
                      <a:pt x="26762" y="15015"/>
                      <a:pt x="27025" y="14949"/>
                      <a:pt x="27271" y="14810"/>
                    </a:cubicBezTo>
                    <a:cubicBezTo>
                      <a:pt x="27988" y="14419"/>
                      <a:pt x="28249" y="13473"/>
                      <a:pt x="27825" y="12723"/>
                    </a:cubicBezTo>
                    <a:lnTo>
                      <a:pt x="24237" y="6492"/>
                    </a:lnTo>
                    <a:cubicBezTo>
                      <a:pt x="23977" y="5994"/>
                      <a:pt x="23473" y="5726"/>
                      <a:pt x="22944" y="5726"/>
                    </a:cubicBezTo>
                    <a:close/>
                    <a:moveTo>
                      <a:pt x="65602" y="5726"/>
                    </a:moveTo>
                    <a:cubicBezTo>
                      <a:pt x="65087" y="5726"/>
                      <a:pt x="64597" y="5994"/>
                      <a:pt x="64294" y="6492"/>
                    </a:cubicBezTo>
                    <a:lnTo>
                      <a:pt x="60706" y="12723"/>
                    </a:lnTo>
                    <a:cubicBezTo>
                      <a:pt x="60282" y="13473"/>
                      <a:pt x="60543" y="14354"/>
                      <a:pt x="61261" y="14810"/>
                    </a:cubicBezTo>
                    <a:cubicBezTo>
                      <a:pt x="61496" y="14949"/>
                      <a:pt x="61752" y="15015"/>
                      <a:pt x="62006" y="15015"/>
                    </a:cubicBezTo>
                    <a:cubicBezTo>
                      <a:pt x="62527" y="15015"/>
                      <a:pt x="63041" y="14738"/>
                      <a:pt x="63348" y="14256"/>
                    </a:cubicBezTo>
                    <a:lnTo>
                      <a:pt x="66937" y="7993"/>
                    </a:lnTo>
                    <a:cubicBezTo>
                      <a:pt x="67361" y="7275"/>
                      <a:pt x="67100" y="6362"/>
                      <a:pt x="66382" y="5938"/>
                    </a:cubicBezTo>
                    <a:cubicBezTo>
                      <a:pt x="66130" y="5795"/>
                      <a:pt x="65863" y="5726"/>
                      <a:pt x="65602" y="5726"/>
                    </a:cubicBezTo>
                    <a:close/>
                    <a:moveTo>
                      <a:pt x="7216" y="21391"/>
                    </a:moveTo>
                    <a:cubicBezTo>
                      <a:pt x="6697" y="21391"/>
                      <a:pt x="6190" y="21667"/>
                      <a:pt x="5905" y="22150"/>
                    </a:cubicBezTo>
                    <a:cubicBezTo>
                      <a:pt x="5481" y="22900"/>
                      <a:pt x="5742" y="23781"/>
                      <a:pt x="6459" y="24237"/>
                    </a:cubicBezTo>
                    <a:lnTo>
                      <a:pt x="12722" y="27826"/>
                    </a:lnTo>
                    <a:cubicBezTo>
                      <a:pt x="12944" y="27952"/>
                      <a:pt x="13194" y="28014"/>
                      <a:pt x="13444" y="28014"/>
                    </a:cubicBezTo>
                    <a:cubicBezTo>
                      <a:pt x="13966" y="28014"/>
                      <a:pt x="14491" y="27746"/>
                      <a:pt x="14777" y="27238"/>
                    </a:cubicBezTo>
                    <a:cubicBezTo>
                      <a:pt x="15202" y="26521"/>
                      <a:pt x="14941" y="25607"/>
                      <a:pt x="14223" y="25183"/>
                    </a:cubicBezTo>
                    <a:lnTo>
                      <a:pt x="7960" y="21595"/>
                    </a:lnTo>
                    <a:cubicBezTo>
                      <a:pt x="7725" y="21456"/>
                      <a:pt x="7469" y="21391"/>
                      <a:pt x="7216" y="21391"/>
                    </a:cubicBezTo>
                    <a:close/>
                    <a:moveTo>
                      <a:pt x="81240" y="21391"/>
                    </a:moveTo>
                    <a:cubicBezTo>
                      <a:pt x="80983" y="21391"/>
                      <a:pt x="80719" y="21456"/>
                      <a:pt x="80474" y="21595"/>
                    </a:cubicBezTo>
                    <a:lnTo>
                      <a:pt x="74243" y="25183"/>
                    </a:lnTo>
                    <a:cubicBezTo>
                      <a:pt x="73493" y="25575"/>
                      <a:pt x="73265" y="26521"/>
                      <a:pt x="73656" y="27238"/>
                    </a:cubicBezTo>
                    <a:cubicBezTo>
                      <a:pt x="73943" y="27746"/>
                      <a:pt x="74468" y="28014"/>
                      <a:pt x="75000" y="28014"/>
                    </a:cubicBezTo>
                    <a:cubicBezTo>
                      <a:pt x="75255" y="28014"/>
                      <a:pt x="75511" y="27952"/>
                      <a:pt x="75744" y="27826"/>
                    </a:cubicBezTo>
                    <a:lnTo>
                      <a:pt x="81974" y="24237"/>
                    </a:lnTo>
                    <a:cubicBezTo>
                      <a:pt x="82757" y="23781"/>
                      <a:pt x="83018" y="22835"/>
                      <a:pt x="82562" y="22150"/>
                    </a:cubicBezTo>
                    <a:cubicBezTo>
                      <a:pt x="82276" y="21667"/>
                      <a:pt x="81770" y="21391"/>
                      <a:pt x="81240" y="21391"/>
                    </a:cubicBezTo>
                    <a:close/>
                    <a:moveTo>
                      <a:pt x="1501" y="42733"/>
                    </a:moveTo>
                    <a:cubicBezTo>
                      <a:pt x="686" y="42733"/>
                      <a:pt x="1" y="43451"/>
                      <a:pt x="1" y="44266"/>
                    </a:cubicBezTo>
                    <a:cubicBezTo>
                      <a:pt x="1" y="45082"/>
                      <a:pt x="686" y="45767"/>
                      <a:pt x="1501" y="45767"/>
                    </a:cubicBezTo>
                    <a:lnTo>
                      <a:pt x="8710" y="45767"/>
                    </a:lnTo>
                    <a:cubicBezTo>
                      <a:pt x="9526" y="45767"/>
                      <a:pt x="10211" y="45082"/>
                      <a:pt x="10211" y="44266"/>
                    </a:cubicBezTo>
                    <a:cubicBezTo>
                      <a:pt x="10211" y="43451"/>
                      <a:pt x="9526" y="42733"/>
                      <a:pt x="8710" y="42733"/>
                    </a:cubicBezTo>
                    <a:close/>
                    <a:moveTo>
                      <a:pt x="79789" y="42733"/>
                    </a:moveTo>
                    <a:cubicBezTo>
                      <a:pt x="78973" y="42733"/>
                      <a:pt x="78288" y="43451"/>
                      <a:pt x="78288" y="44266"/>
                    </a:cubicBezTo>
                    <a:cubicBezTo>
                      <a:pt x="78288" y="45082"/>
                      <a:pt x="78973" y="45767"/>
                      <a:pt x="79789" y="45767"/>
                    </a:cubicBezTo>
                    <a:lnTo>
                      <a:pt x="86998" y="45767"/>
                    </a:lnTo>
                    <a:cubicBezTo>
                      <a:pt x="87813" y="45767"/>
                      <a:pt x="88498" y="45082"/>
                      <a:pt x="88498" y="44266"/>
                    </a:cubicBezTo>
                    <a:cubicBezTo>
                      <a:pt x="88498" y="43451"/>
                      <a:pt x="87813" y="42733"/>
                      <a:pt x="86998" y="42733"/>
                    </a:cubicBezTo>
                    <a:close/>
                    <a:moveTo>
                      <a:pt x="44266" y="26814"/>
                    </a:moveTo>
                    <a:lnTo>
                      <a:pt x="52845" y="35361"/>
                    </a:lnTo>
                    <a:cubicBezTo>
                      <a:pt x="55226" y="37775"/>
                      <a:pt x="56531" y="40906"/>
                      <a:pt x="56531" y="44299"/>
                    </a:cubicBezTo>
                    <a:cubicBezTo>
                      <a:pt x="56531" y="47691"/>
                      <a:pt x="55226" y="50855"/>
                      <a:pt x="52845" y="53237"/>
                    </a:cubicBezTo>
                    <a:lnTo>
                      <a:pt x="45766" y="60282"/>
                    </a:lnTo>
                    <a:lnTo>
                      <a:pt x="45766" y="54052"/>
                    </a:lnTo>
                    <a:lnTo>
                      <a:pt x="49257" y="50562"/>
                    </a:lnTo>
                    <a:cubicBezTo>
                      <a:pt x="49811" y="50007"/>
                      <a:pt x="49811" y="49029"/>
                      <a:pt x="49257" y="48441"/>
                    </a:cubicBezTo>
                    <a:cubicBezTo>
                      <a:pt x="48963" y="48164"/>
                      <a:pt x="48572" y="48025"/>
                      <a:pt x="48184" y="48025"/>
                    </a:cubicBezTo>
                    <a:cubicBezTo>
                      <a:pt x="47797" y="48025"/>
                      <a:pt x="47414" y="48164"/>
                      <a:pt x="47136" y="48441"/>
                    </a:cubicBezTo>
                    <a:lnTo>
                      <a:pt x="45766" y="49811"/>
                    </a:lnTo>
                    <a:lnTo>
                      <a:pt x="45766" y="48017"/>
                    </a:lnTo>
                    <a:lnTo>
                      <a:pt x="49257" y="44527"/>
                    </a:lnTo>
                    <a:cubicBezTo>
                      <a:pt x="49811" y="43972"/>
                      <a:pt x="49811" y="42994"/>
                      <a:pt x="49257" y="42407"/>
                    </a:cubicBezTo>
                    <a:cubicBezTo>
                      <a:pt x="48963" y="42129"/>
                      <a:pt x="48572" y="41991"/>
                      <a:pt x="48184" y="41991"/>
                    </a:cubicBezTo>
                    <a:cubicBezTo>
                      <a:pt x="47797" y="41991"/>
                      <a:pt x="47414" y="42129"/>
                      <a:pt x="47136" y="42407"/>
                    </a:cubicBezTo>
                    <a:lnTo>
                      <a:pt x="45766" y="43777"/>
                    </a:lnTo>
                    <a:lnTo>
                      <a:pt x="45766" y="40286"/>
                    </a:lnTo>
                    <a:cubicBezTo>
                      <a:pt x="45766" y="39471"/>
                      <a:pt x="45081" y="38786"/>
                      <a:pt x="44266" y="38786"/>
                    </a:cubicBezTo>
                    <a:cubicBezTo>
                      <a:pt x="43450" y="38786"/>
                      <a:pt x="42765" y="39471"/>
                      <a:pt x="42765" y="40286"/>
                    </a:cubicBezTo>
                    <a:lnTo>
                      <a:pt x="42765" y="45799"/>
                    </a:lnTo>
                    <a:lnTo>
                      <a:pt x="41428" y="44462"/>
                    </a:lnTo>
                    <a:cubicBezTo>
                      <a:pt x="41134" y="44168"/>
                      <a:pt x="40743" y="44021"/>
                      <a:pt x="40356" y="44021"/>
                    </a:cubicBezTo>
                    <a:cubicBezTo>
                      <a:pt x="39968" y="44021"/>
                      <a:pt x="39585" y="44168"/>
                      <a:pt x="39308" y="44462"/>
                    </a:cubicBezTo>
                    <a:cubicBezTo>
                      <a:pt x="38720" y="45016"/>
                      <a:pt x="38720" y="45995"/>
                      <a:pt x="39308" y="46582"/>
                    </a:cubicBezTo>
                    <a:lnTo>
                      <a:pt x="42765" y="50040"/>
                    </a:lnTo>
                    <a:lnTo>
                      <a:pt x="42765" y="51834"/>
                    </a:lnTo>
                    <a:lnTo>
                      <a:pt x="41428" y="50496"/>
                    </a:lnTo>
                    <a:cubicBezTo>
                      <a:pt x="41134" y="50203"/>
                      <a:pt x="40743" y="50056"/>
                      <a:pt x="40356" y="50056"/>
                    </a:cubicBezTo>
                    <a:cubicBezTo>
                      <a:pt x="39968" y="50056"/>
                      <a:pt x="39585" y="50203"/>
                      <a:pt x="39308" y="50496"/>
                    </a:cubicBezTo>
                    <a:cubicBezTo>
                      <a:pt x="38720" y="51051"/>
                      <a:pt x="38720" y="52030"/>
                      <a:pt x="39308" y="52617"/>
                    </a:cubicBezTo>
                    <a:lnTo>
                      <a:pt x="42765" y="56074"/>
                    </a:lnTo>
                    <a:lnTo>
                      <a:pt x="42765" y="60282"/>
                    </a:lnTo>
                    <a:lnTo>
                      <a:pt x="35719" y="53237"/>
                    </a:lnTo>
                    <a:cubicBezTo>
                      <a:pt x="33306" y="50823"/>
                      <a:pt x="32001" y="47691"/>
                      <a:pt x="32001" y="44299"/>
                    </a:cubicBezTo>
                    <a:cubicBezTo>
                      <a:pt x="32001" y="40906"/>
                      <a:pt x="33306" y="37742"/>
                      <a:pt x="35719" y="35361"/>
                    </a:cubicBezTo>
                    <a:lnTo>
                      <a:pt x="44266" y="26814"/>
                    </a:lnTo>
                    <a:close/>
                    <a:moveTo>
                      <a:pt x="53041" y="80833"/>
                    </a:moveTo>
                    <a:cubicBezTo>
                      <a:pt x="53660" y="80833"/>
                      <a:pt x="54150" y="81322"/>
                      <a:pt x="54150" y="81942"/>
                    </a:cubicBezTo>
                    <a:lnTo>
                      <a:pt x="54150" y="84552"/>
                    </a:lnTo>
                    <a:cubicBezTo>
                      <a:pt x="54150" y="85139"/>
                      <a:pt x="53660" y="85628"/>
                      <a:pt x="53041" y="85628"/>
                    </a:cubicBezTo>
                    <a:lnTo>
                      <a:pt x="50268" y="85628"/>
                    </a:lnTo>
                    <a:cubicBezTo>
                      <a:pt x="49452" y="85628"/>
                      <a:pt x="48767" y="86313"/>
                      <a:pt x="48767" y="87129"/>
                    </a:cubicBezTo>
                    <a:cubicBezTo>
                      <a:pt x="48767" y="87944"/>
                      <a:pt x="49452" y="88662"/>
                      <a:pt x="50268" y="88662"/>
                    </a:cubicBezTo>
                    <a:lnTo>
                      <a:pt x="53041" y="88662"/>
                    </a:lnTo>
                    <a:cubicBezTo>
                      <a:pt x="53660" y="88662"/>
                      <a:pt x="54150" y="89151"/>
                      <a:pt x="54150" y="89738"/>
                    </a:cubicBezTo>
                    <a:lnTo>
                      <a:pt x="54150" y="92348"/>
                    </a:lnTo>
                    <a:cubicBezTo>
                      <a:pt x="54150" y="92968"/>
                      <a:pt x="53660" y="93457"/>
                      <a:pt x="53041" y="93457"/>
                    </a:cubicBezTo>
                    <a:lnTo>
                      <a:pt x="35393" y="93457"/>
                    </a:lnTo>
                    <a:cubicBezTo>
                      <a:pt x="34773" y="93457"/>
                      <a:pt x="34284" y="92968"/>
                      <a:pt x="34284" y="92348"/>
                    </a:cubicBezTo>
                    <a:lnTo>
                      <a:pt x="34284" y="89738"/>
                    </a:lnTo>
                    <a:cubicBezTo>
                      <a:pt x="34284" y="89151"/>
                      <a:pt x="34773" y="88662"/>
                      <a:pt x="35393" y="88662"/>
                    </a:cubicBezTo>
                    <a:lnTo>
                      <a:pt x="44201" y="88662"/>
                    </a:lnTo>
                    <a:cubicBezTo>
                      <a:pt x="45016" y="88662"/>
                      <a:pt x="45701" y="87944"/>
                      <a:pt x="45701" y="87129"/>
                    </a:cubicBezTo>
                    <a:cubicBezTo>
                      <a:pt x="45701" y="86313"/>
                      <a:pt x="45016" y="85628"/>
                      <a:pt x="44201" y="85628"/>
                    </a:cubicBezTo>
                    <a:lnTo>
                      <a:pt x="35393" y="85628"/>
                    </a:lnTo>
                    <a:cubicBezTo>
                      <a:pt x="34773" y="85628"/>
                      <a:pt x="34284" y="85139"/>
                      <a:pt x="34284" y="84552"/>
                    </a:cubicBezTo>
                    <a:lnTo>
                      <a:pt x="34284" y="81942"/>
                    </a:lnTo>
                    <a:cubicBezTo>
                      <a:pt x="34284" y="81322"/>
                      <a:pt x="34773" y="80833"/>
                      <a:pt x="35393" y="80833"/>
                    </a:cubicBezTo>
                    <a:close/>
                    <a:moveTo>
                      <a:pt x="48604" y="96458"/>
                    </a:moveTo>
                    <a:lnTo>
                      <a:pt x="48604" y="99752"/>
                    </a:lnTo>
                    <a:lnTo>
                      <a:pt x="48539" y="99752"/>
                    </a:lnTo>
                    <a:cubicBezTo>
                      <a:pt x="48539" y="99883"/>
                      <a:pt x="48474" y="99948"/>
                      <a:pt x="48343" y="99948"/>
                    </a:cubicBezTo>
                    <a:lnTo>
                      <a:pt x="40188" y="99948"/>
                    </a:lnTo>
                    <a:cubicBezTo>
                      <a:pt x="40058" y="99948"/>
                      <a:pt x="39993" y="99883"/>
                      <a:pt x="39993" y="99752"/>
                    </a:cubicBezTo>
                    <a:lnTo>
                      <a:pt x="39993" y="96458"/>
                    </a:lnTo>
                    <a:close/>
                    <a:moveTo>
                      <a:pt x="44233" y="15822"/>
                    </a:moveTo>
                    <a:cubicBezTo>
                      <a:pt x="40547" y="15822"/>
                      <a:pt x="37024" y="16539"/>
                      <a:pt x="33632" y="17877"/>
                    </a:cubicBezTo>
                    <a:cubicBezTo>
                      <a:pt x="32849" y="18203"/>
                      <a:pt x="32490" y="19051"/>
                      <a:pt x="32751" y="19834"/>
                    </a:cubicBezTo>
                    <a:cubicBezTo>
                      <a:pt x="32976" y="20433"/>
                      <a:pt x="33563" y="20784"/>
                      <a:pt x="34178" y="20784"/>
                    </a:cubicBezTo>
                    <a:cubicBezTo>
                      <a:pt x="34366" y="20784"/>
                      <a:pt x="34557" y="20751"/>
                      <a:pt x="34741" y="20682"/>
                    </a:cubicBezTo>
                    <a:cubicBezTo>
                      <a:pt x="37742" y="19508"/>
                      <a:pt x="40939" y="18888"/>
                      <a:pt x="44201" y="18888"/>
                    </a:cubicBezTo>
                    <a:cubicBezTo>
                      <a:pt x="58194" y="18888"/>
                      <a:pt x="69677" y="30305"/>
                      <a:pt x="69677" y="44331"/>
                    </a:cubicBezTo>
                    <a:cubicBezTo>
                      <a:pt x="69677" y="52519"/>
                      <a:pt x="65664" y="60282"/>
                      <a:pt x="58945" y="65078"/>
                    </a:cubicBezTo>
                    <a:cubicBezTo>
                      <a:pt x="54672" y="68111"/>
                      <a:pt x="51964" y="72841"/>
                      <a:pt x="51573" y="77930"/>
                    </a:cubicBezTo>
                    <a:lnTo>
                      <a:pt x="45701" y="77930"/>
                    </a:lnTo>
                    <a:lnTo>
                      <a:pt x="45701" y="64490"/>
                    </a:lnTo>
                    <a:cubicBezTo>
                      <a:pt x="45864" y="64360"/>
                      <a:pt x="46060" y="64229"/>
                      <a:pt x="46223" y="64066"/>
                    </a:cubicBezTo>
                    <a:lnTo>
                      <a:pt x="54867" y="55422"/>
                    </a:lnTo>
                    <a:cubicBezTo>
                      <a:pt x="57836" y="52454"/>
                      <a:pt x="59467" y="48539"/>
                      <a:pt x="59467" y="44331"/>
                    </a:cubicBezTo>
                    <a:cubicBezTo>
                      <a:pt x="59467" y="40123"/>
                      <a:pt x="57836" y="36209"/>
                      <a:pt x="54867" y="33241"/>
                    </a:cubicBezTo>
                    <a:lnTo>
                      <a:pt x="46223" y="24596"/>
                    </a:lnTo>
                    <a:cubicBezTo>
                      <a:pt x="45668" y="24042"/>
                      <a:pt x="44935" y="23764"/>
                      <a:pt x="44201" y="23764"/>
                    </a:cubicBezTo>
                    <a:cubicBezTo>
                      <a:pt x="43467" y="23764"/>
                      <a:pt x="42733" y="24042"/>
                      <a:pt x="42178" y="24596"/>
                    </a:cubicBezTo>
                    <a:lnTo>
                      <a:pt x="33534" y="33241"/>
                    </a:lnTo>
                    <a:cubicBezTo>
                      <a:pt x="30565" y="36209"/>
                      <a:pt x="28934" y="40123"/>
                      <a:pt x="28934" y="44331"/>
                    </a:cubicBezTo>
                    <a:cubicBezTo>
                      <a:pt x="28934" y="48539"/>
                      <a:pt x="30565" y="52454"/>
                      <a:pt x="33534" y="55422"/>
                    </a:cubicBezTo>
                    <a:lnTo>
                      <a:pt x="42178" y="64066"/>
                    </a:lnTo>
                    <a:cubicBezTo>
                      <a:pt x="42341" y="64229"/>
                      <a:pt x="42504" y="64360"/>
                      <a:pt x="42733" y="64490"/>
                    </a:cubicBezTo>
                    <a:lnTo>
                      <a:pt x="42733" y="77930"/>
                    </a:lnTo>
                    <a:lnTo>
                      <a:pt x="36861" y="77930"/>
                    </a:lnTo>
                    <a:cubicBezTo>
                      <a:pt x="36437" y="72841"/>
                      <a:pt x="33795" y="68144"/>
                      <a:pt x="29587" y="65175"/>
                    </a:cubicBezTo>
                    <a:cubicBezTo>
                      <a:pt x="22835" y="60315"/>
                      <a:pt x="18757" y="52519"/>
                      <a:pt x="18790" y="44266"/>
                    </a:cubicBezTo>
                    <a:cubicBezTo>
                      <a:pt x="18790" y="35850"/>
                      <a:pt x="22998" y="27989"/>
                      <a:pt x="29913" y="23259"/>
                    </a:cubicBezTo>
                    <a:cubicBezTo>
                      <a:pt x="30598" y="22802"/>
                      <a:pt x="30761" y="21856"/>
                      <a:pt x="30337" y="21171"/>
                    </a:cubicBezTo>
                    <a:cubicBezTo>
                      <a:pt x="30054" y="20746"/>
                      <a:pt x="29582" y="20522"/>
                      <a:pt x="29102" y="20522"/>
                    </a:cubicBezTo>
                    <a:cubicBezTo>
                      <a:pt x="28807" y="20522"/>
                      <a:pt x="28510" y="20606"/>
                      <a:pt x="28249" y="20780"/>
                    </a:cubicBezTo>
                    <a:cubicBezTo>
                      <a:pt x="20453" y="26064"/>
                      <a:pt x="15821" y="34839"/>
                      <a:pt x="15756" y="44266"/>
                    </a:cubicBezTo>
                    <a:cubicBezTo>
                      <a:pt x="15756" y="53530"/>
                      <a:pt x="20290" y="62272"/>
                      <a:pt x="27858" y="67622"/>
                    </a:cubicBezTo>
                    <a:cubicBezTo>
                      <a:pt x="31348" y="70068"/>
                      <a:pt x="33534" y="73918"/>
                      <a:pt x="33860" y="78223"/>
                    </a:cubicBezTo>
                    <a:cubicBezTo>
                      <a:pt x="32360" y="78843"/>
                      <a:pt x="31348" y="80311"/>
                      <a:pt x="31348" y="82007"/>
                    </a:cubicBezTo>
                    <a:lnTo>
                      <a:pt x="31348" y="84617"/>
                    </a:lnTo>
                    <a:cubicBezTo>
                      <a:pt x="31348" y="85595"/>
                      <a:pt x="31707" y="86509"/>
                      <a:pt x="32294" y="87226"/>
                    </a:cubicBezTo>
                    <a:cubicBezTo>
                      <a:pt x="31707" y="87911"/>
                      <a:pt x="31348" y="88825"/>
                      <a:pt x="31348" y="89836"/>
                    </a:cubicBezTo>
                    <a:lnTo>
                      <a:pt x="31348" y="92446"/>
                    </a:lnTo>
                    <a:cubicBezTo>
                      <a:pt x="31348" y="94696"/>
                      <a:pt x="33175" y="96556"/>
                      <a:pt x="35458" y="96556"/>
                    </a:cubicBezTo>
                    <a:lnTo>
                      <a:pt x="36959" y="96556"/>
                    </a:lnTo>
                    <a:lnTo>
                      <a:pt x="36959" y="99850"/>
                    </a:lnTo>
                    <a:cubicBezTo>
                      <a:pt x="36959" y="101644"/>
                      <a:pt x="38427" y="103080"/>
                      <a:pt x="40188" y="103080"/>
                    </a:cubicBezTo>
                    <a:lnTo>
                      <a:pt x="48343" y="103080"/>
                    </a:lnTo>
                    <a:cubicBezTo>
                      <a:pt x="50137" y="103080"/>
                      <a:pt x="51573" y="101612"/>
                      <a:pt x="51573" y="99850"/>
                    </a:cubicBezTo>
                    <a:lnTo>
                      <a:pt x="51573" y="96556"/>
                    </a:lnTo>
                    <a:lnTo>
                      <a:pt x="53073" y="96556"/>
                    </a:lnTo>
                    <a:cubicBezTo>
                      <a:pt x="55324" y="96556"/>
                      <a:pt x="57183" y="94729"/>
                      <a:pt x="57183" y="92446"/>
                    </a:cubicBezTo>
                    <a:lnTo>
                      <a:pt x="57183" y="89836"/>
                    </a:lnTo>
                    <a:cubicBezTo>
                      <a:pt x="57183" y="88857"/>
                      <a:pt x="56824" y="87944"/>
                      <a:pt x="56237" y="87226"/>
                    </a:cubicBezTo>
                    <a:cubicBezTo>
                      <a:pt x="56824" y="86541"/>
                      <a:pt x="57183" y="85628"/>
                      <a:pt x="57183" y="84617"/>
                    </a:cubicBezTo>
                    <a:lnTo>
                      <a:pt x="57183" y="82007"/>
                    </a:lnTo>
                    <a:cubicBezTo>
                      <a:pt x="57183" y="80311"/>
                      <a:pt x="56139" y="78843"/>
                      <a:pt x="54672" y="78223"/>
                    </a:cubicBezTo>
                    <a:cubicBezTo>
                      <a:pt x="54998" y="74015"/>
                      <a:pt x="57249" y="70068"/>
                      <a:pt x="60837" y="67524"/>
                    </a:cubicBezTo>
                    <a:cubicBezTo>
                      <a:pt x="68339" y="62174"/>
                      <a:pt x="72808" y="53497"/>
                      <a:pt x="72808" y="44331"/>
                    </a:cubicBezTo>
                    <a:cubicBezTo>
                      <a:pt x="72743" y="28609"/>
                      <a:pt x="59956" y="15822"/>
                      <a:pt x="44233" y="1582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590" name="Google Shape;590;p39"/>
          <p:cNvGrpSpPr/>
          <p:nvPr/>
        </p:nvGrpSpPr>
        <p:grpSpPr>
          <a:xfrm>
            <a:off x="6518089" y="2703741"/>
            <a:ext cx="1271949" cy="1550287"/>
            <a:chOff x="2881396" y="2507988"/>
            <a:chExt cx="1787700" cy="2178900"/>
          </a:xfrm>
        </p:grpSpPr>
        <p:sp>
          <p:nvSpPr>
            <p:cNvPr id="591" name="Google Shape;591;p39"/>
            <p:cNvSpPr/>
            <p:nvPr/>
          </p:nvSpPr>
          <p:spPr>
            <a:xfrm>
              <a:off x="2881396" y="2507988"/>
              <a:ext cx="1787700" cy="21789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592" name="Google Shape;592;p39"/>
            <p:cNvGrpSpPr/>
            <p:nvPr/>
          </p:nvGrpSpPr>
          <p:grpSpPr>
            <a:xfrm>
              <a:off x="3101455" y="2713349"/>
              <a:ext cx="1411181" cy="1755739"/>
              <a:chOff x="1716600" y="238125"/>
              <a:chExt cx="4194950" cy="5219200"/>
            </a:xfrm>
          </p:grpSpPr>
          <p:sp>
            <p:nvSpPr>
              <p:cNvPr id="593" name="Google Shape;593;p39"/>
              <p:cNvSpPr/>
              <p:nvPr/>
            </p:nvSpPr>
            <p:spPr>
              <a:xfrm>
                <a:off x="1793275" y="980225"/>
                <a:ext cx="2961075" cy="4400425"/>
              </a:xfrm>
              <a:custGeom>
                <a:avLst/>
                <a:gdLst/>
                <a:ahLst/>
                <a:cxnLst/>
                <a:rect l="l" t="t" r="r" b="b"/>
                <a:pathLst>
                  <a:path w="118443" h="176017" extrusionOk="0">
                    <a:moveTo>
                      <a:pt x="13570" y="0"/>
                    </a:moveTo>
                    <a:cubicBezTo>
                      <a:pt x="6067" y="0"/>
                      <a:pt x="0" y="6067"/>
                      <a:pt x="0" y="13570"/>
                    </a:cubicBezTo>
                    <a:lnTo>
                      <a:pt x="0" y="162447"/>
                    </a:lnTo>
                    <a:cubicBezTo>
                      <a:pt x="0" y="169950"/>
                      <a:pt x="6067" y="176017"/>
                      <a:pt x="13570" y="176017"/>
                    </a:cubicBezTo>
                    <a:lnTo>
                      <a:pt x="104873" y="176017"/>
                    </a:lnTo>
                    <a:cubicBezTo>
                      <a:pt x="112376" y="176017"/>
                      <a:pt x="118443" y="169950"/>
                      <a:pt x="118443" y="162447"/>
                    </a:cubicBezTo>
                    <a:lnTo>
                      <a:pt x="118443" y="13570"/>
                    </a:lnTo>
                    <a:cubicBezTo>
                      <a:pt x="118443" y="6067"/>
                      <a:pt x="112376" y="0"/>
                      <a:pt x="10487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4" name="Google Shape;594;p39"/>
              <p:cNvSpPr/>
              <p:nvPr/>
            </p:nvSpPr>
            <p:spPr>
              <a:xfrm>
                <a:off x="2133325" y="4365350"/>
                <a:ext cx="2280975" cy="676875"/>
              </a:xfrm>
              <a:custGeom>
                <a:avLst/>
                <a:gdLst/>
                <a:ahLst/>
                <a:cxnLst/>
                <a:rect l="l" t="t" r="r" b="b"/>
                <a:pathLst>
                  <a:path w="91239" h="27075" extrusionOk="0">
                    <a:moveTo>
                      <a:pt x="4567" y="0"/>
                    </a:moveTo>
                    <a:cubicBezTo>
                      <a:pt x="2056" y="0"/>
                      <a:pt x="1" y="2023"/>
                      <a:pt x="1" y="4502"/>
                    </a:cubicBezTo>
                    <a:lnTo>
                      <a:pt x="1" y="22573"/>
                    </a:lnTo>
                    <a:cubicBezTo>
                      <a:pt x="1" y="25052"/>
                      <a:pt x="2056" y="27075"/>
                      <a:pt x="4567" y="27075"/>
                    </a:cubicBezTo>
                    <a:lnTo>
                      <a:pt x="86704" y="27075"/>
                    </a:lnTo>
                    <a:cubicBezTo>
                      <a:pt x="89216" y="27075"/>
                      <a:pt x="91238" y="25052"/>
                      <a:pt x="91238" y="22573"/>
                    </a:cubicBezTo>
                    <a:lnTo>
                      <a:pt x="91238" y="4502"/>
                    </a:lnTo>
                    <a:cubicBezTo>
                      <a:pt x="91238" y="2023"/>
                      <a:pt x="89216" y="0"/>
                      <a:pt x="867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5" name="Google Shape;595;p39"/>
              <p:cNvSpPr/>
              <p:nvPr/>
            </p:nvSpPr>
            <p:spPr>
              <a:xfrm>
                <a:off x="2133325" y="3350050"/>
                <a:ext cx="2280975" cy="676875"/>
              </a:xfrm>
              <a:custGeom>
                <a:avLst/>
                <a:gdLst/>
                <a:ahLst/>
                <a:cxnLst/>
                <a:rect l="l" t="t" r="r" b="b"/>
                <a:pathLst>
                  <a:path w="91239" h="27075" extrusionOk="0">
                    <a:moveTo>
                      <a:pt x="4567" y="0"/>
                    </a:moveTo>
                    <a:cubicBezTo>
                      <a:pt x="2056" y="0"/>
                      <a:pt x="1" y="2023"/>
                      <a:pt x="1" y="4502"/>
                    </a:cubicBezTo>
                    <a:lnTo>
                      <a:pt x="1" y="22573"/>
                    </a:lnTo>
                    <a:cubicBezTo>
                      <a:pt x="1" y="25052"/>
                      <a:pt x="2056" y="27075"/>
                      <a:pt x="4567" y="27075"/>
                    </a:cubicBezTo>
                    <a:lnTo>
                      <a:pt x="86704" y="27075"/>
                    </a:lnTo>
                    <a:cubicBezTo>
                      <a:pt x="89216" y="27075"/>
                      <a:pt x="91238" y="25052"/>
                      <a:pt x="91238" y="22573"/>
                    </a:cubicBezTo>
                    <a:lnTo>
                      <a:pt x="91238" y="4502"/>
                    </a:lnTo>
                    <a:cubicBezTo>
                      <a:pt x="91238" y="2023"/>
                      <a:pt x="89216" y="0"/>
                      <a:pt x="867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6" name="Google Shape;596;p39"/>
              <p:cNvSpPr/>
              <p:nvPr/>
            </p:nvSpPr>
            <p:spPr>
              <a:xfrm>
                <a:off x="2133325" y="2333950"/>
                <a:ext cx="2280975" cy="677700"/>
              </a:xfrm>
              <a:custGeom>
                <a:avLst/>
                <a:gdLst/>
                <a:ahLst/>
                <a:cxnLst/>
                <a:rect l="l" t="t" r="r" b="b"/>
                <a:pathLst>
                  <a:path w="91239" h="27108" extrusionOk="0">
                    <a:moveTo>
                      <a:pt x="4567" y="0"/>
                    </a:moveTo>
                    <a:cubicBezTo>
                      <a:pt x="2056" y="0"/>
                      <a:pt x="1" y="2022"/>
                      <a:pt x="1" y="4534"/>
                    </a:cubicBezTo>
                    <a:lnTo>
                      <a:pt x="1" y="22573"/>
                    </a:lnTo>
                    <a:cubicBezTo>
                      <a:pt x="1" y="25085"/>
                      <a:pt x="2056" y="27107"/>
                      <a:pt x="4567" y="27107"/>
                    </a:cubicBezTo>
                    <a:lnTo>
                      <a:pt x="86704" y="27107"/>
                    </a:lnTo>
                    <a:cubicBezTo>
                      <a:pt x="89216" y="27107"/>
                      <a:pt x="91238" y="25085"/>
                      <a:pt x="91238" y="22573"/>
                    </a:cubicBezTo>
                    <a:lnTo>
                      <a:pt x="91238" y="4534"/>
                    </a:lnTo>
                    <a:cubicBezTo>
                      <a:pt x="91238" y="2022"/>
                      <a:pt x="89216" y="0"/>
                      <a:pt x="867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7" name="Google Shape;597;p39"/>
              <p:cNvSpPr/>
              <p:nvPr/>
            </p:nvSpPr>
            <p:spPr>
              <a:xfrm>
                <a:off x="2133325" y="1318650"/>
                <a:ext cx="2280975" cy="676875"/>
              </a:xfrm>
              <a:custGeom>
                <a:avLst/>
                <a:gdLst/>
                <a:ahLst/>
                <a:cxnLst/>
                <a:rect l="l" t="t" r="r" b="b"/>
                <a:pathLst>
                  <a:path w="91239" h="27075" extrusionOk="0">
                    <a:moveTo>
                      <a:pt x="4567" y="0"/>
                    </a:moveTo>
                    <a:cubicBezTo>
                      <a:pt x="2056" y="0"/>
                      <a:pt x="1" y="2023"/>
                      <a:pt x="1" y="4534"/>
                    </a:cubicBezTo>
                    <a:lnTo>
                      <a:pt x="1" y="22573"/>
                    </a:lnTo>
                    <a:cubicBezTo>
                      <a:pt x="1" y="25052"/>
                      <a:pt x="2056" y="27075"/>
                      <a:pt x="4567" y="27075"/>
                    </a:cubicBezTo>
                    <a:lnTo>
                      <a:pt x="86704" y="27075"/>
                    </a:lnTo>
                    <a:cubicBezTo>
                      <a:pt x="89216" y="27075"/>
                      <a:pt x="91238" y="25052"/>
                      <a:pt x="91238" y="22573"/>
                    </a:cubicBezTo>
                    <a:lnTo>
                      <a:pt x="91238" y="4534"/>
                    </a:lnTo>
                    <a:cubicBezTo>
                      <a:pt x="91238" y="2023"/>
                      <a:pt x="89216" y="0"/>
                      <a:pt x="86704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8" name="Google Shape;598;p39"/>
              <p:cNvSpPr/>
              <p:nvPr/>
            </p:nvSpPr>
            <p:spPr>
              <a:xfrm>
                <a:off x="2617725" y="314775"/>
                <a:ext cx="1312175" cy="665475"/>
              </a:xfrm>
              <a:custGeom>
                <a:avLst/>
                <a:gdLst/>
                <a:ahLst/>
                <a:cxnLst/>
                <a:rect l="l" t="t" r="r" b="b"/>
                <a:pathLst>
                  <a:path w="52487" h="26619" extrusionOk="0">
                    <a:moveTo>
                      <a:pt x="9036" y="0"/>
                    </a:moveTo>
                    <a:cubicBezTo>
                      <a:pt x="4046" y="0"/>
                      <a:pt x="1" y="4045"/>
                      <a:pt x="1" y="9036"/>
                    </a:cubicBezTo>
                    <a:lnTo>
                      <a:pt x="1" y="26618"/>
                    </a:lnTo>
                    <a:lnTo>
                      <a:pt x="52486" y="26618"/>
                    </a:lnTo>
                    <a:lnTo>
                      <a:pt x="52486" y="9036"/>
                    </a:lnTo>
                    <a:cubicBezTo>
                      <a:pt x="52486" y="4045"/>
                      <a:pt x="48441" y="0"/>
                      <a:pt x="43450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599" name="Google Shape;599;p39"/>
              <p:cNvSpPr/>
              <p:nvPr/>
            </p:nvSpPr>
            <p:spPr>
              <a:xfrm>
                <a:off x="3542500" y="3222225"/>
                <a:ext cx="2369050" cy="2158225"/>
              </a:xfrm>
              <a:custGeom>
                <a:avLst/>
                <a:gdLst/>
                <a:ahLst/>
                <a:cxnLst/>
                <a:rect l="l" t="t" r="r" b="b"/>
                <a:pathLst>
                  <a:path w="94762" h="86329" extrusionOk="0">
                    <a:moveTo>
                      <a:pt x="47369" y="0"/>
                    </a:moveTo>
                    <a:cubicBezTo>
                      <a:pt x="36323" y="0"/>
                      <a:pt x="25281" y="4216"/>
                      <a:pt x="16865" y="12649"/>
                    </a:cubicBezTo>
                    <a:cubicBezTo>
                      <a:pt x="1" y="29513"/>
                      <a:pt x="1" y="56849"/>
                      <a:pt x="16865" y="73680"/>
                    </a:cubicBezTo>
                    <a:cubicBezTo>
                      <a:pt x="25281" y="82113"/>
                      <a:pt x="36323" y="86329"/>
                      <a:pt x="47369" y="86329"/>
                    </a:cubicBezTo>
                    <a:cubicBezTo>
                      <a:pt x="58415" y="86329"/>
                      <a:pt x="69465" y="82113"/>
                      <a:pt x="77897" y="73680"/>
                    </a:cubicBezTo>
                    <a:cubicBezTo>
                      <a:pt x="94761" y="56849"/>
                      <a:pt x="94761" y="29513"/>
                      <a:pt x="77897" y="12649"/>
                    </a:cubicBezTo>
                    <a:cubicBezTo>
                      <a:pt x="69465" y="4216"/>
                      <a:pt x="58415" y="0"/>
                      <a:pt x="4736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0" name="Google Shape;600;p39"/>
              <p:cNvSpPr/>
              <p:nvPr/>
            </p:nvSpPr>
            <p:spPr>
              <a:xfrm>
                <a:off x="4225075" y="3567775"/>
                <a:ext cx="1007175" cy="1467125"/>
              </a:xfrm>
              <a:custGeom>
                <a:avLst/>
                <a:gdLst/>
                <a:ahLst/>
                <a:cxnLst/>
                <a:rect l="l" t="t" r="r" b="b"/>
                <a:pathLst>
                  <a:path w="40287" h="58685" extrusionOk="0">
                    <a:moveTo>
                      <a:pt x="28054" y="1"/>
                    </a:moveTo>
                    <a:cubicBezTo>
                      <a:pt x="27173" y="34"/>
                      <a:pt x="26390" y="523"/>
                      <a:pt x="25640" y="1240"/>
                    </a:cubicBezTo>
                    <a:cubicBezTo>
                      <a:pt x="17680" y="8808"/>
                      <a:pt x="9689" y="16343"/>
                      <a:pt x="1729" y="23879"/>
                    </a:cubicBezTo>
                    <a:cubicBezTo>
                      <a:pt x="1" y="25542"/>
                      <a:pt x="229" y="28054"/>
                      <a:pt x="2284" y="29294"/>
                    </a:cubicBezTo>
                    <a:cubicBezTo>
                      <a:pt x="6655" y="31936"/>
                      <a:pt x="11157" y="34447"/>
                      <a:pt x="15593" y="36992"/>
                    </a:cubicBezTo>
                    <a:cubicBezTo>
                      <a:pt x="15886" y="37155"/>
                      <a:pt x="15984" y="37285"/>
                      <a:pt x="15854" y="37644"/>
                    </a:cubicBezTo>
                    <a:cubicBezTo>
                      <a:pt x="14418" y="41069"/>
                      <a:pt x="12983" y="44494"/>
                      <a:pt x="11548" y="47919"/>
                    </a:cubicBezTo>
                    <a:cubicBezTo>
                      <a:pt x="10667" y="50072"/>
                      <a:pt x="9754" y="52193"/>
                      <a:pt x="8906" y="54346"/>
                    </a:cubicBezTo>
                    <a:cubicBezTo>
                      <a:pt x="8319" y="55911"/>
                      <a:pt x="9036" y="57608"/>
                      <a:pt x="10537" y="58325"/>
                    </a:cubicBezTo>
                    <a:cubicBezTo>
                      <a:pt x="11016" y="58565"/>
                      <a:pt x="11488" y="58685"/>
                      <a:pt x="11955" y="58685"/>
                    </a:cubicBezTo>
                    <a:cubicBezTo>
                      <a:pt x="12824" y="58685"/>
                      <a:pt x="13680" y="58271"/>
                      <a:pt x="14549" y="57444"/>
                    </a:cubicBezTo>
                    <a:cubicBezTo>
                      <a:pt x="22541" y="49909"/>
                      <a:pt x="30500" y="42341"/>
                      <a:pt x="38492" y="34806"/>
                    </a:cubicBezTo>
                    <a:cubicBezTo>
                      <a:pt x="40286" y="33077"/>
                      <a:pt x="39927" y="30533"/>
                      <a:pt x="37774" y="29294"/>
                    </a:cubicBezTo>
                    <a:cubicBezTo>
                      <a:pt x="33371" y="26782"/>
                      <a:pt x="29000" y="24205"/>
                      <a:pt x="24596" y="21693"/>
                    </a:cubicBezTo>
                    <a:cubicBezTo>
                      <a:pt x="24335" y="21530"/>
                      <a:pt x="24237" y="21367"/>
                      <a:pt x="24368" y="21041"/>
                    </a:cubicBezTo>
                    <a:cubicBezTo>
                      <a:pt x="26716" y="15495"/>
                      <a:pt x="29130" y="9950"/>
                      <a:pt x="31283" y="4339"/>
                    </a:cubicBezTo>
                    <a:cubicBezTo>
                      <a:pt x="32098" y="2219"/>
                      <a:pt x="30467" y="1"/>
                      <a:pt x="28054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1" name="Google Shape;601;p39"/>
              <p:cNvSpPr/>
              <p:nvPr/>
            </p:nvSpPr>
            <p:spPr>
              <a:xfrm>
                <a:off x="1716600" y="238125"/>
                <a:ext cx="4167225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166689" h="208768" extrusionOk="0">
                    <a:moveTo>
                      <a:pt x="79495" y="6100"/>
                    </a:moveTo>
                    <a:cubicBezTo>
                      <a:pt x="82790" y="6100"/>
                      <a:pt x="85497" y="8807"/>
                      <a:pt x="85497" y="12102"/>
                    </a:cubicBezTo>
                    <a:lnTo>
                      <a:pt x="85497" y="26618"/>
                    </a:lnTo>
                    <a:lnTo>
                      <a:pt x="39112" y="26618"/>
                    </a:lnTo>
                    <a:lnTo>
                      <a:pt x="39112" y="12102"/>
                    </a:lnTo>
                    <a:cubicBezTo>
                      <a:pt x="39112" y="8807"/>
                      <a:pt x="41787" y="6100"/>
                      <a:pt x="45081" y="6100"/>
                    </a:cubicBezTo>
                    <a:close/>
                    <a:moveTo>
                      <a:pt x="103373" y="46288"/>
                    </a:moveTo>
                    <a:cubicBezTo>
                      <a:pt x="104189" y="46288"/>
                      <a:pt x="104841" y="46940"/>
                      <a:pt x="104841" y="47755"/>
                    </a:cubicBezTo>
                    <a:lnTo>
                      <a:pt x="104841" y="65794"/>
                    </a:lnTo>
                    <a:cubicBezTo>
                      <a:pt x="104841" y="66610"/>
                      <a:pt x="104189" y="67262"/>
                      <a:pt x="103373" y="67262"/>
                    </a:cubicBezTo>
                    <a:lnTo>
                      <a:pt x="21236" y="67262"/>
                    </a:lnTo>
                    <a:cubicBezTo>
                      <a:pt x="20421" y="67262"/>
                      <a:pt x="19736" y="66610"/>
                      <a:pt x="19736" y="65794"/>
                    </a:cubicBezTo>
                    <a:lnTo>
                      <a:pt x="19736" y="47755"/>
                    </a:lnTo>
                    <a:cubicBezTo>
                      <a:pt x="19736" y="46940"/>
                      <a:pt x="20421" y="46288"/>
                      <a:pt x="21236" y="46288"/>
                    </a:cubicBezTo>
                    <a:close/>
                    <a:moveTo>
                      <a:pt x="21236" y="40155"/>
                    </a:moveTo>
                    <a:cubicBezTo>
                      <a:pt x="17028" y="40155"/>
                      <a:pt x="13636" y="43580"/>
                      <a:pt x="13636" y="47755"/>
                    </a:cubicBezTo>
                    <a:lnTo>
                      <a:pt x="13636" y="65794"/>
                    </a:lnTo>
                    <a:cubicBezTo>
                      <a:pt x="13636" y="69970"/>
                      <a:pt x="17028" y="73362"/>
                      <a:pt x="21236" y="73362"/>
                    </a:cubicBezTo>
                    <a:lnTo>
                      <a:pt x="103373" y="73362"/>
                    </a:lnTo>
                    <a:cubicBezTo>
                      <a:pt x="107549" y="73362"/>
                      <a:pt x="110974" y="69970"/>
                      <a:pt x="110974" y="65794"/>
                    </a:cubicBezTo>
                    <a:lnTo>
                      <a:pt x="110974" y="47755"/>
                    </a:lnTo>
                    <a:cubicBezTo>
                      <a:pt x="110974" y="43580"/>
                      <a:pt x="107549" y="40155"/>
                      <a:pt x="103373" y="40155"/>
                    </a:cubicBezTo>
                    <a:close/>
                    <a:moveTo>
                      <a:pt x="103373" y="86899"/>
                    </a:moveTo>
                    <a:cubicBezTo>
                      <a:pt x="104189" y="86899"/>
                      <a:pt x="104841" y="87552"/>
                      <a:pt x="104841" y="88367"/>
                    </a:cubicBezTo>
                    <a:lnTo>
                      <a:pt x="104841" y="106406"/>
                    </a:lnTo>
                    <a:cubicBezTo>
                      <a:pt x="104841" y="107221"/>
                      <a:pt x="104189" y="107874"/>
                      <a:pt x="103373" y="107874"/>
                    </a:cubicBezTo>
                    <a:lnTo>
                      <a:pt x="21236" y="107874"/>
                    </a:lnTo>
                    <a:cubicBezTo>
                      <a:pt x="20421" y="107874"/>
                      <a:pt x="19736" y="107221"/>
                      <a:pt x="19736" y="106406"/>
                    </a:cubicBezTo>
                    <a:lnTo>
                      <a:pt x="19736" y="88367"/>
                    </a:lnTo>
                    <a:cubicBezTo>
                      <a:pt x="19736" y="87552"/>
                      <a:pt x="20421" y="86899"/>
                      <a:pt x="21236" y="86899"/>
                    </a:cubicBezTo>
                    <a:close/>
                    <a:moveTo>
                      <a:pt x="21236" y="80799"/>
                    </a:moveTo>
                    <a:cubicBezTo>
                      <a:pt x="17028" y="80799"/>
                      <a:pt x="13636" y="84192"/>
                      <a:pt x="13636" y="88367"/>
                    </a:cubicBezTo>
                    <a:lnTo>
                      <a:pt x="13636" y="106406"/>
                    </a:lnTo>
                    <a:cubicBezTo>
                      <a:pt x="13636" y="110581"/>
                      <a:pt x="17028" y="113974"/>
                      <a:pt x="21236" y="113974"/>
                    </a:cubicBezTo>
                    <a:lnTo>
                      <a:pt x="103373" y="113974"/>
                    </a:lnTo>
                    <a:cubicBezTo>
                      <a:pt x="107549" y="113974"/>
                      <a:pt x="110974" y="110581"/>
                      <a:pt x="110974" y="106406"/>
                    </a:cubicBezTo>
                    <a:lnTo>
                      <a:pt x="110974" y="88367"/>
                    </a:lnTo>
                    <a:cubicBezTo>
                      <a:pt x="110974" y="84192"/>
                      <a:pt x="107549" y="80799"/>
                      <a:pt x="103373" y="80799"/>
                    </a:cubicBezTo>
                    <a:close/>
                    <a:moveTo>
                      <a:pt x="90260" y="127544"/>
                    </a:moveTo>
                    <a:cubicBezTo>
                      <a:pt x="83899" y="133056"/>
                      <a:pt x="79006" y="140265"/>
                      <a:pt x="76397" y="148486"/>
                    </a:cubicBezTo>
                    <a:lnTo>
                      <a:pt x="21236" y="148486"/>
                    </a:lnTo>
                    <a:cubicBezTo>
                      <a:pt x="20421" y="148486"/>
                      <a:pt x="19736" y="147833"/>
                      <a:pt x="19736" y="147050"/>
                    </a:cubicBezTo>
                    <a:lnTo>
                      <a:pt x="19736" y="128979"/>
                    </a:lnTo>
                    <a:cubicBezTo>
                      <a:pt x="19736" y="128196"/>
                      <a:pt x="20421" y="127544"/>
                      <a:pt x="21236" y="127544"/>
                    </a:cubicBezTo>
                    <a:close/>
                    <a:moveTo>
                      <a:pt x="128556" y="136286"/>
                    </a:moveTo>
                    <a:cubicBezTo>
                      <a:pt x="128719" y="136318"/>
                      <a:pt x="128784" y="136384"/>
                      <a:pt x="128784" y="136416"/>
                    </a:cubicBezTo>
                    <a:cubicBezTo>
                      <a:pt x="126599" y="141994"/>
                      <a:pt x="124217" y="147572"/>
                      <a:pt x="121901" y="153052"/>
                    </a:cubicBezTo>
                    <a:cubicBezTo>
                      <a:pt x="121151" y="154781"/>
                      <a:pt x="121771" y="156575"/>
                      <a:pt x="123402" y="157521"/>
                    </a:cubicBezTo>
                    <a:cubicBezTo>
                      <a:pt x="125196" y="158565"/>
                      <a:pt x="126990" y="159576"/>
                      <a:pt x="128784" y="160620"/>
                    </a:cubicBezTo>
                    <a:cubicBezTo>
                      <a:pt x="131394" y="162121"/>
                      <a:pt x="134003" y="163654"/>
                      <a:pt x="136580" y="165154"/>
                    </a:cubicBezTo>
                    <a:cubicBezTo>
                      <a:pt x="137037" y="165383"/>
                      <a:pt x="137069" y="165448"/>
                      <a:pt x="136711" y="165774"/>
                    </a:cubicBezTo>
                    <a:cubicBezTo>
                      <a:pt x="130392" y="171769"/>
                      <a:pt x="112902" y="188773"/>
                      <a:pt x="112224" y="188773"/>
                    </a:cubicBezTo>
                    <a:cubicBezTo>
                      <a:pt x="112220" y="188773"/>
                      <a:pt x="112216" y="188773"/>
                      <a:pt x="112213" y="188771"/>
                    </a:cubicBezTo>
                    <a:cubicBezTo>
                      <a:pt x="112148" y="188739"/>
                      <a:pt x="112083" y="188706"/>
                      <a:pt x="112115" y="188608"/>
                    </a:cubicBezTo>
                    <a:cubicBezTo>
                      <a:pt x="114203" y="183095"/>
                      <a:pt x="116845" y="177093"/>
                      <a:pt x="118998" y="172005"/>
                    </a:cubicBezTo>
                    <a:cubicBezTo>
                      <a:pt x="119618" y="170569"/>
                      <a:pt x="119390" y="168645"/>
                      <a:pt x="117465" y="167536"/>
                    </a:cubicBezTo>
                    <a:cubicBezTo>
                      <a:pt x="113061" y="164991"/>
                      <a:pt x="108592" y="162512"/>
                      <a:pt x="104189" y="159870"/>
                    </a:cubicBezTo>
                    <a:cubicBezTo>
                      <a:pt x="103862" y="159674"/>
                      <a:pt x="103862" y="159576"/>
                      <a:pt x="104156" y="159283"/>
                    </a:cubicBezTo>
                    <a:cubicBezTo>
                      <a:pt x="112670" y="151226"/>
                      <a:pt x="127805" y="136742"/>
                      <a:pt x="128556" y="136286"/>
                    </a:cubicBezTo>
                    <a:close/>
                    <a:moveTo>
                      <a:pt x="128714" y="130182"/>
                    </a:moveTo>
                    <a:cubicBezTo>
                      <a:pt x="127029" y="130182"/>
                      <a:pt x="125298" y="130862"/>
                      <a:pt x="123891" y="132208"/>
                    </a:cubicBezTo>
                    <a:cubicBezTo>
                      <a:pt x="115867" y="139841"/>
                      <a:pt x="107940" y="147279"/>
                      <a:pt x="99948" y="154846"/>
                    </a:cubicBezTo>
                    <a:cubicBezTo>
                      <a:pt x="98415" y="156314"/>
                      <a:pt x="97665" y="158304"/>
                      <a:pt x="97893" y="160294"/>
                    </a:cubicBezTo>
                    <a:cubicBezTo>
                      <a:pt x="98089" y="162251"/>
                      <a:pt x="99230" y="164013"/>
                      <a:pt x="101025" y="165089"/>
                    </a:cubicBezTo>
                    <a:cubicBezTo>
                      <a:pt x="104841" y="167405"/>
                      <a:pt x="108690" y="169558"/>
                      <a:pt x="112474" y="171744"/>
                    </a:cubicBezTo>
                    <a:cubicBezTo>
                      <a:pt x="110582" y="176213"/>
                      <a:pt x="108266" y="181627"/>
                      <a:pt x="106407" y="186423"/>
                    </a:cubicBezTo>
                    <a:cubicBezTo>
                      <a:pt x="105232" y="189456"/>
                      <a:pt x="106570" y="192849"/>
                      <a:pt x="109538" y="194284"/>
                    </a:cubicBezTo>
                    <a:cubicBezTo>
                      <a:pt x="110407" y="194700"/>
                      <a:pt x="111331" y="194928"/>
                      <a:pt x="112276" y="194928"/>
                    </a:cubicBezTo>
                    <a:cubicBezTo>
                      <a:pt x="113849" y="194928"/>
                      <a:pt x="115480" y="194296"/>
                      <a:pt x="117008" y="192849"/>
                    </a:cubicBezTo>
                    <a:cubicBezTo>
                      <a:pt x="124902" y="185379"/>
                      <a:pt x="133057" y="177680"/>
                      <a:pt x="140919" y="170210"/>
                    </a:cubicBezTo>
                    <a:cubicBezTo>
                      <a:pt x="142484" y="168710"/>
                      <a:pt x="143235" y="166720"/>
                      <a:pt x="143006" y="164730"/>
                    </a:cubicBezTo>
                    <a:cubicBezTo>
                      <a:pt x="142745" y="162708"/>
                      <a:pt x="141538" y="160914"/>
                      <a:pt x="139646" y="159837"/>
                    </a:cubicBezTo>
                    <a:cubicBezTo>
                      <a:pt x="135895" y="157684"/>
                      <a:pt x="132144" y="155499"/>
                      <a:pt x="128393" y="153346"/>
                    </a:cubicBezTo>
                    <a:cubicBezTo>
                      <a:pt x="130448" y="148551"/>
                      <a:pt x="132568" y="143593"/>
                      <a:pt x="134493" y="138634"/>
                    </a:cubicBezTo>
                    <a:cubicBezTo>
                      <a:pt x="135210" y="136742"/>
                      <a:pt x="134949" y="134590"/>
                      <a:pt x="133807" y="132926"/>
                    </a:cubicBezTo>
                    <a:cubicBezTo>
                      <a:pt x="132548" y="131090"/>
                      <a:pt x="130661" y="130182"/>
                      <a:pt x="128714" y="130182"/>
                    </a:cubicBezTo>
                    <a:close/>
                    <a:moveTo>
                      <a:pt x="120433" y="122422"/>
                    </a:moveTo>
                    <a:cubicBezTo>
                      <a:pt x="142550" y="122422"/>
                      <a:pt x="160556" y="140396"/>
                      <a:pt x="160556" y="162545"/>
                    </a:cubicBezTo>
                    <a:cubicBezTo>
                      <a:pt x="160556" y="184661"/>
                      <a:pt x="142550" y="202667"/>
                      <a:pt x="120433" y="202667"/>
                    </a:cubicBezTo>
                    <a:cubicBezTo>
                      <a:pt x="98317" y="202667"/>
                      <a:pt x="80311" y="184661"/>
                      <a:pt x="80311" y="162545"/>
                    </a:cubicBezTo>
                    <a:cubicBezTo>
                      <a:pt x="80311" y="140396"/>
                      <a:pt x="98317" y="122422"/>
                      <a:pt x="120433" y="122422"/>
                    </a:cubicBezTo>
                    <a:close/>
                    <a:moveTo>
                      <a:pt x="45081" y="0"/>
                    </a:moveTo>
                    <a:cubicBezTo>
                      <a:pt x="38427" y="0"/>
                      <a:pt x="32979" y="5448"/>
                      <a:pt x="32979" y="12102"/>
                    </a:cubicBezTo>
                    <a:lnTo>
                      <a:pt x="32979" y="26618"/>
                    </a:lnTo>
                    <a:lnTo>
                      <a:pt x="16637" y="26618"/>
                    </a:lnTo>
                    <a:cubicBezTo>
                      <a:pt x="7471" y="26618"/>
                      <a:pt x="1" y="34088"/>
                      <a:pt x="1" y="43254"/>
                    </a:cubicBezTo>
                    <a:lnTo>
                      <a:pt x="1" y="192131"/>
                    </a:lnTo>
                    <a:cubicBezTo>
                      <a:pt x="1" y="201297"/>
                      <a:pt x="7471" y="208767"/>
                      <a:pt x="16637" y="208767"/>
                    </a:cubicBezTo>
                    <a:lnTo>
                      <a:pt x="107940" y="208767"/>
                    </a:lnTo>
                    <a:cubicBezTo>
                      <a:pt x="109538" y="208767"/>
                      <a:pt x="111104" y="208539"/>
                      <a:pt x="112605" y="208115"/>
                    </a:cubicBezTo>
                    <a:cubicBezTo>
                      <a:pt x="115149" y="208539"/>
                      <a:pt x="117759" y="208767"/>
                      <a:pt x="120433" y="208767"/>
                    </a:cubicBezTo>
                    <a:cubicBezTo>
                      <a:pt x="145942" y="208767"/>
                      <a:pt x="166688" y="188021"/>
                      <a:pt x="166688" y="162545"/>
                    </a:cubicBezTo>
                    <a:cubicBezTo>
                      <a:pt x="166688" y="137036"/>
                      <a:pt x="145942" y="116290"/>
                      <a:pt x="120433" y="116290"/>
                    </a:cubicBezTo>
                    <a:cubicBezTo>
                      <a:pt x="112833" y="116290"/>
                      <a:pt x="105657" y="118149"/>
                      <a:pt x="99328" y="121411"/>
                    </a:cubicBezTo>
                    <a:lnTo>
                      <a:pt x="21236" y="121411"/>
                    </a:lnTo>
                    <a:cubicBezTo>
                      <a:pt x="17028" y="121411"/>
                      <a:pt x="13636" y="124804"/>
                      <a:pt x="13636" y="128979"/>
                    </a:cubicBezTo>
                    <a:lnTo>
                      <a:pt x="13636" y="147018"/>
                    </a:lnTo>
                    <a:cubicBezTo>
                      <a:pt x="13636" y="151193"/>
                      <a:pt x="17028" y="154618"/>
                      <a:pt x="21236" y="154618"/>
                    </a:cubicBezTo>
                    <a:lnTo>
                      <a:pt x="74896" y="154618"/>
                    </a:lnTo>
                    <a:cubicBezTo>
                      <a:pt x="74439" y="157195"/>
                      <a:pt x="74211" y="159837"/>
                      <a:pt x="74211" y="162545"/>
                    </a:cubicBezTo>
                    <a:cubicBezTo>
                      <a:pt x="74211" y="172429"/>
                      <a:pt x="77343" y="181595"/>
                      <a:pt x="82627" y="189097"/>
                    </a:cubicBezTo>
                    <a:lnTo>
                      <a:pt x="21236" y="189097"/>
                    </a:lnTo>
                    <a:cubicBezTo>
                      <a:pt x="20421" y="189097"/>
                      <a:pt x="19736" y="188445"/>
                      <a:pt x="19736" y="187662"/>
                    </a:cubicBezTo>
                    <a:lnTo>
                      <a:pt x="19736" y="169591"/>
                    </a:lnTo>
                    <a:cubicBezTo>
                      <a:pt x="19736" y="168808"/>
                      <a:pt x="20421" y="168155"/>
                      <a:pt x="21236" y="168155"/>
                    </a:cubicBezTo>
                    <a:lnTo>
                      <a:pt x="65110" y="168155"/>
                    </a:lnTo>
                    <a:cubicBezTo>
                      <a:pt x="66806" y="168155"/>
                      <a:pt x="68176" y="166785"/>
                      <a:pt x="68176" y="165089"/>
                    </a:cubicBezTo>
                    <a:cubicBezTo>
                      <a:pt x="68176" y="163393"/>
                      <a:pt x="66806" y="162023"/>
                      <a:pt x="65110" y="162023"/>
                    </a:cubicBezTo>
                    <a:lnTo>
                      <a:pt x="21236" y="162023"/>
                    </a:lnTo>
                    <a:cubicBezTo>
                      <a:pt x="17028" y="162023"/>
                      <a:pt x="13636" y="165415"/>
                      <a:pt x="13636" y="169591"/>
                    </a:cubicBezTo>
                    <a:lnTo>
                      <a:pt x="13636" y="187662"/>
                    </a:lnTo>
                    <a:cubicBezTo>
                      <a:pt x="13636" y="191837"/>
                      <a:pt x="17028" y="195230"/>
                      <a:pt x="21236" y="195230"/>
                    </a:cubicBezTo>
                    <a:lnTo>
                      <a:pt x="87781" y="195230"/>
                    </a:lnTo>
                    <a:cubicBezTo>
                      <a:pt x="90651" y="198100"/>
                      <a:pt x="93913" y="200612"/>
                      <a:pt x="97469" y="202635"/>
                    </a:cubicBezTo>
                    <a:lnTo>
                      <a:pt x="16637" y="202635"/>
                    </a:lnTo>
                    <a:cubicBezTo>
                      <a:pt x="10831" y="202635"/>
                      <a:pt x="6133" y="197937"/>
                      <a:pt x="6133" y="192131"/>
                    </a:cubicBezTo>
                    <a:lnTo>
                      <a:pt x="6133" y="43254"/>
                    </a:lnTo>
                    <a:cubicBezTo>
                      <a:pt x="6133" y="37480"/>
                      <a:pt x="10831" y="32750"/>
                      <a:pt x="16637" y="32750"/>
                    </a:cubicBezTo>
                    <a:lnTo>
                      <a:pt x="107940" y="32750"/>
                    </a:lnTo>
                    <a:cubicBezTo>
                      <a:pt x="113746" y="32750"/>
                      <a:pt x="118476" y="37480"/>
                      <a:pt x="118476" y="43254"/>
                    </a:cubicBezTo>
                    <a:lnTo>
                      <a:pt x="118476" y="107124"/>
                    </a:lnTo>
                    <a:cubicBezTo>
                      <a:pt x="118476" y="108820"/>
                      <a:pt x="119846" y="110190"/>
                      <a:pt x="121510" y="110190"/>
                    </a:cubicBezTo>
                    <a:cubicBezTo>
                      <a:pt x="123206" y="110190"/>
                      <a:pt x="124576" y="108820"/>
                      <a:pt x="124576" y="107124"/>
                    </a:cubicBezTo>
                    <a:lnTo>
                      <a:pt x="124576" y="43254"/>
                    </a:lnTo>
                    <a:cubicBezTo>
                      <a:pt x="124576" y="34088"/>
                      <a:pt x="117106" y="26618"/>
                      <a:pt x="107940" y="26618"/>
                    </a:cubicBezTo>
                    <a:lnTo>
                      <a:pt x="91597" y="26618"/>
                    </a:lnTo>
                    <a:lnTo>
                      <a:pt x="91597" y="12102"/>
                    </a:lnTo>
                    <a:cubicBezTo>
                      <a:pt x="91597" y="5448"/>
                      <a:pt x="86182" y="0"/>
                      <a:pt x="7949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602" name="Google Shape;602;p39"/>
          <p:cNvCxnSpPr/>
          <p:nvPr/>
        </p:nvCxnSpPr>
        <p:spPr>
          <a:xfrm>
            <a:off x="829750" y="3293850"/>
            <a:ext cx="3411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603" name="Google Shape;603;p39"/>
          <p:cNvGrpSpPr/>
          <p:nvPr/>
        </p:nvGrpSpPr>
        <p:grpSpPr>
          <a:xfrm>
            <a:off x="5124589" y="2391017"/>
            <a:ext cx="1597113" cy="1596928"/>
            <a:chOff x="5100893" y="1901118"/>
            <a:chExt cx="1846800" cy="1846800"/>
          </a:xfrm>
        </p:grpSpPr>
        <p:sp>
          <p:nvSpPr>
            <p:cNvPr id="604" name="Google Shape;604;p39"/>
            <p:cNvSpPr/>
            <p:nvPr/>
          </p:nvSpPr>
          <p:spPr>
            <a:xfrm>
              <a:off x="5100893" y="1901118"/>
              <a:ext cx="1846800" cy="1846800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05" name="Google Shape;605;p39"/>
            <p:cNvGrpSpPr/>
            <p:nvPr/>
          </p:nvGrpSpPr>
          <p:grpSpPr>
            <a:xfrm>
              <a:off x="5285528" y="2085789"/>
              <a:ext cx="1477556" cy="1477556"/>
              <a:chOff x="1190625" y="238125"/>
              <a:chExt cx="5219200" cy="5219200"/>
            </a:xfrm>
          </p:grpSpPr>
          <p:sp>
            <p:nvSpPr>
              <p:cNvPr id="606" name="Google Shape;606;p39"/>
              <p:cNvSpPr/>
              <p:nvPr/>
            </p:nvSpPr>
            <p:spPr>
              <a:xfrm>
                <a:off x="1267275" y="314775"/>
                <a:ext cx="5065875" cy="5065875"/>
              </a:xfrm>
              <a:custGeom>
                <a:avLst/>
                <a:gdLst/>
                <a:ahLst/>
                <a:cxnLst/>
                <a:rect l="l" t="t" r="r" b="b"/>
                <a:pathLst>
                  <a:path w="202635" h="202635" extrusionOk="0">
                    <a:moveTo>
                      <a:pt x="101318" y="0"/>
                    </a:moveTo>
                    <a:cubicBezTo>
                      <a:pt x="45342" y="0"/>
                      <a:pt x="0" y="45342"/>
                      <a:pt x="0" y="101318"/>
                    </a:cubicBezTo>
                    <a:cubicBezTo>
                      <a:pt x="0" y="157293"/>
                      <a:pt x="45342" y="202635"/>
                      <a:pt x="101318" y="202635"/>
                    </a:cubicBezTo>
                    <a:cubicBezTo>
                      <a:pt x="157293" y="202635"/>
                      <a:pt x="202635" y="157293"/>
                      <a:pt x="202635" y="101318"/>
                    </a:cubicBezTo>
                    <a:cubicBezTo>
                      <a:pt x="202635" y="45342"/>
                      <a:pt x="157293" y="0"/>
                      <a:pt x="10131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7" name="Google Shape;607;p39"/>
              <p:cNvSpPr/>
              <p:nvPr/>
            </p:nvSpPr>
            <p:spPr>
              <a:xfrm>
                <a:off x="1267275" y="341675"/>
                <a:ext cx="2185550" cy="2832250"/>
              </a:xfrm>
              <a:custGeom>
                <a:avLst/>
                <a:gdLst/>
                <a:ahLst/>
                <a:cxnLst/>
                <a:rect l="l" t="t" r="r" b="b"/>
                <a:pathLst>
                  <a:path w="87422" h="113290" extrusionOk="0">
                    <a:moveTo>
                      <a:pt x="86476" y="1"/>
                    </a:moveTo>
                    <a:cubicBezTo>
                      <a:pt x="37546" y="7177"/>
                      <a:pt x="0" y="49322"/>
                      <a:pt x="0" y="100242"/>
                    </a:cubicBezTo>
                    <a:cubicBezTo>
                      <a:pt x="0" y="104645"/>
                      <a:pt x="261" y="109016"/>
                      <a:pt x="816" y="113290"/>
                    </a:cubicBezTo>
                    <a:cubicBezTo>
                      <a:pt x="10504" y="99883"/>
                      <a:pt x="20583" y="92772"/>
                      <a:pt x="28901" y="88694"/>
                    </a:cubicBezTo>
                    <a:cubicBezTo>
                      <a:pt x="46712" y="79919"/>
                      <a:pt x="59629" y="83410"/>
                      <a:pt x="67458" y="71764"/>
                    </a:cubicBezTo>
                    <a:cubicBezTo>
                      <a:pt x="74635" y="61032"/>
                      <a:pt x="66545" y="53791"/>
                      <a:pt x="74015" y="34610"/>
                    </a:cubicBezTo>
                    <a:cubicBezTo>
                      <a:pt x="79560" y="20453"/>
                      <a:pt x="86345" y="18431"/>
                      <a:pt x="87193" y="8286"/>
                    </a:cubicBezTo>
                    <a:cubicBezTo>
                      <a:pt x="87422" y="5448"/>
                      <a:pt x="87128" y="2676"/>
                      <a:pt x="8647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8" name="Google Shape;608;p39"/>
              <p:cNvSpPr/>
              <p:nvPr/>
            </p:nvSpPr>
            <p:spPr>
              <a:xfrm>
                <a:off x="4420800" y="449325"/>
                <a:ext cx="1912350" cy="3365575"/>
              </a:xfrm>
              <a:custGeom>
                <a:avLst/>
                <a:gdLst/>
                <a:ahLst/>
                <a:cxnLst/>
                <a:rect l="l" t="t" r="r" b="b"/>
                <a:pathLst>
                  <a:path w="76494" h="134623" extrusionOk="0">
                    <a:moveTo>
                      <a:pt x="7894" y="1"/>
                    </a:moveTo>
                    <a:cubicBezTo>
                      <a:pt x="2414" y="7373"/>
                      <a:pt x="0" y="18137"/>
                      <a:pt x="3360" y="25607"/>
                    </a:cubicBezTo>
                    <a:cubicBezTo>
                      <a:pt x="7601" y="35034"/>
                      <a:pt x="18724" y="34317"/>
                      <a:pt x="20290" y="42537"/>
                    </a:cubicBezTo>
                    <a:cubicBezTo>
                      <a:pt x="21986" y="51377"/>
                      <a:pt x="9819" y="55715"/>
                      <a:pt x="10406" y="67002"/>
                    </a:cubicBezTo>
                    <a:cubicBezTo>
                      <a:pt x="10830" y="74406"/>
                      <a:pt x="16245" y="74863"/>
                      <a:pt x="20779" y="84845"/>
                    </a:cubicBezTo>
                    <a:cubicBezTo>
                      <a:pt x="27825" y="100437"/>
                      <a:pt x="18822" y="108625"/>
                      <a:pt x="24987" y="119161"/>
                    </a:cubicBezTo>
                    <a:cubicBezTo>
                      <a:pt x="30957" y="129306"/>
                      <a:pt x="44918" y="131328"/>
                      <a:pt x="58390" y="133285"/>
                    </a:cubicBezTo>
                    <a:cubicBezTo>
                      <a:pt x="61652" y="133742"/>
                      <a:pt x="65207" y="134264"/>
                      <a:pt x="68828" y="134623"/>
                    </a:cubicBezTo>
                    <a:cubicBezTo>
                      <a:pt x="73786" y="122716"/>
                      <a:pt x="76494" y="109636"/>
                      <a:pt x="76494" y="95936"/>
                    </a:cubicBezTo>
                    <a:cubicBezTo>
                      <a:pt x="76494" y="51442"/>
                      <a:pt x="47788" y="13636"/>
                      <a:pt x="789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09" name="Google Shape;609;p39"/>
              <p:cNvSpPr/>
              <p:nvPr/>
            </p:nvSpPr>
            <p:spPr>
              <a:xfrm>
                <a:off x="2220575" y="3965175"/>
                <a:ext cx="2544375" cy="1415475"/>
              </a:xfrm>
              <a:custGeom>
                <a:avLst/>
                <a:gdLst/>
                <a:ahLst/>
                <a:cxnLst/>
                <a:rect l="l" t="t" r="r" b="b"/>
                <a:pathLst>
                  <a:path w="101775" h="56619" extrusionOk="0">
                    <a:moveTo>
                      <a:pt x="79243" y="1"/>
                    </a:moveTo>
                    <a:cubicBezTo>
                      <a:pt x="69557" y="1"/>
                      <a:pt x="60844" y="8646"/>
                      <a:pt x="43126" y="8646"/>
                    </a:cubicBezTo>
                    <a:cubicBezTo>
                      <a:pt x="42760" y="8646"/>
                      <a:pt x="42390" y="8643"/>
                      <a:pt x="42015" y="8635"/>
                    </a:cubicBezTo>
                    <a:cubicBezTo>
                      <a:pt x="25346" y="8291"/>
                      <a:pt x="14278" y="607"/>
                      <a:pt x="8011" y="607"/>
                    </a:cubicBezTo>
                    <a:cubicBezTo>
                      <a:pt x="6552" y="607"/>
                      <a:pt x="5353" y="1023"/>
                      <a:pt x="4405" y="2046"/>
                    </a:cubicBezTo>
                    <a:cubicBezTo>
                      <a:pt x="1" y="6776"/>
                      <a:pt x="8906" y="15811"/>
                      <a:pt x="4405" y="27913"/>
                    </a:cubicBezTo>
                    <a:cubicBezTo>
                      <a:pt x="3328" y="30784"/>
                      <a:pt x="1828" y="32937"/>
                      <a:pt x="197" y="34666"/>
                    </a:cubicBezTo>
                    <a:cubicBezTo>
                      <a:pt x="17485" y="48399"/>
                      <a:pt x="39373" y="56619"/>
                      <a:pt x="63186" y="56619"/>
                    </a:cubicBezTo>
                    <a:cubicBezTo>
                      <a:pt x="64523" y="56619"/>
                      <a:pt x="65860" y="56586"/>
                      <a:pt x="67198" y="56554"/>
                    </a:cubicBezTo>
                    <a:cubicBezTo>
                      <a:pt x="65991" y="49769"/>
                      <a:pt x="65208" y="42625"/>
                      <a:pt x="69742" y="36851"/>
                    </a:cubicBezTo>
                    <a:cubicBezTo>
                      <a:pt x="78289" y="25989"/>
                      <a:pt x="96262" y="31632"/>
                      <a:pt x="99361" y="23216"/>
                    </a:cubicBezTo>
                    <a:cubicBezTo>
                      <a:pt x="101775" y="16692"/>
                      <a:pt x="95186" y="5699"/>
                      <a:pt x="86215" y="1589"/>
                    </a:cubicBezTo>
                    <a:cubicBezTo>
                      <a:pt x="83758" y="460"/>
                      <a:pt x="81475" y="1"/>
                      <a:pt x="792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0" name="Google Shape;610;p39"/>
              <p:cNvSpPr/>
              <p:nvPr/>
            </p:nvSpPr>
            <p:spPr>
              <a:xfrm>
                <a:off x="2519050" y="5033225"/>
                <a:ext cx="1381475" cy="347650"/>
              </a:xfrm>
              <a:custGeom>
                <a:avLst/>
                <a:gdLst/>
                <a:ahLst/>
                <a:cxnLst/>
                <a:rect l="l" t="t" r="r" b="b"/>
                <a:pathLst>
                  <a:path w="55259" h="13906" extrusionOk="0">
                    <a:moveTo>
                      <a:pt x="1" y="1"/>
                    </a:moveTo>
                    <a:lnTo>
                      <a:pt x="1" y="1"/>
                    </a:lnTo>
                    <a:cubicBezTo>
                      <a:pt x="15207" y="8960"/>
                      <a:pt x="32806" y="13905"/>
                      <a:pt x="51333" y="13905"/>
                    </a:cubicBezTo>
                    <a:cubicBezTo>
                      <a:pt x="52637" y="13905"/>
                      <a:pt x="53946" y="13881"/>
                      <a:pt x="55259" y="13832"/>
                    </a:cubicBezTo>
                    <a:lnTo>
                      <a:pt x="55259" y="13799"/>
                    </a:lnTo>
                    <a:cubicBezTo>
                      <a:pt x="54835" y="11418"/>
                      <a:pt x="54476" y="9037"/>
                      <a:pt x="54345" y="6623"/>
                    </a:cubicBezTo>
                    <a:cubicBezTo>
                      <a:pt x="49526" y="7396"/>
                      <a:pt x="44504" y="7775"/>
                      <a:pt x="39418" y="7775"/>
                    </a:cubicBezTo>
                    <a:cubicBezTo>
                      <a:pt x="25844" y="7775"/>
                      <a:pt x="11818" y="5079"/>
                      <a:pt x="1" y="1"/>
                    </a:cubicBezTo>
                    <a:close/>
                  </a:path>
                </a:pathLst>
              </a:custGeom>
              <a:solidFill>
                <a:srgbClr val="09A76D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1" name="Google Shape;611;p39"/>
              <p:cNvSpPr/>
              <p:nvPr/>
            </p:nvSpPr>
            <p:spPr>
              <a:xfrm>
                <a:off x="3186950" y="1953100"/>
                <a:ext cx="1228975" cy="1788850"/>
              </a:xfrm>
              <a:custGeom>
                <a:avLst/>
                <a:gdLst/>
                <a:ahLst/>
                <a:cxnLst/>
                <a:rect l="l" t="t" r="r" b="b"/>
                <a:pathLst>
                  <a:path w="49159" h="71554" extrusionOk="0">
                    <a:moveTo>
                      <a:pt x="34219" y="1"/>
                    </a:moveTo>
                    <a:cubicBezTo>
                      <a:pt x="33175" y="33"/>
                      <a:pt x="32196" y="653"/>
                      <a:pt x="31283" y="1501"/>
                    </a:cubicBezTo>
                    <a:cubicBezTo>
                      <a:pt x="21595" y="10733"/>
                      <a:pt x="11841" y="19931"/>
                      <a:pt x="2121" y="29130"/>
                    </a:cubicBezTo>
                    <a:cubicBezTo>
                      <a:pt x="0" y="31153"/>
                      <a:pt x="294" y="34219"/>
                      <a:pt x="2773" y="35719"/>
                    </a:cubicBezTo>
                    <a:cubicBezTo>
                      <a:pt x="8155" y="38949"/>
                      <a:pt x="13636" y="42015"/>
                      <a:pt x="19050" y="45114"/>
                    </a:cubicBezTo>
                    <a:cubicBezTo>
                      <a:pt x="19377" y="45310"/>
                      <a:pt x="19540" y="45473"/>
                      <a:pt x="19344" y="45897"/>
                    </a:cubicBezTo>
                    <a:cubicBezTo>
                      <a:pt x="17583" y="50072"/>
                      <a:pt x="15821" y="54247"/>
                      <a:pt x="14092" y="58455"/>
                    </a:cubicBezTo>
                    <a:cubicBezTo>
                      <a:pt x="13016" y="61065"/>
                      <a:pt x="11907" y="63642"/>
                      <a:pt x="10895" y="66252"/>
                    </a:cubicBezTo>
                    <a:cubicBezTo>
                      <a:pt x="10145" y="68176"/>
                      <a:pt x="11026" y="70264"/>
                      <a:pt x="12853" y="71145"/>
                    </a:cubicBezTo>
                    <a:cubicBezTo>
                      <a:pt x="13428" y="71415"/>
                      <a:pt x="14000" y="71553"/>
                      <a:pt x="14569" y="71553"/>
                    </a:cubicBezTo>
                    <a:cubicBezTo>
                      <a:pt x="15645" y="71553"/>
                      <a:pt x="16711" y="71060"/>
                      <a:pt x="17778" y="70035"/>
                    </a:cubicBezTo>
                    <a:cubicBezTo>
                      <a:pt x="27499" y="60837"/>
                      <a:pt x="37220" y="51638"/>
                      <a:pt x="46940" y="42439"/>
                    </a:cubicBezTo>
                    <a:cubicBezTo>
                      <a:pt x="49159" y="40351"/>
                      <a:pt x="48735" y="37252"/>
                      <a:pt x="46092" y="35719"/>
                    </a:cubicBezTo>
                    <a:cubicBezTo>
                      <a:pt x="40710" y="32653"/>
                      <a:pt x="35360" y="29522"/>
                      <a:pt x="30011" y="26423"/>
                    </a:cubicBezTo>
                    <a:cubicBezTo>
                      <a:pt x="29685" y="26227"/>
                      <a:pt x="29554" y="26064"/>
                      <a:pt x="29717" y="25672"/>
                    </a:cubicBezTo>
                    <a:cubicBezTo>
                      <a:pt x="32588" y="18887"/>
                      <a:pt x="35523" y="12135"/>
                      <a:pt x="38166" y="5285"/>
                    </a:cubicBezTo>
                    <a:cubicBezTo>
                      <a:pt x="39177" y="2708"/>
                      <a:pt x="37187" y="1"/>
                      <a:pt x="3421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12" name="Google Shape;612;p39"/>
              <p:cNvSpPr/>
              <p:nvPr/>
            </p:nvSpPr>
            <p:spPr>
              <a:xfrm>
                <a:off x="1190625" y="238125"/>
                <a:ext cx="5219200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08768" extrusionOk="0">
                    <a:moveTo>
                      <a:pt x="114280" y="71920"/>
                    </a:moveTo>
                    <a:cubicBezTo>
                      <a:pt x="114879" y="71920"/>
                      <a:pt x="115386" y="72273"/>
                      <a:pt x="115181" y="72808"/>
                    </a:cubicBezTo>
                    <a:cubicBezTo>
                      <a:pt x="112539" y="79592"/>
                      <a:pt x="109570" y="86410"/>
                      <a:pt x="106765" y="93064"/>
                    </a:cubicBezTo>
                    <a:cubicBezTo>
                      <a:pt x="105982" y="94891"/>
                      <a:pt x="106602" y="96685"/>
                      <a:pt x="108331" y="97696"/>
                    </a:cubicBezTo>
                    <a:cubicBezTo>
                      <a:pt x="113680" y="100795"/>
                      <a:pt x="119030" y="103894"/>
                      <a:pt x="124412" y="106993"/>
                    </a:cubicBezTo>
                    <a:cubicBezTo>
                      <a:pt x="125293" y="107482"/>
                      <a:pt x="125293" y="108233"/>
                      <a:pt x="124673" y="108820"/>
                    </a:cubicBezTo>
                    <a:cubicBezTo>
                      <a:pt x="115116" y="117888"/>
                      <a:pt x="105134" y="127348"/>
                      <a:pt x="95511" y="136416"/>
                    </a:cubicBezTo>
                    <a:cubicBezTo>
                      <a:pt x="94967" y="136940"/>
                      <a:pt x="94647" y="137091"/>
                      <a:pt x="94412" y="137091"/>
                    </a:cubicBezTo>
                    <a:cubicBezTo>
                      <a:pt x="94267" y="137091"/>
                      <a:pt x="94155" y="137033"/>
                      <a:pt x="94043" y="136971"/>
                    </a:cubicBezTo>
                    <a:cubicBezTo>
                      <a:pt x="93717" y="136808"/>
                      <a:pt x="93423" y="136416"/>
                      <a:pt x="93586" y="135960"/>
                    </a:cubicBezTo>
                    <a:cubicBezTo>
                      <a:pt x="96229" y="129175"/>
                      <a:pt x="99034" y="122716"/>
                      <a:pt x="102002" y="115670"/>
                    </a:cubicBezTo>
                    <a:cubicBezTo>
                      <a:pt x="102589" y="114300"/>
                      <a:pt x="102524" y="112278"/>
                      <a:pt x="100437" y="111071"/>
                    </a:cubicBezTo>
                    <a:cubicBezTo>
                      <a:pt x="95022" y="107972"/>
                      <a:pt x="89574" y="104938"/>
                      <a:pt x="84224" y="101709"/>
                    </a:cubicBezTo>
                    <a:cubicBezTo>
                      <a:pt x="83539" y="101285"/>
                      <a:pt x="83409" y="100567"/>
                      <a:pt x="84094" y="99947"/>
                    </a:cubicBezTo>
                    <a:cubicBezTo>
                      <a:pt x="93815" y="90716"/>
                      <a:pt x="103470" y="81648"/>
                      <a:pt x="113256" y="72318"/>
                    </a:cubicBezTo>
                    <a:cubicBezTo>
                      <a:pt x="113545" y="72041"/>
                      <a:pt x="113928" y="71920"/>
                      <a:pt x="114280" y="71920"/>
                    </a:cubicBezTo>
                    <a:close/>
                    <a:moveTo>
                      <a:pt x="114458" y="65594"/>
                    </a:moveTo>
                    <a:cubicBezTo>
                      <a:pt x="112577" y="65594"/>
                      <a:pt x="110643" y="66363"/>
                      <a:pt x="109048" y="67882"/>
                    </a:cubicBezTo>
                    <a:cubicBezTo>
                      <a:pt x="99262" y="77179"/>
                      <a:pt x="89607" y="86280"/>
                      <a:pt x="79886" y="95511"/>
                    </a:cubicBezTo>
                    <a:cubicBezTo>
                      <a:pt x="78157" y="97142"/>
                      <a:pt x="77309" y="99360"/>
                      <a:pt x="77537" y="101578"/>
                    </a:cubicBezTo>
                    <a:cubicBezTo>
                      <a:pt x="77766" y="103764"/>
                      <a:pt x="79071" y="105721"/>
                      <a:pt x="81060" y="106928"/>
                    </a:cubicBezTo>
                    <a:cubicBezTo>
                      <a:pt x="85855" y="109831"/>
                      <a:pt x="90716" y="112571"/>
                      <a:pt x="95544" y="115311"/>
                    </a:cubicBezTo>
                    <a:cubicBezTo>
                      <a:pt x="92836" y="121705"/>
                      <a:pt x="90324" y="127478"/>
                      <a:pt x="87878" y="133741"/>
                    </a:cubicBezTo>
                    <a:cubicBezTo>
                      <a:pt x="86573" y="137134"/>
                      <a:pt x="88074" y="140885"/>
                      <a:pt x="91368" y="142484"/>
                    </a:cubicBezTo>
                    <a:cubicBezTo>
                      <a:pt x="92352" y="142963"/>
                      <a:pt x="93392" y="143225"/>
                      <a:pt x="94452" y="143225"/>
                    </a:cubicBezTo>
                    <a:cubicBezTo>
                      <a:pt x="96204" y="143225"/>
                      <a:pt x="98012" y="142511"/>
                      <a:pt x="99719" y="140885"/>
                    </a:cubicBezTo>
                    <a:cubicBezTo>
                      <a:pt x="108494" y="132535"/>
                      <a:pt x="119878" y="121803"/>
                      <a:pt x="128914" y="113256"/>
                    </a:cubicBezTo>
                    <a:cubicBezTo>
                      <a:pt x="130643" y="111593"/>
                      <a:pt x="131491" y="109374"/>
                      <a:pt x="131230" y="107156"/>
                    </a:cubicBezTo>
                    <a:cubicBezTo>
                      <a:pt x="130969" y="104905"/>
                      <a:pt x="129566" y="102883"/>
                      <a:pt x="127446" y="101676"/>
                    </a:cubicBezTo>
                    <a:cubicBezTo>
                      <a:pt x="122716" y="98936"/>
                      <a:pt x="117986" y="96196"/>
                      <a:pt x="113256" y="93456"/>
                    </a:cubicBezTo>
                    <a:cubicBezTo>
                      <a:pt x="115833" y="87421"/>
                      <a:pt x="118475" y="81223"/>
                      <a:pt x="120889" y="74993"/>
                    </a:cubicBezTo>
                    <a:cubicBezTo>
                      <a:pt x="121705" y="72873"/>
                      <a:pt x="121411" y="70524"/>
                      <a:pt x="120139" y="68665"/>
                    </a:cubicBezTo>
                    <a:cubicBezTo>
                      <a:pt x="118709" y="66608"/>
                      <a:pt x="116618" y="65594"/>
                      <a:pt x="114458" y="65594"/>
                    </a:cubicBezTo>
                    <a:close/>
                    <a:moveTo>
                      <a:pt x="104384" y="6100"/>
                    </a:moveTo>
                    <a:cubicBezTo>
                      <a:pt x="114006" y="6100"/>
                      <a:pt x="123401" y="7503"/>
                      <a:pt x="132371" y="10145"/>
                    </a:cubicBezTo>
                    <a:cubicBezTo>
                      <a:pt x="127707" y="18365"/>
                      <a:pt x="126598" y="28216"/>
                      <a:pt x="129794" y="35327"/>
                    </a:cubicBezTo>
                    <a:cubicBezTo>
                      <a:pt x="132274" y="40873"/>
                      <a:pt x="136775" y="43450"/>
                      <a:pt x="140363" y="45537"/>
                    </a:cubicBezTo>
                    <a:cubicBezTo>
                      <a:pt x="143951" y="47592"/>
                      <a:pt x="145974" y="48897"/>
                      <a:pt x="146496" y="51572"/>
                    </a:cubicBezTo>
                    <a:cubicBezTo>
                      <a:pt x="147050" y="54377"/>
                      <a:pt x="145419" y="56693"/>
                      <a:pt x="142712" y="60184"/>
                    </a:cubicBezTo>
                    <a:cubicBezTo>
                      <a:pt x="139809" y="63968"/>
                      <a:pt x="136188" y="68697"/>
                      <a:pt x="136579" y="75613"/>
                    </a:cubicBezTo>
                    <a:cubicBezTo>
                      <a:pt x="136840" y="80702"/>
                      <a:pt x="139124" y="83311"/>
                      <a:pt x="141505" y="86084"/>
                    </a:cubicBezTo>
                    <a:cubicBezTo>
                      <a:pt x="143299" y="88139"/>
                      <a:pt x="145321" y="90455"/>
                      <a:pt x="147181" y="94565"/>
                    </a:cubicBezTo>
                    <a:cubicBezTo>
                      <a:pt x="150508" y="101937"/>
                      <a:pt x="149888" y="107417"/>
                      <a:pt x="149301" y="112702"/>
                    </a:cubicBezTo>
                    <a:cubicBezTo>
                      <a:pt x="148714" y="117888"/>
                      <a:pt x="148094" y="123270"/>
                      <a:pt x="151552" y="129175"/>
                    </a:cubicBezTo>
                    <a:cubicBezTo>
                      <a:pt x="157717" y="139646"/>
                      <a:pt x="170765" y="142353"/>
                      <a:pt x="184759" y="144408"/>
                    </a:cubicBezTo>
                    <a:cubicBezTo>
                      <a:pt x="184899" y="144428"/>
                      <a:pt x="185038" y="144437"/>
                      <a:pt x="185176" y="144437"/>
                    </a:cubicBezTo>
                    <a:cubicBezTo>
                      <a:pt x="186648" y="144437"/>
                      <a:pt x="187978" y="143352"/>
                      <a:pt x="188217" y="141831"/>
                    </a:cubicBezTo>
                    <a:cubicBezTo>
                      <a:pt x="188445" y="140168"/>
                      <a:pt x="187303" y="138602"/>
                      <a:pt x="185640" y="138341"/>
                    </a:cubicBezTo>
                    <a:cubicBezTo>
                      <a:pt x="172690" y="136449"/>
                      <a:pt x="161631" y="134231"/>
                      <a:pt x="156836" y="126076"/>
                    </a:cubicBezTo>
                    <a:cubicBezTo>
                      <a:pt x="154390" y="121933"/>
                      <a:pt x="154846" y="118149"/>
                      <a:pt x="155368" y="113419"/>
                    </a:cubicBezTo>
                    <a:cubicBezTo>
                      <a:pt x="155988" y="107841"/>
                      <a:pt x="156804" y="100958"/>
                      <a:pt x="152759" y="92053"/>
                    </a:cubicBezTo>
                    <a:cubicBezTo>
                      <a:pt x="150508" y="87128"/>
                      <a:pt x="148094" y="84322"/>
                      <a:pt x="146137" y="82072"/>
                    </a:cubicBezTo>
                    <a:cubicBezTo>
                      <a:pt x="144017" y="79625"/>
                      <a:pt x="142842" y="78288"/>
                      <a:pt x="142679" y="75254"/>
                    </a:cubicBezTo>
                    <a:cubicBezTo>
                      <a:pt x="142418" y="70622"/>
                      <a:pt x="144930" y="67360"/>
                      <a:pt x="147572" y="63902"/>
                    </a:cubicBezTo>
                    <a:cubicBezTo>
                      <a:pt x="150410" y="60249"/>
                      <a:pt x="153574" y="56074"/>
                      <a:pt x="152498" y="50398"/>
                    </a:cubicBezTo>
                    <a:cubicBezTo>
                      <a:pt x="151454" y="44885"/>
                      <a:pt x="147181" y="42406"/>
                      <a:pt x="143430" y="40253"/>
                    </a:cubicBezTo>
                    <a:cubicBezTo>
                      <a:pt x="140135" y="38361"/>
                      <a:pt x="137036" y="36567"/>
                      <a:pt x="135372" y="32816"/>
                    </a:cubicBezTo>
                    <a:cubicBezTo>
                      <a:pt x="132861" y="27238"/>
                      <a:pt x="134133" y="18822"/>
                      <a:pt x="138308" y="12102"/>
                    </a:cubicBezTo>
                    <a:cubicBezTo>
                      <a:pt x="151519" y="16962"/>
                      <a:pt x="163621" y="24661"/>
                      <a:pt x="173864" y="34903"/>
                    </a:cubicBezTo>
                    <a:cubicBezTo>
                      <a:pt x="192425" y="53464"/>
                      <a:pt x="202635" y="78125"/>
                      <a:pt x="202635" y="104384"/>
                    </a:cubicBezTo>
                    <a:cubicBezTo>
                      <a:pt x="202635" y="155336"/>
                      <a:pt x="161827" y="199307"/>
                      <a:pt x="110973" y="202439"/>
                    </a:cubicBezTo>
                    <a:cubicBezTo>
                      <a:pt x="110157" y="197057"/>
                      <a:pt x="110092" y="191968"/>
                      <a:pt x="113354" y="187825"/>
                    </a:cubicBezTo>
                    <a:cubicBezTo>
                      <a:pt x="117073" y="183095"/>
                      <a:pt x="123173" y="182051"/>
                      <a:pt x="129077" y="181073"/>
                    </a:cubicBezTo>
                    <a:cubicBezTo>
                      <a:pt x="135111" y="180094"/>
                      <a:pt x="141342" y="179050"/>
                      <a:pt x="143430" y="173342"/>
                    </a:cubicBezTo>
                    <a:cubicBezTo>
                      <a:pt x="146398" y="165285"/>
                      <a:pt x="139091" y="152661"/>
                      <a:pt x="128685" y="147898"/>
                    </a:cubicBezTo>
                    <a:cubicBezTo>
                      <a:pt x="125793" y="146568"/>
                      <a:pt x="123082" y="146042"/>
                      <a:pt x="120470" y="146042"/>
                    </a:cubicBezTo>
                    <a:cubicBezTo>
                      <a:pt x="115719" y="146042"/>
                      <a:pt x="111300" y="147784"/>
                      <a:pt x="106732" y="149595"/>
                    </a:cubicBezTo>
                    <a:cubicBezTo>
                      <a:pt x="100711" y="151991"/>
                      <a:pt x="93928" y="154661"/>
                      <a:pt x="84293" y="154661"/>
                    </a:cubicBezTo>
                    <a:cubicBezTo>
                      <a:pt x="83959" y="154661"/>
                      <a:pt x="83620" y="154657"/>
                      <a:pt x="83279" y="154651"/>
                    </a:cubicBezTo>
                    <a:cubicBezTo>
                      <a:pt x="73558" y="154455"/>
                      <a:pt x="65892" y="151650"/>
                      <a:pt x="59727" y="149399"/>
                    </a:cubicBezTo>
                    <a:cubicBezTo>
                      <a:pt x="55806" y="147964"/>
                      <a:pt x="52198" y="146642"/>
                      <a:pt x="49096" y="146642"/>
                    </a:cubicBezTo>
                    <a:cubicBezTo>
                      <a:pt x="46908" y="146642"/>
                      <a:pt x="44971" y="147300"/>
                      <a:pt x="43352" y="149040"/>
                    </a:cubicBezTo>
                    <a:cubicBezTo>
                      <a:pt x="40188" y="152465"/>
                      <a:pt x="41329" y="156836"/>
                      <a:pt x="42438" y="161077"/>
                    </a:cubicBezTo>
                    <a:cubicBezTo>
                      <a:pt x="43548" y="165415"/>
                      <a:pt x="44820" y="170308"/>
                      <a:pt x="42732" y="175919"/>
                    </a:cubicBezTo>
                    <a:cubicBezTo>
                      <a:pt x="42243" y="177191"/>
                      <a:pt x="41656" y="178333"/>
                      <a:pt x="40938" y="179409"/>
                    </a:cubicBezTo>
                    <a:cubicBezTo>
                      <a:pt x="22345" y="163654"/>
                      <a:pt x="10438" y="141994"/>
                      <a:pt x="7079" y="118247"/>
                    </a:cubicBezTo>
                    <a:cubicBezTo>
                      <a:pt x="14646" y="108070"/>
                      <a:pt x="23454" y="100437"/>
                      <a:pt x="33305" y="95576"/>
                    </a:cubicBezTo>
                    <a:cubicBezTo>
                      <a:pt x="40188" y="92184"/>
                      <a:pt x="46385" y="90683"/>
                      <a:pt x="51833" y="89378"/>
                    </a:cubicBezTo>
                    <a:cubicBezTo>
                      <a:pt x="60379" y="87323"/>
                      <a:pt x="67719" y="85562"/>
                      <a:pt x="73068" y="77603"/>
                    </a:cubicBezTo>
                    <a:cubicBezTo>
                      <a:pt x="77113" y="71503"/>
                      <a:pt x="76950" y="66251"/>
                      <a:pt x="76755" y="60706"/>
                    </a:cubicBezTo>
                    <a:cubicBezTo>
                      <a:pt x="76559" y="55225"/>
                      <a:pt x="76363" y="49060"/>
                      <a:pt x="79951" y="39861"/>
                    </a:cubicBezTo>
                    <a:cubicBezTo>
                      <a:pt x="82333" y="33729"/>
                      <a:pt x="84975" y="30043"/>
                      <a:pt x="87291" y="26781"/>
                    </a:cubicBezTo>
                    <a:cubicBezTo>
                      <a:pt x="90227" y="22606"/>
                      <a:pt x="92771" y="19017"/>
                      <a:pt x="93293" y="12689"/>
                    </a:cubicBezTo>
                    <a:cubicBezTo>
                      <a:pt x="93456" y="10732"/>
                      <a:pt x="93423" y="8742"/>
                      <a:pt x="93162" y="6752"/>
                    </a:cubicBezTo>
                    <a:cubicBezTo>
                      <a:pt x="96848" y="6328"/>
                      <a:pt x="100600" y="6100"/>
                      <a:pt x="104384" y="6100"/>
                    </a:cubicBezTo>
                    <a:close/>
                    <a:moveTo>
                      <a:pt x="120412" y="152125"/>
                    </a:moveTo>
                    <a:cubicBezTo>
                      <a:pt x="122266" y="152125"/>
                      <a:pt x="124125" y="152515"/>
                      <a:pt x="126141" y="153444"/>
                    </a:cubicBezTo>
                    <a:cubicBezTo>
                      <a:pt x="134100" y="157097"/>
                      <a:pt x="139417" y="166557"/>
                      <a:pt x="137688" y="171222"/>
                    </a:cubicBezTo>
                    <a:cubicBezTo>
                      <a:pt x="136873" y="173440"/>
                      <a:pt x="133513" y="174157"/>
                      <a:pt x="128066" y="175038"/>
                    </a:cubicBezTo>
                    <a:cubicBezTo>
                      <a:pt x="121672" y="176115"/>
                      <a:pt x="113713" y="177419"/>
                      <a:pt x="108526" y="184041"/>
                    </a:cubicBezTo>
                    <a:cubicBezTo>
                      <a:pt x="104057" y="189750"/>
                      <a:pt x="103992" y="196437"/>
                      <a:pt x="104840" y="202635"/>
                    </a:cubicBezTo>
                    <a:cubicBezTo>
                      <a:pt x="104687" y="202635"/>
                      <a:pt x="104533" y="202636"/>
                      <a:pt x="104380" y="202636"/>
                    </a:cubicBezTo>
                    <a:cubicBezTo>
                      <a:pt x="82954" y="202636"/>
                      <a:pt x="62607" y="195857"/>
                      <a:pt x="45733" y="183258"/>
                    </a:cubicBezTo>
                    <a:cubicBezTo>
                      <a:pt x="46842" y="181660"/>
                      <a:pt x="47755" y="179931"/>
                      <a:pt x="48473" y="178072"/>
                    </a:cubicBezTo>
                    <a:cubicBezTo>
                      <a:pt x="51246" y="170635"/>
                      <a:pt x="49550" y="164241"/>
                      <a:pt x="48343" y="159544"/>
                    </a:cubicBezTo>
                    <a:cubicBezTo>
                      <a:pt x="47495" y="156217"/>
                      <a:pt x="47005" y="154129"/>
                      <a:pt x="47821" y="153216"/>
                    </a:cubicBezTo>
                    <a:cubicBezTo>
                      <a:pt x="48126" y="152893"/>
                      <a:pt x="48620" y="152754"/>
                      <a:pt x="49266" y="152754"/>
                    </a:cubicBezTo>
                    <a:cubicBezTo>
                      <a:pt x="51107" y="152754"/>
                      <a:pt x="54178" y="153885"/>
                      <a:pt x="57607" y="155140"/>
                    </a:cubicBezTo>
                    <a:cubicBezTo>
                      <a:pt x="63870" y="157423"/>
                      <a:pt x="72416" y="160555"/>
                      <a:pt x="83148" y="160783"/>
                    </a:cubicBezTo>
                    <a:cubicBezTo>
                      <a:pt x="83535" y="160791"/>
                      <a:pt x="83919" y="160795"/>
                      <a:pt x="84298" y="160795"/>
                    </a:cubicBezTo>
                    <a:cubicBezTo>
                      <a:pt x="95077" y="160795"/>
                      <a:pt x="102775" y="157728"/>
                      <a:pt x="108983" y="155271"/>
                    </a:cubicBezTo>
                    <a:cubicBezTo>
                      <a:pt x="113455" y="153503"/>
                      <a:pt x="116925" y="152125"/>
                      <a:pt x="120412" y="152125"/>
                    </a:cubicBezTo>
                    <a:close/>
                    <a:moveTo>
                      <a:pt x="104384" y="0"/>
                    </a:moveTo>
                    <a:cubicBezTo>
                      <a:pt x="72090" y="0"/>
                      <a:pt x="41721" y="14907"/>
                      <a:pt x="21921" y="40383"/>
                    </a:cubicBezTo>
                    <a:cubicBezTo>
                      <a:pt x="20877" y="41721"/>
                      <a:pt x="21138" y="43645"/>
                      <a:pt x="22475" y="44657"/>
                    </a:cubicBezTo>
                    <a:cubicBezTo>
                      <a:pt x="23025" y="45097"/>
                      <a:pt x="23686" y="45311"/>
                      <a:pt x="24344" y="45311"/>
                    </a:cubicBezTo>
                    <a:cubicBezTo>
                      <a:pt x="25246" y="45311"/>
                      <a:pt x="26145" y="44908"/>
                      <a:pt x="26748" y="44135"/>
                    </a:cubicBezTo>
                    <a:cubicBezTo>
                      <a:pt x="41590" y="25019"/>
                      <a:pt x="63315" y="11808"/>
                      <a:pt x="87095" y="7633"/>
                    </a:cubicBezTo>
                    <a:cubicBezTo>
                      <a:pt x="87291" y="9166"/>
                      <a:pt x="87323" y="10699"/>
                      <a:pt x="87226" y="12167"/>
                    </a:cubicBezTo>
                    <a:cubicBezTo>
                      <a:pt x="86834" y="16864"/>
                      <a:pt x="85007" y="19376"/>
                      <a:pt x="82300" y="23225"/>
                    </a:cubicBezTo>
                    <a:cubicBezTo>
                      <a:pt x="79886" y="26618"/>
                      <a:pt x="76918" y="30826"/>
                      <a:pt x="74243" y="37643"/>
                    </a:cubicBezTo>
                    <a:cubicBezTo>
                      <a:pt x="70198" y="48016"/>
                      <a:pt x="70459" y="55160"/>
                      <a:pt x="70655" y="60901"/>
                    </a:cubicBezTo>
                    <a:cubicBezTo>
                      <a:pt x="70818" y="66055"/>
                      <a:pt x="70948" y="69741"/>
                      <a:pt x="67980" y="74210"/>
                    </a:cubicBezTo>
                    <a:cubicBezTo>
                      <a:pt x="63968" y="80180"/>
                      <a:pt x="58292" y="81550"/>
                      <a:pt x="50430" y="83442"/>
                    </a:cubicBezTo>
                    <a:cubicBezTo>
                      <a:pt x="44657" y="84812"/>
                      <a:pt x="38100" y="86410"/>
                      <a:pt x="30597" y="90096"/>
                    </a:cubicBezTo>
                    <a:cubicBezTo>
                      <a:pt x="21627" y="94500"/>
                      <a:pt x="13439" y="101024"/>
                      <a:pt x="6230" y="109472"/>
                    </a:cubicBezTo>
                    <a:cubicBezTo>
                      <a:pt x="5219" y="89542"/>
                      <a:pt x="10177" y="69970"/>
                      <a:pt x="20583" y="53040"/>
                    </a:cubicBezTo>
                    <a:cubicBezTo>
                      <a:pt x="21464" y="51605"/>
                      <a:pt x="21007" y="49745"/>
                      <a:pt x="19572" y="48865"/>
                    </a:cubicBezTo>
                    <a:cubicBezTo>
                      <a:pt x="19068" y="48544"/>
                      <a:pt x="18508" y="48392"/>
                      <a:pt x="17956" y="48392"/>
                    </a:cubicBezTo>
                    <a:cubicBezTo>
                      <a:pt x="16933" y="48392"/>
                      <a:pt x="15936" y="48912"/>
                      <a:pt x="15364" y="49843"/>
                    </a:cubicBezTo>
                    <a:cubicBezTo>
                      <a:pt x="5317" y="66218"/>
                      <a:pt x="0" y="85073"/>
                      <a:pt x="0" y="104384"/>
                    </a:cubicBezTo>
                    <a:cubicBezTo>
                      <a:pt x="0" y="161142"/>
                      <a:pt x="46777" y="208767"/>
                      <a:pt x="104384" y="208767"/>
                    </a:cubicBezTo>
                    <a:cubicBezTo>
                      <a:pt x="160881" y="208767"/>
                      <a:pt x="208767" y="161403"/>
                      <a:pt x="208767" y="104384"/>
                    </a:cubicBezTo>
                    <a:cubicBezTo>
                      <a:pt x="208767" y="46516"/>
                      <a:pt x="161892" y="0"/>
                      <a:pt x="1043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 w="9525" cap="flat" cmpd="sng">
                <a:solidFill>
                  <a:schemeClr val="dk1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27" name="Google Shape;627;p41"/>
          <p:cNvGrpSpPr/>
          <p:nvPr/>
        </p:nvGrpSpPr>
        <p:grpSpPr>
          <a:xfrm>
            <a:off x="481035" y="2194780"/>
            <a:ext cx="1603687" cy="1547437"/>
            <a:chOff x="189313" y="923950"/>
            <a:chExt cx="3389400" cy="3511800"/>
          </a:xfrm>
        </p:grpSpPr>
        <p:sp>
          <p:nvSpPr>
            <p:cNvPr id="628" name="Google Shape;628;p41"/>
            <p:cNvSpPr/>
            <p:nvPr/>
          </p:nvSpPr>
          <p:spPr>
            <a:xfrm>
              <a:off x="189313" y="923950"/>
              <a:ext cx="3389400" cy="35118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29" name="Google Shape;629;p41"/>
            <p:cNvGrpSpPr/>
            <p:nvPr/>
          </p:nvGrpSpPr>
          <p:grpSpPr>
            <a:xfrm>
              <a:off x="405783" y="1234051"/>
              <a:ext cx="2956462" cy="2951204"/>
              <a:chOff x="1185725" y="238050"/>
              <a:chExt cx="5228975" cy="5219675"/>
            </a:xfrm>
          </p:grpSpPr>
          <p:sp>
            <p:nvSpPr>
              <p:cNvPr id="630" name="Google Shape;630;p41"/>
              <p:cNvSpPr/>
              <p:nvPr/>
            </p:nvSpPr>
            <p:spPr>
              <a:xfrm>
                <a:off x="1252600" y="314750"/>
                <a:ext cx="1007975" cy="1466600"/>
              </a:xfrm>
              <a:custGeom>
                <a:avLst/>
                <a:gdLst/>
                <a:ahLst/>
                <a:cxnLst/>
                <a:rect l="l" t="t" r="r" b="b"/>
                <a:pathLst>
                  <a:path w="40319" h="58664" extrusionOk="0">
                    <a:moveTo>
                      <a:pt x="28106" y="1"/>
                    </a:moveTo>
                    <a:cubicBezTo>
                      <a:pt x="28088" y="1"/>
                      <a:pt x="28071" y="1"/>
                      <a:pt x="28053" y="1"/>
                    </a:cubicBezTo>
                    <a:cubicBezTo>
                      <a:pt x="27205" y="34"/>
                      <a:pt x="26390" y="523"/>
                      <a:pt x="25672" y="1208"/>
                    </a:cubicBezTo>
                    <a:cubicBezTo>
                      <a:pt x="17713" y="8776"/>
                      <a:pt x="9721" y="16311"/>
                      <a:pt x="1729" y="23879"/>
                    </a:cubicBezTo>
                    <a:cubicBezTo>
                      <a:pt x="0" y="25510"/>
                      <a:pt x="228" y="28054"/>
                      <a:pt x="2284" y="29261"/>
                    </a:cubicBezTo>
                    <a:cubicBezTo>
                      <a:pt x="6687" y="31936"/>
                      <a:pt x="11189" y="34448"/>
                      <a:pt x="15625" y="36992"/>
                    </a:cubicBezTo>
                    <a:cubicBezTo>
                      <a:pt x="15886" y="37155"/>
                      <a:pt x="16016" y="37286"/>
                      <a:pt x="15853" y="37612"/>
                    </a:cubicBezTo>
                    <a:cubicBezTo>
                      <a:pt x="14418" y="41037"/>
                      <a:pt x="12983" y="44495"/>
                      <a:pt x="11548" y="47920"/>
                    </a:cubicBezTo>
                    <a:cubicBezTo>
                      <a:pt x="10667" y="50040"/>
                      <a:pt x="9753" y="52160"/>
                      <a:pt x="8938" y="54313"/>
                    </a:cubicBezTo>
                    <a:cubicBezTo>
                      <a:pt x="8318" y="55912"/>
                      <a:pt x="9068" y="57608"/>
                      <a:pt x="10536" y="58326"/>
                    </a:cubicBezTo>
                    <a:cubicBezTo>
                      <a:pt x="11009" y="58551"/>
                      <a:pt x="11477" y="58663"/>
                      <a:pt x="11943" y="58663"/>
                    </a:cubicBezTo>
                    <a:cubicBezTo>
                      <a:pt x="12829" y="58663"/>
                      <a:pt x="13705" y="58257"/>
                      <a:pt x="14581" y="57445"/>
                    </a:cubicBezTo>
                    <a:cubicBezTo>
                      <a:pt x="22540" y="49877"/>
                      <a:pt x="30532" y="42342"/>
                      <a:pt x="38492" y="34774"/>
                    </a:cubicBezTo>
                    <a:cubicBezTo>
                      <a:pt x="40318" y="33078"/>
                      <a:pt x="39959" y="30533"/>
                      <a:pt x="37807" y="29294"/>
                    </a:cubicBezTo>
                    <a:cubicBezTo>
                      <a:pt x="33403" y="26750"/>
                      <a:pt x="28999" y="24205"/>
                      <a:pt x="24628" y="21661"/>
                    </a:cubicBezTo>
                    <a:cubicBezTo>
                      <a:pt x="24335" y="21498"/>
                      <a:pt x="24237" y="21367"/>
                      <a:pt x="24367" y="21041"/>
                    </a:cubicBezTo>
                    <a:cubicBezTo>
                      <a:pt x="26716" y="15496"/>
                      <a:pt x="29130" y="9950"/>
                      <a:pt x="31315" y="4340"/>
                    </a:cubicBezTo>
                    <a:cubicBezTo>
                      <a:pt x="32125" y="2235"/>
                      <a:pt x="30523" y="1"/>
                      <a:pt x="2810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1" name="Google Shape;631;p41"/>
              <p:cNvSpPr/>
              <p:nvPr/>
            </p:nvSpPr>
            <p:spPr>
              <a:xfrm>
                <a:off x="5341500" y="314750"/>
                <a:ext cx="1007975" cy="1466600"/>
              </a:xfrm>
              <a:custGeom>
                <a:avLst/>
                <a:gdLst/>
                <a:ahLst/>
                <a:cxnLst/>
                <a:rect l="l" t="t" r="r" b="b"/>
                <a:pathLst>
                  <a:path w="40319" h="58664" extrusionOk="0">
                    <a:moveTo>
                      <a:pt x="28106" y="1"/>
                    </a:moveTo>
                    <a:cubicBezTo>
                      <a:pt x="28088" y="1"/>
                      <a:pt x="28071" y="1"/>
                      <a:pt x="28053" y="1"/>
                    </a:cubicBezTo>
                    <a:cubicBezTo>
                      <a:pt x="27205" y="34"/>
                      <a:pt x="26422" y="523"/>
                      <a:pt x="25672" y="1208"/>
                    </a:cubicBezTo>
                    <a:cubicBezTo>
                      <a:pt x="17713" y="8776"/>
                      <a:pt x="9721" y="16311"/>
                      <a:pt x="1762" y="23879"/>
                    </a:cubicBezTo>
                    <a:cubicBezTo>
                      <a:pt x="0" y="25510"/>
                      <a:pt x="261" y="28054"/>
                      <a:pt x="2316" y="29261"/>
                    </a:cubicBezTo>
                    <a:cubicBezTo>
                      <a:pt x="6687" y="31936"/>
                      <a:pt x="11189" y="34448"/>
                      <a:pt x="15625" y="36992"/>
                    </a:cubicBezTo>
                    <a:cubicBezTo>
                      <a:pt x="15919" y="37155"/>
                      <a:pt x="16016" y="37286"/>
                      <a:pt x="15886" y="37612"/>
                    </a:cubicBezTo>
                    <a:cubicBezTo>
                      <a:pt x="14418" y="41037"/>
                      <a:pt x="13015" y="44495"/>
                      <a:pt x="11580" y="47920"/>
                    </a:cubicBezTo>
                    <a:cubicBezTo>
                      <a:pt x="10699" y="50040"/>
                      <a:pt x="9786" y="52160"/>
                      <a:pt x="8938" y="54313"/>
                    </a:cubicBezTo>
                    <a:cubicBezTo>
                      <a:pt x="8351" y="55879"/>
                      <a:pt x="9068" y="57608"/>
                      <a:pt x="10569" y="58326"/>
                    </a:cubicBezTo>
                    <a:cubicBezTo>
                      <a:pt x="11041" y="58551"/>
                      <a:pt x="11506" y="58663"/>
                      <a:pt x="11967" y="58663"/>
                    </a:cubicBezTo>
                    <a:cubicBezTo>
                      <a:pt x="12843" y="58663"/>
                      <a:pt x="13705" y="58257"/>
                      <a:pt x="14581" y="57445"/>
                    </a:cubicBezTo>
                    <a:cubicBezTo>
                      <a:pt x="22573" y="49877"/>
                      <a:pt x="30532" y="42342"/>
                      <a:pt x="38524" y="34774"/>
                    </a:cubicBezTo>
                    <a:cubicBezTo>
                      <a:pt x="40318" y="33078"/>
                      <a:pt x="39959" y="30533"/>
                      <a:pt x="37807" y="29294"/>
                    </a:cubicBezTo>
                    <a:cubicBezTo>
                      <a:pt x="33403" y="26750"/>
                      <a:pt x="29032" y="24205"/>
                      <a:pt x="24628" y="21661"/>
                    </a:cubicBezTo>
                    <a:cubicBezTo>
                      <a:pt x="24367" y="21498"/>
                      <a:pt x="24237" y="21367"/>
                      <a:pt x="24400" y="21041"/>
                    </a:cubicBezTo>
                    <a:cubicBezTo>
                      <a:pt x="26748" y="15496"/>
                      <a:pt x="29130" y="9950"/>
                      <a:pt x="31315" y="4340"/>
                    </a:cubicBezTo>
                    <a:cubicBezTo>
                      <a:pt x="32125" y="2235"/>
                      <a:pt x="30523" y="1"/>
                      <a:pt x="2810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2" name="Google Shape;632;p41"/>
              <p:cNvSpPr/>
              <p:nvPr/>
            </p:nvSpPr>
            <p:spPr>
              <a:xfrm>
                <a:off x="1252600" y="3914350"/>
                <a:ext cx="1007975" cy="1466600"/>
              </a:xfrm>
              <a:custGeom>
                <a:avLst/>
                <a:gdLst/>
                <a:ahLst/>
                <a:cxnLst/>
                <a:rect l="l" t="t" r="r" b="b"/>
                <a:pathLst>
                  <a:path w="40319" h="58664" extrusionOk="0">
                    <a:moveTo>
                      <a:pt x="28106" y="1"/>
                    </a:moveTo>
                    <a:cubicBezTo>
                      <a:pt x="28088" y="1"/>
                      <a:pt x="28071" y="1"/>
                      <a:pt x="28053" y="1"/>
                    </a:cubicBezTo>
                    <a:cubicBezTo>
                      <a:pt x="27205" y="34"/>
                      <a:pt x="26390" y="523"/>
                      <a:pt x="25672" y="1208"/>
                    </a:cubicBezTo>
                    <a:cubicBezTo>
                      <a:pt x="17713" y="8776"/>
                      <a:pt x="9721" y="16311"/>
                      <a:pt x="1729" y="23879"/>
                    </a:cubicBezTo>
                    <a:cubicBezTo>
                      <a:pt x="0" y="25510"/>
                      <a:pt x="228" y="28054"/>
                      <a:pt x="2284" y="29261"/>
                    </a:cubicBezTo>
                    <a:cubicBezTo>
                      <a:pt x="6687" y="31936"/>
                      <a:pt x="11156" y="34448"/>
                      <a:pt x="15625" y="36992"/>
                    </a:cubicBezTo>
                    <a:cubicBezTo>
                      <a:pt x="15886" y="37155"/>
                      <a:pt x="16016" y="37286"/>
                      <a:pt x="15853" y="37612"/>
                    </a:cubicBezTo>
                    <a:cubicBezTo>
                      <a:pt x="14418" y="41037"/>
                      <a:pt x="12983" y="44495"/>
                      <a:pt x="11548" y="47920"/>
                    </a:cubicBezTo>
                    <a:cubicBezTo>
                      <a:pt x="10667" y="50040"/>
                      <a:pt x="9753" y="52161"/>
                      <a:pt x="8938" y="54313"/>
                    </a:cubicBezTo>
                    <a:cubicBezTo>
                      <a:pt x="8318" y="55879"/>
                      <a:pt x="9068" y="57608"/>
                      <a:pt x="10536" y="58326"/>
                    </a:cubicBezTo>
                    <a:cubicBezTo>
                      <a:pt x="11009" y="58551"/>
                      <a:pt x="11477" y="58663"/>
                      <a:pt x="11943" y="58663"/>
                    </a:cubicBezTo>
                    <a:cubicBezTo>
                      <a:pt x="12829" y="58663"/>
                      <a:pt x="13705" y="58257"/>
                      <a:pt x="14581" y="57445"/>
                    </a:cubicBezTo>
                    <a:cubicBezTo>
                      <a:pt x="22540" y="49877"/>
                      <a:pt x="30532" y="42342"/>
                      <a:pt x="38492" y="34774"/>
                    </a:cubicBezTo>
                    <a:cubicBezTo>
                      <a:pt x="40318" y="33078"/>
                      <a:pt x="39959" y="30534"/>
                      <a:pt x="37807" y="29294"/>
                    </a:cubicBezTo>
                    <a:cubicBezTo>
                      <a:pt x="33403" y="26750"/>
                      <a:pt x="28999" y="24205"/>
                      <a:pt x="24628" y="21661"/>
                    </a:cubicBezTo>
                    <a:cubicBezTo>
                      <a:pt x="24335" y="21498"/>
                      <a:pt x="24237" y="21367"/>
                      <a:pt x="24367" y="21041"/>
                    </a:cubicBezTo>
                    <a:cubicBezTo>
                      <a:pt x="26716" y="15496"/>
                      <a:pt x="29130" y="9950"/>
                      <a:pt x="31315" y="4340"/>
                    </a:cubicBezTo>
                    <a:cubicBezTo>
                      <a:pt x="32125" y="2235"/>
                      <a:pt x="30523" y="1"/>
                      <a:pt x="2810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3" name="Google Shape;633;p41"/>
              <p:cNvSpPr/>
              <p:nvPr/>
            </p:nvSpPr>
            <p:spPr>
              <a:xfrm>
                <a:off x="5341500" y="3914350"/>
                <a:ext cx="1007975" cy="1466600"/>
              </a:xfrm>
              <a:custGeom>
                <a:avLst/>
                <a:gdLst/>
                <a:ahLst/>
                <a:cxnLst/>
                <a:rect l="l" t="t" r="r" b="b"/>
                <a:pathLst>
                  <a:path w="40319" h="58664" extrusionOk="0">
                    <a:moveTo>
                      <a:pt x="28106" y="1"/>
                    </a:moveTo>
                    <a:cubicBezTo>
                      <a:pt x="28088" y="1"/>
                      <a:pt x="28071" y="1"/>
                      <a:pt x="28053" y="1"/>
                    </a:cubicBezTo>
                    <a:cubicBezTo>
                      <a:pt x="27205" y="34"/>
                      <a:pt x="26422" y="523"/>
                      <a:pt x="25672" y="1208"/>
                    </a:cubicBezTo>
                    <a:cubicBezTo>
                      <a:pt x="17713" y="8776"/>
                      <a:pt x="9721" y="16311"/>
                      <a:pt x="1762" y="23879"/>
                    </a:cubicBezTo>
                    <a:cubicBezTo>
                      <a:pt x="0" y="25510"/>
                      <a:pt x="261" y="28054"/>
                      <a:pt x="2316" y="29261"/>
                    </a:cubicBezTo>
                    <a:cubicBezTo>
                      <a:pt x="6687" y="31936"/>
                      <a:pt x="11189" y="34448"/>
                      <a:pt x="15625" y="36992"/>
                    </a:cubicBezTo>
                    <a:cubicBezTo>
                      <a:pt x="15919" y="37155"/>
                      <a:pt x="16016" y="37286"/>
                      <a:pt x="15886" y="37612"/>
                    </a:cubicBezTo>
                    <a:cubicBezTo>
                      <a:pt x="14418" y="41037"/>
                      <a:pt x="13015" y="44495"/>
                      <a:pt x="11580" y="47920"/>
                    </a:cubicBezTo>
                    <a:cubicBezTo>
                      <a:pt x="10699" y="50040"/>
                      <a:pt x="9786" y="52161"/>
                      <a:pt x="8938" y="54313"/>
                    </a:cubicBezTo>
                    <a:cubicBezTo>
                      <a:pt x="8351" y="55879"/>
                      <a:pt x="9068" y="57608"/>
                      <a:pt x="10569" y="58326"/>
                    </a:cubicBezTo>
                    <a:cubicBezTo>
                      <a:pt x="11041" y="58551"/>
                      <a:pt x="11506" y="58663"/>
                      <a:pt x="11967" y="58663"/>
                    </a:cubicBezTo>
                    <a:cubicBezTo>
                      <a:pt x="12843" y="58663"/>
                      <a:pt x="13705" y="58257"/>
                      <a:pt x="14581" y="57445"/>
                    </a:cubicBezTo>
                    <a:cubicBezTo>
                      <a:pt x="22573" y="49877"/>
                      <a:pt x="30532" y="42342"/>
                      <a:pt x="38524" y="34774"/>
                    </a:cubicBezTo>
                    <a:cubicBezTo>
                      <a:pt x="40318" y="33078"/>
                      <a:pt x="39959" y="30534"/>
                      <a:pt x="37807" y="29294"/>
                    </a:cubicBezTo>
                    <a:cubicBezTo>
                      <a:pt x="33403" y="26750"/>
                      <a:pt x="29032" y="24205"/>
                      <a:pt x="24628" y="21661"/>
                    </a:cubicBezTo>
                    <a:cubicBezTo>
                      <a:pt x="24367" y="21498"/>
                      <a:pt x="24237" y="21367"/>
                      <a:pt x="24400" y="21041"/>
                    </a:cubicBezTo>
                    <a:cubicBezTo>
                      <a:pt x="26748" y="15496"/>
                      <a:pt x="29130" y="9950"/>
                      <a:pt x="31315" y="4340"/>
                    </a:cubicBezTo>
                    <a:cubicBezTo>
                      <a:pt x="32125" y="2235"/>
                      <a:pt x="30523" y="1"/>
                      <a:pt x="2810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4" name="Google Shape;634;p41"/>
              <p:cNvSpPr/>
              <p:nvPr/>
            </p:nvSpPr>
            <p:spPr>
              <a:xfrm>
                <a:off x="2774300" y="1821800"/>
                <a:ext cx="2051825" cy="2051825"/>
              </a:xfrm>
              <a:custGeom>
                <a:avLst/>
                <a:gdLst/>
                <a:ahLst/>
                <a:cxnLst/>
                <a:rect l="l" t="t" r="r" b="b"/>
                <a:pathLst>
                  <a:path w="82073" h="82073" extrusionOk="0">
                    <a:moveTo>
                      <a:pt x="41037" y="1"/>
                    </a:moveTo>
                    <a:cubicBezTo>
                      <a:pt x="36111" y="1"/>
                      <a:pt x="33143" y="9787"/>
                      <a:pt x="28837" y="11548"/>
                    </a:cubicBezTo>
                    <a:cubicBezTo>
                      <a:pt x="28053" y="11874"/>
                      <a:pt x="27131" y="11998"/>
                      <a:pt x="26125" y="11998"/>
                    </a:cubicBezTo>
                    <a:cubicBezTo>
                      <a:pt x="22987" y="11998"/>
                      <a:pt x="19032" y="10796"/>
                      <a:pt x="15916" y="10796"/>
                    </a:cubicBezTo>
                    <a:cubicBezTo>
                      <a:pt x="14335" y="10796"/>
                      <a:pt x="12970" y="11105"/>
                      <a:pt x="12038" y="12038"/>
                    </a:cubicBezTo>
                    <a:cubicBezTo>
                      <a:pt x="8678" y="15397"/>
                      <a:pt x="13408" y="24400"/>
                      <a:pt x="11548" y="28837"/>
                    </a:cubicBezTo>
                    <a:cubicBezTo>
                      <a:pt x="9754" y="33143"/>
                      <a:pt x="1" y="36111"/>
                      <a:pt x="1" y="41037"/>
                    </a:cubicBezTo>
                    <a:cubicBezTo>
                      <a:pt x="1" y="45995"/>
                      <a:pt x="9754" y="48931"/>
                      <a:pt x="11548" y="53236"/>
                    </a:cubicBezTo>
                    <a:cubicBezTo>
                      <a:pt x="13408" y="57705"/>
                      <a:pt x="8678" y="66676"/>
                      <a:pt x="12038" y="70036"/>
                    </a:cubicBezTo>
                    <a:cubicBezTo>
                      <a:pt x="12970" y="70968"/>
                      <a:pt x="14335" y="71277"/>
                      <a:pt x="15916" y="71277"/>
                    </a:cubicBezTo>
                    <a:cubicBezTo>
                      <a:pt x="19032" y="71277"/>
                      <a:pt x="22987" y="70075"/>
                      <a:pt x="26125" y="70075"/>
                    </a:cubicBezTo>
                    <a:cubicBezTo>
                      <a:pt x="27131" y="70075"/>
                      <a:pt x="28053" y="70199"/>
                      <a:pt x="28837" y="70525"/>
                    </a:cubicBezTo>
                    <a:cubicBezTo>
                      <a:pt x="33143" y="72319"/>
                      <a:pt x="36111" y="82072"/>
                      <a:pt x="41037" y="82072"/>
                    </a:cubicBezTo>
                    <a:cubicBezTo>
                      <a:pt x="45962" y="82072"/>
                      <a:pt x="48931" y="72319"/>
                      <a:pt x="53236" y="70525"/>
                    </a:cubicBezTo>
                    <a:cubicBezTo>
                      <a:pt x="54020" y="70199"/>
                      <a:pt x="54942" y="70075"/>
                      <a:pt x="55948" y="70075"/>
                    </a:cubicBezTo>
                    <a:cubicBezTo>
                      <a:pt x="59086" y="70075"/>
                      <a:pt x="63042" y="71277"/>
                      <a:pt x="66158" y="71277"/>
                    </a:cubicBezTo>
                    <a:cubicBezTo>
                      <a:pt x="67738" y="71277"/>
                      <a:pt x="69103" y="70968"/>
                      <a:pt x="70036" y="70036"/>
                    </a:cubicBezTo>
                    <a:cubicBezTo>
                      <a:pt x="73395" y="66676"/>
                      <a:pt x="68666" y="57705"/>
                      <a:pt x="70525" y="53236"/>
                    </a:cubicBezTo>
                    <a:cubicBezTo>
                      <a:pt x="72319" y="48931"/>
                      <a:pt x="82072" y="45995"/>
                      <a:pt x="82072" y="41037"/>
                    </a:cubicBezTo>
                    <a:cubicBezTo>
                      <a:pt x="82072" y="36111"/>
                      <a:pt x="72319" y="33143"/>
                      <a:pt x="70525" y="28837"/>
                    </a:cubicBezTo>
                    <a:cubicBezTo>
                      <a:pt x="68666" y="24400"/>
                      <a:pt x="73395" y="15397"/>
                      <a:pt x="70036" y="12038"/>
                    </a:cubicBezTo>
                    <a:cubicBezTo>
                      <a:pt x="69103" y="11105"/>
                      <a:pt x="67738" y="10796"/>
                      <a:pt x="66158" y="10796"/>
                    </a:cubicBezTo>
                    <a:cubicBezTo>
                      <a:pt x="63042" y="10796"/>
                      <a:pt x="59086" y="11998"/>
                      <a:pt x="55948" y="11998"/>
                    </a:cubicBezTo>
                    <a:cubicBezTo>
                      <a:pt x="54942" y="11998"/>
                      <a:pt x="54020" y="11874"/>
                      <a:pt x="53236" y="11548"/>
                    </a:cubicBezTo>
                    <a:cubicBezTo>
                      <a:pt x="48931" y="9787"/>
                      <a:pt x="45962" y="1"/>
                      <a:pt x="41037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5" name="Google Shape;635;p41"/>
              <p:cNvSpPr/>
              <p:nvPr/>
            </p:nvSpPr>
            <p:spPr>
              <a:xfrm>
                <a:off x="3401425" y="2448925"/>
                <a:ext cx="797575" cy="797575"/>
              </a:xfrm>
              <a:custGeom>
                <a:avLst/>
                <a:gdLst/>
                <a:ahLst/>
                <a:cxnLst/>
                <a:rect l="l" t="t" r="r" b="b"/>
                <a:pathLst>
                  <a:path w="31903" h="31903" extrusionOk="0">
                    <a:moveTo>
                      <a:pt x="15952" y="0"/>
                    </a:moveTo>
                    <a:cubicBezTo>
                      <a:pt x="7144" y="0"/>
                      <a:pt x="0" y="7144"/>
                      <a:pt x="0" y="15952"/>
                    </a:cubicBezTo>
                    <a:cubicBezTo>
                      <a:pt x="0" y="24759"/>
                      <a:pt x="7144" y="31903"/>
                      <a:pt x="15952" y="31903"/>
                    </a:cubicBezTo>
                    <a:cubicBezTo>
                      <a:pt x="24759" y="31903"/>
                      <a:pt x="31903" y="24759"/>
                      <a:pt x="31903" y="15952"/>
                    </a:cubicBezTo>
                    <a:cubicBezTo>
                      <a:pt x="31903" y="7144"/>
                      <a:pt x="24759" y="0"/>
                      <a:pt x="15952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36" name="Google Shape;636;p41"/>
              <p:cNvSpPr/>
              <p:nvPr/>
            </p:nvSpPr>
            <p:spPr>
              <a:xfrm>
                <a:off x="1185725" y="238050"/>
                <a:ext cx="5228975" cy="5219675"/>
              </a:xfrm>
              <a:custGeom>
                <a:avLst/>
                <a:gdLst/>
                <a:ahLst/>
                <a:cxnLst/>
                <a:rect l="l" t="t" r="r" b="b"/>
                <a:pathLst>
                  <a:path w="209159" h="208787" extrusionOk="0">
                    <a:moveTo>
                      <a:pt x="55650" y="18107"/>
                    </a:moveTo>
                    <a:cubicBezTo>
                      <a:pt x="53954" y="18107"/>
                      <a:pt x="52584" y="19477"/>
                      <a:pt x="52584" y="21173"/>
                    </a:cubicBezTo>
                    <a:cubicBezTo>
                      <a:pt x="52584" y="22870"/>
                      <a:pt x="53954" y="24240"/>
                      <a:pt x="55650" y="24240"/>
                    </a:cubicBezTo>
                    <a:lnTo>
                      <a:pt x="153509" y="24240"/>
                    </a:lnTo>
                    <a:cubicBezTo>
                      <a:pt x="155206" y="24240"/>
                      <a:pt x="156576" y="22870"/>
                      <a:pt x="156576" y="21173"/>
                    </a:cubicBezTo>
                    <a:cubicBezTo>
                      <a:pt x="156576" y="19477"/>
                      <a:pt x="155206" y="18107"/>
                      <a:pt x="153509" y="18107"/>
                    </a:cubicBezTo>
                    <a:close/>
                    <a:moveTo>
                      <a:pt x="30891" y="6136"/>
                    </a:moveTo>
                    <a:cubicBezTo>
                      <a:pt x="31054" y="6168"/>
                      <a:pt x="31120" y="6266"/>
                      <a:pt x="31120" y="6299"/>
                    </a:cubicBezTo>
                    <a:cubicBezTo>
                      <a:pt x="28967" y="11877"/>
                      <a:pt x="26553" y="17422"/>
                      <a:pt x="24237" y="22902"/>
                    </a:cubicBezTo>
                    <a:cubicBezTo>
                      <a:pt x="23519" y="24631"/>
                      <a:pt x="24106" y="26425"/>
                      <a:pt x="25770" y="27371"/>
                    </a:cubicBezTo>
                    <a:cubicBezTo>
                      <a:pt x="30174" y="29915"/>
                      <a:pt x="34545" y="32460"/>
                      <a:pt x="38948" y="35004"/>
                    </a:cubicBezTo>
                    <a:cubicBezTo>
                      <a:pt x="39405" y="35265"/>
                      <a:pt x="39405" y="35298"/>
                      <a:pt x="39079" y="35624"/>
                    </a:cubicBezTo>
                    <a:cubicBezTo>
                      <a:pt x="30565" y="43681"/>
                      <a:pt x="15429" y="58262"/>
                      <a:pt x="14614" y="58654"/>
                    </a:cubicBezTo>
                    <a:cubicBezTo>
                      <a:pt x="14581" y="58654"/>
                      <a:pt x="14418" y="58588"/>
                      <a:pt x="14451" y="58490"/>
                    </a:cubicBezTo>
                    <a:cubicBezTo>
                      <a:pt x="16636" y="52880"/>
                      <a:pt x="18985" y="47498"/>
                      <a:pt x="21366" y="41887"/>
                    </a:cubicBezTo>
                    <a:cubicBezTo>
                      <a:pt x="21953" y="40452"/>
                      <a:pt x="21725" y="38494"/>
                      <a:pt x="19833" y="37418"/>
                    </a:cubicBezTo>
                    <a:cubicBezTo>
                      <a:pt x="15397" y="34874"/>
                      <a:pt x="10928" y="32362"/>
                      <a:pt x="6557" y="29720"/>
                    </a:cubicBezTo>
                    <a:cubicBezTo>
                      <a:pt x="6231" y="29524"/>
                      <a:pt x="6231" y="29426"/>
                      <a:pt x="6524" y="29165"/>
                    </a:cubicBezTo>
                    <a:cubicBezTo>
                      <a:pt x="15038" y="21108"/>
                      <a:pt x="30141" y="6592"/>
                      <a:pt x="30891" y="6136"/>
                    </a:cubicBezTo>
                    <a:close/>
                    <a:moveTo>
                      <a:pt x="194480" y="6136"/>
                    </a:moveTo>
                    <a:cubicBezTo>
                      <a:pt x="194643" y="6168"/>
                      <a:pt x="194708" y="6266"/>
                      <a:pt x="194708" y="6299"/>
                    </a:cubicBezTo>
                    <a:cubicBezTo>
                      <a:pt x="192523" y="11877"/>
                      <a:pt x="190141" y="17422"/>
                      <a:pt x="187793" y="22902"/>
                    </a:cubicBezTo>
                    <a:cubicBezTo>
                      <a:pt x="187075" y="24631"/>
                      <a:pt x="187695" y="26425"/>
                      <a:pt x="189326" y="27371"/>
                    </a:cubicBezTo>
                    <a:cubicBezTo>
                      <a:pt x="193730" y="29915"/>
                      <a:pt x="198101" y="32460"/>
                      <a:pt x="202504" y="35004"/>
                    </a:cubicBezTo>
                    <a:cubicBezTo>
                      <a:pt x="202961" y="35265"/>
                      <a:pt x="202961" y="35298"/>
                      <a:pt x="202635" y="35624"/>
                    </a:cubicBezTo>
                    <a:cubicBezTo>
                      <a:pt x="196176" y="41756"/>
                      <a:pt x="178725" y="58458"/>
                      <a:pt x="178203" y="58654"/>
                    </a:cubicBezTo>
                    <a:cubicBezTo>
                      <a:pt x="178137" y="58654"/>
                      <a:pt x="178007" y="58588"/>
                      <a:pt x="178040" y="58490"/>
                    </a:cubicBezTo>
                    <a:cubicBezTo>
                      <a:pt x="180192" y="52912"/>
                      <a:pt x="182574" y="47465"/>
                      <a:pt x="184922" y="41887"/>
                    </a:cubicBezTo>
                    <a:cubicBezTo>
                      <a:pt x="185542" y="40452"/>
                      <a:pt x="185281" y="38494"/>
                      <a:pt x="183389" y="37418"/>
                    </a:cubicBezTo>
                    <a:cubicBezTo>
                      <a:pt x="178953" y="34874"/>
                      <a:pt x="174517" y="32362"/>
                      <a:pt x="170113" y="29720"/>
                    </a:cubicBezTo>
                    <a:cubicBezTo>
                      <a:pt x="169787" y="29524"/>
                      <a:pt x="169787" y="29426"/>
                      <a:pt x="170080" y="29165"/>
                    </a:cubicBezTo>
                    <a:cubicBezTo>
                      <a:pt x="178072" y="21597"/>
                      <a:pt x="194023" y="6494"/>
                      <a:pt x="194023" y="6494"/>
                    </a:cubicBezTo>
                    <a:cubicBezTo>
                      <a:pt x="194023" y="6494"/>
                      <a:pt x="194382" y="6201"/>
                      <a:pt x="194480" y="6136"/>
                    </a:cubicBezTo>
                    <a:close/>
                    <a:moveTo>
                      <a:pt x="30821" y="0"/>
                    </a:moveTo>
                    <a:cubicBezTo>
                      <a:pt x="30758" y="0"/>
                      <a:pt x="30694" y="1"/>
                      <a:pt x="30630" y="3"/>
                    </a:cubicBezTo>
                    <a:cubicBezTo>
                      <a:pt x="29097" y="68"/>
                      <a:pt x="27629" y="753"/>
                      <a:pt x="26227" y="2058"/>
                    </a:cubicBezTo>
                    <a:cubicBezTo>
                      <a:pt x="18235" y="9691"/>
                      <a:pt x="10276" y="17161"/>
                      <a:pt x="2316" y="24729"/>
                    </a:cubicBezTo>
                    <a:cubicBezTo>
                      <a:pt x="783" y="26164"/>
                      <a:pt x="0" y="28154"/>
                      <a:pt x="229" y="30144"/>
                    </a:cubicBezTo>
                    <a:cubicBezTo>
                      <a:pt x="457" y="32134"/>
                      <a:pt x="1599" y="33895"/>
                      <a:pt x="3393" y="34971"/>
                    </a:cubicBezTo>
                    <a:cubicBezTo>
                      <a:pt x="7177" y="37255"/>
                      <a:pt x="11026" y="39440"/>
                      <a:pt x="14842" y="41593"/>
                    </a:cubicBezTo>
                    <a:cubicBezTo>
                      <a:pt x="12755" y="46617"/>
                      <a:pt x="10700" y="51281"/>
                      <a:pt x="8742" y="56272"/>
                    </a:cubicBezTo>
                    <a:cubicBezTo>
                      <a:pt x="7568" y="59339"/>
                      <a:pt x="8938" y="62698"/>
                      <a:pt x="11907" y="64134"/>
                    </a:cubicBezTo>
                    <a:cubicBezTo>
                      <a:pt x="12784" y="64566"/>
                      <a:pt x="13714" y="64802"/>
                      <a:pt x="14663" y="64802"/>
                    </a:cubicBezTo>
                    <a:cubicBezTo>
                      <a:pt x="16217" y="64802"/>
                      <a:pt x="17825" y="64169"/>
                      <a:pt x="19344" y="62731"/>
                    </a:cubicBezTo>
                    <a:cubicBezTo>
                      <a:pt x="27303" y="55163"/>
                      <a:pt x="35328" y="47595"/>
                      <a:pt x="43287" y="40060"/>
                    </a:cubicBezTo>
                    <a:cubicBezTo>
                      <a:pt x="44820" y="38592"/>
                      <a:pt x="45603" y="36602"/>
                      <a:pt x="45342" y="34580"/>
                    </a:cubicBezTo>
                    <a:cubicBezTo>
                      <a:pt x="45114" y="32558"/>
                      <a:pt x="43874" y="30796"/>
                      <a:pt x="41982" y="29687"/>
                    </a:cubicBezTo>
                    <a:cubicBezTo>
                      <a:pt x="38231" y="27534"/>
                      <a:pt x="34512" y="25381"/>
                      <a:pt x="30761" y="23196"/>
                    </a:cubicBezTo>
                    <a:cubicBezTo>
                      <a:pt x="32783" y="18401"/>
                      <a:pt x="34904" y="13442"/>
                      <a:pt x="36828" y="8517"/>
                    </a:cubicBezTo>
                    <a:cubicBezTo>
                      <a:pt x="37578" y="6592"/>
                      <a:pt x="37317" y="4472"/>
                      <a:pt x="36143" y="2776"/>
                    </a:cubicBezTo>
                    <a:cubicBezTo>
                      <a:pt x="34971" y="1065"/>
                      <a:pt x="32968" y="0"/>
                      <a:pt x="30821" y="0"/>
                    </a:cubicBezTo>
                    <a:close/>
                    <a:moveTo>
                      <a:pt x="194186" y="3"/>
                    </a:moveTo>
                    <a:cubicBezTo>
                      <a:pt x="192653" y="68"/>
                      <a:pt x="191185" y="753"/>
                      <a:pt x="189815" y="2058"/>
                    </a:cubicBezTo>
                    <a:cubicBezTo>
                      <a:pt x="181791" y="9691"/>
                      <a:pt x="173864" y="17161"/>
                      <a:pt x="165872" y="24729"/>
                    </a:cubicBezTo>
                    <a:cubicBezTo>
                      <a:pt x="164339" y="26164"/>
                      <a:pt x="163589" y="28154"/>
                      <a:pt x="163817" y="30144"/>
                    </a:cubicBezTo>
                    <a:cubicBezTo>
                      <a:pt x="164013" y="32134"/>
                      <a:pt x="165155" y="33895"/>
                      <a:pt x="166949" y="34971"/>
                    </a:cubicBezTo>
                    <a:cubicBezTo>
                      <a:pt x="170765" y="37255"/>
                      <a:pt x="174614" y="39440"/>
                      <a:pt x="178398" y="41593"/>
                    </a:cubicBezTo>
                    <a:cubicBezTo>
                      <a:pt x="176311" y="46584"/>
                      <a:pt x="174256" y="51281"/>
                      <a:pt x="172331" y="56272"/>
                    </a:cubicBezTo>
                    <a:cubicBezTo>
                      <a:pt x="171157" y="59339"/>
                      <a:pt x="172494" y="62698"/>
                      <a:pt x="175463" y="64134"/>
                    </a:cubicBezTo>
                    <a:cubicBezTo>
                      <a:pt x="176353" y="64566"/>
                      <a:pt x="177285" y="64802"/>
                      <a:pt x="178235" y="64802"/>
                    </a:cubicBezTo>
                    <a:cubicBezTo>
                      <a:pt x="179791" y="64802"/>
                      <a:pt x="181393" y="64169"/>
                      <a:pt x="182932" y="62731"/>
                    </a:cubicBezTo>
                    <a:cubicBezTo>
                      <a:pt x="190892" y="55196"/>
                      <a:pt x="198916" y="47595"/>
                      <a:pt x="206843" y="40060"/>
                    </a:cubicBezTo>
                    <a:cubicBezTo>
                      <a:pt x="208409" y="38592"/>
                      <a:pt x="209159" y="36602"/>
                      <a:pt x="208931" y="34580"/>
                    </a:cubicBezTo>
                    <a:cubicBezTo>
                      <a:pt x="208670" y="32558"/>
                      <a:pt x="207463" y="30796"/>
                      <a:pt x="205571" y="29687"/>
                    </a:cubicBezTo>
                    <a:cubicBezTo>
                      <a:pt x="201819" y="27534"/>
                      <a:pt x="198068" y="25381"/>
                      <a:pt x="194317" y="23196"/>
                    </a:cubicBezTo>
                    <a:cubicBezTo>
                      <a:pt x="196372" y="18401"/>
                      <a:pt x="198492" y="13442"/>
                      <a:pt x="200417" y="8484"/>
                    </a:cubicBezTo>
                    <a:cubicBezTo>
                      <a:pt x="201134" y="6592"/>
                      <a:pt x="200873" y="4472"/>
                      <a:pt x="199732" y="2776"/>
                    </a:cubicBezTo>
                    <a:cubicBezTo>
                      <a:pt x="198525" y="1047"/>
                      <a:pt x="196502" y="3"/>
                      <a:pt x="194317" y="3"/>
                    </a:cubicBezTo>
                    <a:close/>
                    <a:moveTo>
                      <a:pt x="104580" y="85369"/>
                    </a:moveTo>
                    <a:cubicBezTo>
                      <a:pt x="102883" y="85369"/>
                      <a:pt x="101513" y="86739"/>
                      <a:pt x="101513" y="88435"/>
                    </a:cubicBezTo>
                    <a:cubicBezTo>
                      <a:pt x="101513" y="90132"/>
                      <a:pt x="102883" y="91502"/>
                      <a:pt x="104580" y="91502"/>
                    </a:cubicBezTo>
                    <a:cubicBezTo>
                      <a:pt x="111691" y="91502"/>
                      <a:pt x="117464" y="97275"/>
                      <a:pt x="117464" y="104387"/>
                    </a:cubicBezTo>
                    <a:cubicBezTo>
                      <a:pt x="117464" y="111498"/>
                      <a:pt x="111691" y="117271"/>
                      <a:pt x="104580" y="117271"/>
                    </a:cubicBezTo>
                    <a:cubicBezTo>
                      <a:pt x="97468" y="117271"/>
                      <a:pt x="91695" y="111498"/>
                      <a:pt x="91695" y="104387"/>
                    </a:cubicBezTo>
                    <a:cubicBezTo>
                      <a:pt x="91695" y="100929"/>
                      <a:pt x="93032" y="97699"/>
                      <a:pt x="95446" y="95253"/>
                    </a:cubicBezTo>
                    <a:cubicBezTo>
                      <a:pt x="96653" y="94079"/>
                      <a:pt x="96653" y="92154"/>
                      <a:pt x="95446" y="90947"/>
                    </a:cubicBezTo>
                    <a:cubicBezTo>
                      <a:pt x="94859" y="90344"/>
                      <a:pt x="94076" y="90042"/>
                      <a:pt x="93293" y="90042"/>
                    </a:cubicBezTo>
                    <a:cubicBezTo>
                      <a:pt x="92510" y="90042"/>
                      <a:pt x="91727" y="90344"/>
                      <a:pt x="91140" y="90947"/>
                    </a:cubicBezTo>
                    <a:cubicBezTo>
                      <a:pt x="87552" y="94535"/>
                      <a:pt x="85562" y="99298"/>
                      <a:pt x="85562" y="104387"/>
                    </a:cubicBezTo>
                    <a:cubicBezTo>
                      <a:pt x="85562" y="114858"/>
                      <a:pt x="94109" y="123404"/>
                      <a:pt x="104580" y="123404"/>
                    </a:cubicBezTo>
                    <a:cubicBezTo>
                      <a:pt x="115051" y="123404"/>
                      <a:pt x="123597" y="114858"/>
                      <a:pt x="123597" y="104387"/>
                    </a:cubicBezTo>
                    <a:cubicBezTo>
                      <a:pt x="123597" y="93916"/>
                      <a:pt x="115051" y="85369"/>
                      <a:pt x="104580" y="85369"/>
                    </a:cubicBezTo>
                    <a:close/>
                    <a:moveTo>
                      <a:pt x="21366" y="70755"/>
                    </a:moveTo>
                    <a:cubicBezTo>
                      <a:pt x="19670" y="70755"/>
                      <a:pt x="18300" y="72126"/>
                      <a:pt x="18300" y="73822"/>
                    </a:cubicBezTo>
                    <a:lnTo>
                      <a:pt x="18300" y="134984"/>
                    </a:lnTo>
                    <a:cubicBezTo>
                      <a:pt x="18300" y="136648"/>
                      <a:pt x="19670" y="138018"/>
                      <a:pt x="21366" y="138018"/>
                    </a:cubicBezTo>
                    <a:cubicBezTo>
                      <a:pt x="23063" y="138018"/>
                      <a:pt x="24433" y="136648"/>
                      <a:pt x="24433" y="134984"/>
                    </a:cubicBezTo>
                    <a:lnTo>
                      <a:pt x="24433" y="73822"/>
                    </a:lnTo>
                    <a:cubicBezTo>
                      <a:pt x="24433" y="72126"/>
                      <a:pt x="23063" y="70755"/>
                      <a:pt x="21366" y="70755"/>
                    </a:cubicBezTo>
                    <a:close/>
                    <a:moveTo>
                      <a:pt x="187793" y="70755"/>
                    </a:moveTo>
                    <a:cubicBezTo>
                      <a:pt x="186097" y="70755"/>
                      <a:pt x="184727" y="72126"/>
                      <a:pt x="184727" y="73822"/>
                    </a:cubicBezTo>
                    <a:lnTo>
                      <a:pt x="184727" y="134984"/>
                    </a:lnTo>
                    <a:cubicBezTo>
                      <a:pt x="184727" y="136648"/>
                      <a:pt x="186097" y="138018"/>
                      <a:pt x="187793" y="138018"/>
                    </a:cubicBezTo>
                    <a:cubicBezTo>
                      <a:pt x="189489" y="138018"/>
                      <a:pt x="190859" y="136648"/>
                      <a:pt x="190859" y="134984"/>
                    </a:cubicBezTo>
                    <a:lnTo>
                      <a:pt x="190859" y="73822"/>
                    </a:lnTo>
                    <a:cubicBezTo>
                      <a:pt x="190859" y="72126"/>
                      <a:pt x="189489" y="70755"/>
                      <a:pt x="187793" y="70755"/>
                    </a:cubicBezTo>
                    <a:close/>
                    <a:moveTo>
                      <a:pt x="104580" y="66417"/>
                    </a:moveTo>
                    <a:cubicBezTo>
                      <a:pt x="105754" y="66417"/>
                      <a:pt x="107776" y="69288"/>
                      <a:pt x="109114" y="71180"/>
                    </a:cubicBezTo>
                    <a:cubicBezTo>
                      <a:pt x="110973" y="73854"/>
                      <a:pt x="112898" y="76594"/>
                      <a:pt x="115605" y="77736"/>
                    </a:cubicBezTo>
                    <a:cubicBezTo>
                      <a:pt x="116799" y="78236"/>
                      <a:pt x="118105" y="78417"/>
                      <a:pt x="119463" y="78417"/>
                    </a:cubicBezTo>
                    <a:cubicBezTo>
                      <a:pt x="121296" y="78417"/>
                      <a:pt x="123224" y="78087"/>
                      <a:pt x="125097" y="77769"/>
                    </a:cubicBezTo>
                    <a:cubicBezTo>
                      <a:pt x="126465" y="77534"/>
                      <a:pt x="128435" y="77201"/>
                      <a:pt x="129842" y="77201"/>
                    </a:cubicBezTo>
                    <a:cubicBezTo>
                      <a:pt x="130582" y="77201"/>
                      <a:pt x="131167" y="77293"/>
                      <a:pt x="131426" y="77540"/>
                    </a:cubicBezTo>
                    <a:cubicBezTo>
                      <a:pt x="132143" y="78291"/>
                      <a:pt x="131556" y="81781"/>
                      <a:pt x="131197" y="83869"/>
                    </a:cubicBezTo>
                    <a:cubicBezTo>
                      <a:pt x="130643" y="87131"/>
                      <a:pt x="130056" y="90556"/>
                      <a:pt x="131230" y="93361"/>
                    </a:cubicBezTo>
                    <a:cubicBezTo>
                      <a:pt x="132372" y="96069"/>
                      <a:pt x="135112" y="97993"/>
                      <a:pt x="137787" y="99852"/>
                    </a:cubicBezTo>
                    <a:cubicBezTo>
                      <a:pt x="139679" y="101190"/>
                      <a:pt x="142549" y="103212"/>
                      <a:pt x="142549" y="104387"/>
                    </a:cubicBezTo>
                    <a:cubicBezTo>
                      <a:pt x="142549" y="105561"/>
                      <a:pt x="139679" y="107583"/>
                      <a:pt x="137787" y="108921"/>
                    </a:cubicBezTo>
                    <a:cubicBezTo>
                      <a:pt x="135112" y="110780"/>
                      <a:pt x="132372" y="112705"/>
                      <a:pt x="131230" y="115412"/>
                    </a:cubicBezTo>
                    <a:cubicBezTo>
                      <a:pt x="130056" y="118217"/>
                      <a:pt x="130643" y="121642"/>
                      <a:pt x="131197" y="124904"/>
                    </a:cubicBezTo>
                    <a:cubicBezTo>
                      <a:pt x="131556" y="126992"/>
                      <a:pt x="132143" y="130482"/>
                      <a:pt x="131426" y="131233"/>
                    </a:cubicBezTo>
                    <a:cubicBezTo>
                      <a:pt x="131167" y="131480"/>
                      <a:pt x="130582" y="131573"/>
                      <a:pt x="129842" y="131573"/>
                    </a:cubicBezTo>
                    <a:cubicBezTo>
                      <a:pt x="128435" y="131573"/>
                      <a:pt x="126465" y="131239"/>
                      <a:pt x="125097" y="131004"/>
                    </a:cubicBezTo>
                    <a:cubicBezTo>
                      <a:pt x="123224" y="130686"/>
                      <a:pt x="121296" y="130357"/>
                      <a:pt x="119463" y="130357"/>
                    </a:cubicBezTo>
                    <a:cubicBezTo>
                      <a:pt x="118105" y="130357"/>
                      <a:pt x="116799" y="130537"/>
                      <a:pt x="115605" y="131037"/>
                    </a:cubicBezTo>
                    <a:cubicBezTo>
                      <a:pt x="112898" y="132179"/>
                      <a:pt x="110973" y="134919"/>
                      <a:pt x="109114" y="137594"/>
                    </a:cubicBezTo>
                    <a:cubicBezTo>
                      <a:pt x="107776" y="139486"/>
                      <a:pt x="105754" y="142356"/>
                      <a:pt x="104580" y="142356"/>
                    </a:cubicBezTo>
                    <a:cubicBezTo>
                      <a:pt x="103405" y="142356"/>
                      <a:pt x="101383" y="139486"/>
                      <a:pt x="100045" y="137594"/>
                    </a:cubicBezTo>
                    <a:cubicBezTo>
                      <a:pt x="98186" y="134919"/>
                      <a:pt x="96262" y="132179"/>
                      <a:pt x="93554" y="131037"/>
                    </a:cubicBezTo>
                    <a:cubicBezTo>
                      <a:pt x="92347" y="130548"/>
                      <a:pt x="91042" y="130352"/>
                      <a:pt x="89672" y="130352"/>
                    </a:cubicBezTo>
                    <a:cubicBezTo>
                      <a:pt x="87846" y="130352"/>
                      <a:pt x="85921" y="130678"/>
                      <a:pt x="84062" y="131004"/>
                    </a:cubicBezTo>
                    <a:cubicBezTo>
                      <a:pt x="82694" y="131239"/>
                      <a:pt x="80724" y="131573"/>
                      <a:pt x="79317" y="131573"/>
                    </a:cubicBezTo>
                    <a:cubicBezTo>
                      <a:pt x="78577" y="131573"/>
                      <a:pt x="77992" y="131480"/>
                      <a:pt x="77733" y="131233"/>
                    </a:cubicBezTo>
                    <a:cubicBezTo>
                      <a:pt x="77016" y="130482"/>
                      <a:pt x="77603" y="126992"/>
                      <a:pt x="77962" y="124904"/>
                    </a:cubicBezTo>
                    <a:cubicBezTo>
                      <a:pt x="78516" y="121642"/>
                      <a:pt x="79103" y="118217"/>
                      <a:pt x="77929" y="115412"/>
                    </a:cubicBezTo>
                    <a:cubicBezTo>
                      <a:pt x="76787" y="112705"/>
                      <a:pt x="74047" y="110780"/>
                      <a:pt x="71373" y="108921"/>
                    </a:cubicBezTo>
                    <a:cubicBezTo>
                      <a:pt x="69481" y="107583"/>
                      <a:pt x="66610" y="105561"/>
                      <a:pt x="66610" y="104387"/>
                    </a:cubicBezTo>
                    <a:cubicBezTo>
                      <a:pt x="66610" y="103212"/>
                      <a:pt x="69481" y="101190"/>
                      <a:pt x="71373" y="99852"/>
                    </a:cubicBezTo>
                    <a:cubicBezTo>
                      <a:pt x="74047" y="97993"/>
                      <a:pt x="76787" y="96069"/>
                      <a:pt x="77929" y="93361"/>
                    </a:cubicBezTo>
                    <a:cubicBezTo>
                      <a:pt x="79103" y="90556"/>
                      <a:pt x="78516" y="87131"/>
                      <a:pt x="77962" y="83869"/>
                    </a:cubicBezTo>
                    <a:cubicBezTo>
                      <a:pt x="77603" y="81781"/>
                      <a:pt x="77016" y="78291"/>
                      <a:pt x="77733" y="77540"/>
                    </a:cubicBezTo>
                    <a:cubicBezTo>
                      <a:pt x="77992" y="77293"/>
                      <a:pt x="78577" y="77201"/>
                      <a:pt x="79317" y="77201"/>
                    </a:cubicBezTo>
                    <a:cubicBezTo>
                      <a:pt x="80724" y="77201"/>
                      <a:pt x="82694" y="77534"/>
                      <a:pt x="84062" y="77769"/>
                    </a:cubicBezTo>
                    <a:cubicBezTo>
                      <a:pt x="85935" y="78087"/>
                      <a:pt x="87863" y="78417"/>
                      <a:pt x="89696" y="78417"/>
                    </a:cubicBezTo>
                    <a:cubicBezTo>
                      <a:pt x="91054" y="78417"/>
                      <a:pt x="92360" y="78236"/>
                      <a:pt x="93554" y="77736"/>
                    </a:cubicBezTo>
                    <a:cubicBezTo>
                      <a:pt x="96262" y="76594"/>
                      <a:pt x="98186" y="73854"/>
                      <a:pt x="100045" y="71180"/>
                    </a:cubicBezTo>
                    <a:cubicBezTo>
                      <a:pt x="101383" y="69288"/>
                      <a:pt x="103405" y="66417"/>
                      <a:pt x="104580" y="66417"/>
                    </a:cubicBezTo>
                    <a:close/>
                    <a:moveTo>
                      <a:pt x="52681" y="49430"/>
                    </a:moveTo>
                    <a:cubicBezTo>
                      <a:pt x="51898" y="49430"/>
                      <a:pt x="51116" y="49732"/>
                      <a:pt x="50528" y="50335"/>
                    </a:cubicBezTo>
                    <a:cubicBezTo>
                      <a:pt x="49322" y="51510"/>
                      <a:pt x="49322" y="53467"/>
                      <a:pt x="50528" y="54641"/>
                    </a:cubicBezTo>
                    <a:lnTo>
                      <a:pt x="71764" y="75909"/>
                    </a:lnTo>
                    <a:cubicBezTo>
                      <a:pt x="70883" y="78617"/>
                      <a:pt x="71405" y="81879"/>
                      <a:pt x="71927" y="84880"/>
                    </a:cubicBezTo>
                    <a:cubicBezTo>
                      <a:pt x="72286" y="87098"/>
                      <a:pt x="72775" y="89838"/>
                      <a:pt x="72286" y="91012"/>
                    </a:cubicBezTo>
                    <a:cubicBezTo>
                      <a:pt x="71829" y="92089"/>
                      <a:pt x="69644" y="93622"/>
                      <a:pt x="67850" y="94862"/>
                    </a:cubicBezTo>
                    <a:cubicBezTo>
                      <a:pt x="64425" y="97275"/>
                      <a:pt x="60510" y="100016"/>
                      <a:pt x="60510" y="104387"/>
                    </a:cubicBezTo>
                    <a:cubicBezTo>
                      <a:pt x="60510" y="108758"/>
                      <a:pt x="64425" y="111498"/>
                      <a:pt x="67850" y="113912"/>
                    </a:cubicBezTo>
                    <a:cubicBezTo>
                      <a:pt x="69644" y="115151"/>
                      <a:pt x="71829" y="116684"/>
                      <a:pt x="72286" y="117761"/>
                    </a:cubicBezTo>
                    <a:cubicBezTo>
                      <a:pt x="72775" y="118935"/>
                      <a:pt x="72286" y="121708"/>
                      <a:pt x="71927" y="123893"/>
                    </a:cubicBezTo>
                    <a:cubicBezTo>
                      <a:pt x="71405" y="126894"/>
                      <a:pt x="70883" y="130156"/>
                      <a:pt x="71764" y="132864"/>
                    </a:cubicBezTo>
                    <a:lnTo>
                      <a:pt x="50528" y="154132"/>
                    </a:lnTo>
                    <a:cubicBezTo>
                      <a:pt x="49322" y="155306"/>
                      <a:pt x="49322" y="157263"/>
                      <a:pt x="50528" y="158438"/>
                    </a:cubicBezTo>
                    <a:cubicBezTo>
                      <a:pt x="51116" y="159041"/>
                      <a:pt x="51898" y="159343"/>
                      <a:pt x="52681" y="159343"/>
                    </a:cubicBezTo>
                    <a:cubicBezTo>
                      <a:pt x="53464" y="159343"/>
                      <a:pt x="54247" y="159041"/>
                      <a:pt x="54834" y="158438"/>
                    </a:cubicBezTo>
                    <a:lnTo>
                      <a:pt x="76102" y="137202"/>
                    </a:lnTo>
                    <a:cubicBezTo>
                      <a:pt x="77158" y="137546"/>
                      <a:pt x="78299" y="137676"/>
                      <a:pt x="79475" y="137676"/>
                    </a:cubicBezTo>
                    <a:cubicBezTo>
                      <a:pt x="81315" y="137676"/>
                      <a:pt x="83242" y="137357"/>
                      <a:pt x="85073" y="137039"/>
                    </a:cubicBezTo>
                    <a:cubicBezTo>
                      <a:pt x="86622" y="136788"/>
                      <a:pt x="88426" y="136474"/>
                      <a:pt x="89773" y="136474"/>
                    </a:cubicBezTo>
                    <a:cubicBezTo>
                      <a:pt x="90355" y="136474"/>
                      <a:pt x="90851" y="136533"/>
                      <a:pt x="91205" y="136680"/>
                    </a:cubicBezTo>
                    <a:cubicBezTo>
                      <a:pt x="92282" y="137137"/>
                      <a:pt x="93815" y="139322"/>
                      <a:pt x="95055" y="141117"/>
                    </a:cubicBezTo>
                    <a:cubicBezTo>
                      <a:pt x="97468" y="144542"/>
                      <a:pt x="100209" y="148456"/>
                      <a:pt x="104580" y="148456"/>
                    </a:cubicBezTo>
                    <a:cubicBezTo>
                      <a:pt x="108951" y="148456"/>
                      <a:pt x="111691" y="144542"/>
                      <a:pt x="114105" y="141117"/>
                    </a:cubicBezTo>
                    <a:cubicBezTo>
                      <a:pt x="115344" y="139322"/>
                      <a:pt x="116877" y="137137"/>
                      <a:pt x="117954" y="136680"/>
                    </a:cubicBezTo>
                    <a:cubicBezTo>
                      <a:pt x="118308" y="136533"/>
                      <a:pt x="118804" y="136474"/>
                      <a:pt x="119386" y="136474"/>
                    </a:cubicBezTo>
                    <a:cubicBezTo>
                      <a:pt x="120733" y="136474"/>
                      <a:pt x="122537" y="136788"/>
                      <a:pt x="124086" y="137039"/>
                    </a:cubicBezTo>
                    <a:cubicBezTo>
                      <a:pt x="125923" y="137358"/>
                      <a:pt x="127857" y="137690"/>
                      <a:pt x="129702" y="137690"/>
                    </a:cubicBezTo>
                    <a:cubicBezTo>
                      <a:pt x="130872" y="137690"/>
                      <a:pt x="132006" y="137557"/>
                      <a:pt x="133057" y="137202"/>
                    </a:cubicBezTo>
                    <a:lnTo>
                      <a:pt x="154325" y="158438"/>
                    </a:lnTo>
                    <a:cubicBezTo>
                      <a:pt x="154912" y="159041"/>
                      <a:pt x="155695" y="159343"/>
                      <a:pt x="156478" y="159343"/>
                    </a:cubicBezTo>
                    <a:cubicBezTo>
                      <a:pt x="157261" y="159343"/>
                      <a:pt x="158044" y="159041"/>
                      <a:pt x="158631" y="158438"/>
                    </a:cubicBezTo>
                    <a:cubicBezTo>
                      <a:pt x="159838" y="157263"/>
                      <a:pt x="159838" y="155306"/>
                      <a:pt x="158631" y="154132"/>
                    </a:cubicBezTo>
                    <a:lnTo>
                      <a:pt x="137395" y="132864"/>
                    </a:lnTo>
                    <a:cubicBezTo>
                      <a:pt x="138276" y="130156"/>
                      <a:pt x="137754" y="126894"/>
                      <a:pt x="137232" y="123893"/>
                    </a:cubicBezTo>
                    <a:cubicBezTo>
                      <a:pt x="136873" y="121708"/>
                      <a:pt x="136384" y="118935"/>
                      <a:pt x="136873" y="117761"/>
                    </a:cubicBezTo>
                    <a:cubicBezTo>
                      <a:pt x="137330" y="116684"/>
                      <a:pt x="139515" y="115151"/>
                      <a:pt x="141310" y="113912"/>
                    </a:cubicBezTo>
                    <a:cubicBezTo>
                      <a:pt x="144735" y="111498"/>
                      <a:pt x="148649" y="108758"/>
                      <a:pt x="148649" y="104387"/>
                    </a:cubicBezTo>
                    <a:cubicBezTo>
                      <a:pt x="148649" y="100016"/>
                      <a:pt x="144735" y="97275"/>
                      <a:pt x="141310" y="94862"/>
                    </a:cubicBezTo>
                    <a:cubicBezTo>
                      <a:pt x="139515" y="93622"/>
                      <a:pt x="137330" y="92089"/>
                      <a:pt x="136873" y="91012"/>
                    </a:cubicBezTo>
                    <a:cubicBezTo>
                      <a:pt x="136384" y="89838"/>
                      <a:pt x="136873" y="87098"/>
                      <a:pt x="137232" y="84880"/>
                    </a:cubicBezTo>
                    <a:cubicBezTo>
                      <a:pt x="137754" y="81879"/>
                      <a:pt x="138276" y="78617"/>
                      <a:pt x="137395" y="75909"/>
                    </a:cubicBezTo>
                    <a:lnTo>
                      <a:pt x="158631" y="54641"/>
                    </a:lnTo>
                    <a:cubicBezTo>
                      <a:pt x="159838" y="53467"/>
                      <a:pt x="159838" y="51510"/>
                      <a:pt x="158631" y="50335"/>
                    </a:cubicBezTo>
                    <a:cubicBezTo>
                      <a:pt x="158044" y="49732"/>
                      <a:pt x="157261" y="49430"/>
                      <a:pt x="156478" y="49430"/>
                    </a:cubicBezTo>
                    <a:cubicBezTo>
                      <a:pt x="155695" y="49430"/>
                      <a:pt x="154912" y="49732"/>
                      <a:pt x="154325" y="50335"/>
                    </a:cubicBezTo>
                    <a:lnTo>
                      <a:pt x="133057" y="71604"/>
                    </a:lnTo>
                    <a:cubicBezTo>
                      <a:pt x="131982" y="71241"/>
                      <a:pt x="130820" y="71105"/>
                      <a:pt x="129621" y="71105"/>
                    </a:cubicBezTo>
                    <a:cubicBezTo>
                      <a:pt x="127801" y="71105"/>
                      <a:pt x="125896" y="71419"/>
                      <a:pt x="124086" y="71734"/>
                    </a:cubicBezTo>
                    <a:cubicBezTo>
                      <a:pt x="122537" y="71985"/>
                      <a:pt x="120733" y="72299"/>
                      <a:pt x="119386" y="72299"/>
                    </a:cubicBezTo>
                    <a:cubicBezTo>
                      <a:pt x="118804" y="72299"/>
                      <a:pt x="118308" y="72240"/>
                      <a:pt x="117954" y="72093"/>
                    </a:cubicBezTo>
                    <a:cubicBezTo>
                      <a:pt x="116877" y="71636"/>
                      <a:pt x="115344" y="69451"/>
                      <a:pt x="114105" y="67689"/>
                    </a:cubicBezTo>
                    <a:cubicBezTo>
                      <a:pt x="111691" y="64232"/>
                      <a:pt x="108951" y="60317"/>
                      <a:pt x="104580" y="60317"/>
                    </a:cubicBezTo>
                    <a:cubicBezTo>
                      <a:pt x="100209" y="60317"/>
                      <a:pt x="97468" y="64232"/>
                      <a:pt x="95055" y="67689"/>
                    </a:cubicBezTo>
                    <a:cubicBezTo>
                      <a:pt x="93815" y="69451"/>
                      <a:pt x="92282" y="71636"/>
                      <a:pt x="91205" y="72093"/>
                    </a:cubicBezTo>
                    <a:cubicBezTo>
                      <a:pt x="90851" y="72240"/>
                      <a:pt x="90355" y="72299"/>
                      <a:pt x="89773" y="72299"/>
                    </a:cubicBezTo>
                    <a:cubicBezTo>
                      <a:pt x="88426" y="72299"/>
                      <a:pt x="86622" y="71985"/>
                      <a:pt x="85073" y="71734"/>
                    </a:cubicBezTo>
                    <a:cubicBezTo>
                      <a:pt x="83263" y="71419"/>
                      <a:pt x="81359" y="71105"/>
                      <a:pt x="79538" y="71105"/>
                    </a:cubicBezTo>
                    <a:cubicBezTo>
                      <a:pt x="78339" y="71105"/>
                      <a:pt x="77177" y="71241"/>
                      <a:pt x="76102" y="71604"/>
                    </a:cubicBezTo>
                    <a:lnTo>
                      <a:pt x="54834" y="50335"/>
                    </a:lnTo>
                    <a:cubicBezTo>
                      <a:pt x="54247" y="49732"/>
                      <a:pt x="53464" y="49430"/>
                      <a:pt x="52681" y="49430"/>
                    </a:cubicBezTo>
                    <a:close/>
                    <a:moveTo>
                      <a:pt x="55650" y="184534"/>
                    </a:moveTo>
                    <a:cubicBezTo>
                      <a:pt x="53954" y="184534"/>
                      <a:pt x="52584" y="185904"/>
                      <a:pt x="52584" y="187600"/>
                    </a:cubicBezTo>
                    <a:cubicBezTo>
                      <a:pt x="52584" y="189296"/>
                      <a:pt x="53954" y="190666"/>
                      <a:pt x="55650" y="190666"/>
                    </a:cubicBezTo>
                    <a:lnTo>
                      <a:pt x="159642" y="190666"/>
                    </a:lnTo>
                    <a:cubicBezTo>
                      <a:pt x="161306" y="190666"/>
                      <a:pt x="162676" y="189296"/>
                      <a:pt x="162676" y="187600"/>
                    </a:cubicBezTo>
                    <a:cubicBezTo>
                      <a:pt x="162676" y="185904"/>
                      <a:pt x="161306" y="184534"/>
                      <a:pt x="159642" y="184534"/>
                    </a:cubicBezTo>
                    <a:close/>
                    <a:moveTo>
                      <a:pt x="30891" y="150120"/>
                    </a:moveTo>
                    <a:cubicBezTo>
                      <a:pt x="31054" y="150152"/>
                      <a:pt x="31120" y="150250"/>
                      <a:pt x="31120" y="150283"/>
                    </a:cubicBezTo>
                    <a:cubicBezTo>
                      <a:pt x="28967" y="155861"/>
                      <a:pt x="26553" y="161406"/>
                      <a:pt x="24237" y="166886"/>
                    </a:cubicBezTo>
                    <a:cubicBezTo>
                      <a:pt x="23519" y="168615"/>
                      <a:pt x="24106" y="170409"/>
                      <a:pt x="25770" y="171355"/>
                    </a:cubicBezTo>
                    <a:cubicBezTo>
                      <a:pt x="27564" y="172399"/>
                      <a:pt x="29358" y="173443"/>
                      <a:pt x="31152" y="174487"/>
                    </a:cubicBezTo>
                    <a:cubicBezTo>
                      <a:pt x="33762" y="175987"/>
                      <a:pt x="36339" y="177488"/>
                      <a:pt x="38948" y="178988"/>
                    </a:cubicBezTo>
                    <a:cubicBezTo>
                      <a:pt x="39405" y="179249"/>
                      <a:pt x="39405" y="179282"/>
                      <a:pt x="39079" y="179608"/>
                    </a:cubicBezTo>
                    <a:cubicBezTo>
                      <a:pt x="32685" y="185643"/>
                      <a:pt x="15136" y="202442"/>
                      <a:pt x="14614" y="202638"/>
                    </a:cubicBezTo>
                    <a:cubicBezTo>
                      <a:pt x="14581" y="202638"/>
                      <a:pt x="14418" y="202572"/>
                      <a:pt x="14451" y="202474"/>
                    </a:cubicBezTo>
                    <a:cubicBezTo>
                      <a:pt x="16636" y="196831"/>
                      <a:pt x="18920" y="191645"/>
                      <a:pt x="21366" y="185871"/>
                    </a:cubicBezTo>
                    <a:cubicBezTo>
                      <a:pt x="21953" y="184436"/>
                      <a:pt x="21725" y="182479"/>
                      <a:pt x="19833" y="181402"/>
                    </a:cubicBezTo>
                    <a:cubicBezTo>
                      <a:pt x="15397" y="178858"/>
                      <a:pt x="10928" y="176346"/>
                      <a:pt x="6557" y="173704"/>
                    </a:cubicBezTo>
                    <a:cubicBezTo>
                      <a:pt x="6231" y="173508"/>
                      <a:pt x="6231" y="173410"/>
                      <a:pt x="6524" y="173149"/>
                    </a:cubicBezTo>
                    <a:cubicBezTo>
                      <a:pt x="15038" y="165092"/>
                      <a:pt x="30141" y="150576"/>
                      <a:pt x="30891" y="150120"/>
                    </a:cubicBezTo>
                    <a:close/>
                    <a:moveTo>
                      <a:pt x="194480" y="150120"/>
                    </a:moveTo>
                    <a:cubicBezTo>
                      <a:pt x="194643" y="150152"/>
                      <a:pt x="194708" y="150250"/>
                      <a:pt x="194708" y="150283"/>
                    </a:cubicBezTo>
                    <a:cubicBezTo>
                      <a:pt x="192523" y="155861"/>
                      <a:pt x="190141" y="161406"/>
                      <a:pt x="187793" y="166886"/>
                    </a:cubicBezTo>
                    <a:cubicBezTo>
                      <a:pt x="187075" y="168615"/>
                      <a:pt x="187695" y="170409"/>
                      <a:pt x="189326" y="171355"/>
                    </a:cubicBezTo>
                    <a:cubicBezTo>
                      <a:pt x="193730" y="173899"/>
                      <a:pt x="198101" y="176444"/>
                      <a:pt x="202504" y="178988"/>
                    </a:cubicBezTo>
                    <a:cubicBezTo>
                      <a:pt x="202961" y="179249"/>
                      <a:pt x="202961" y="179282"/>
                      <a:pt x="202635" y="179608"/>
                    </a:cubicBezTo>
                    <a:cubicBezTo>
                      <a:pt x="194154" y="187665"/>
                      <a:pt x="179018" y="202246"/>
                      <a:pt x="178203" y="202638"/>
                    </a:cubicBezTo>
                    <a:cubicBezTo>
                      <a:pt x="178137" y="202638"/>
                      <a:pt x="178007" y="202572"/>
                      <a:pt x="178040" y="202474"/>
                    </a:cubicBezTo>
                    <a:cubicBezTo>
                      <a:pt x="180192" y="196864"/>
                      <a:pt x="182574" y="191482"/>
                      <a:pt x="184922" y="185871"/>
                    </a:cubicBezTo>
                    <a:cubicBezTo>
                      <a:pt x="185542" y="184436"/>
                      <a:pt x="185281" y="182479"/>
                      <a:pt x="183389" y="181402"/>
                    </a:cubicBezTo>
                    <a:cubicBezTo>
                      <a:pt x="178985" y="178858"/>
                      <a:pt x="174517" y="176346"/>
                      <a:pt x="170113" y="173704"/>
                    </a:cubicBezTo>
                    <a:cubicBezTo>
                      <a:pt x="169787" y="173508"/>
                      <a:pt x="169787" y="173410"/>
                      <a:pt x="170080" y="173149"/>
                    </a:cubicBezTo>
                    <a:cubicBezTo>
                      <a:pt x="178594" y="165092"/>
                      <a:pt x="193730" y="150576"/>
                      <a:pt x="194480" y="150120"/>
                    </a:cubicBezTo>
                    <a:close/>
                    <a:moveTo>
                      <a:pt x="194377" y="143984"/>
                    </a:moveTo>
                    <a:cubicBezTo>
                      <a:pt x="194314" y="143984"/>
                      <a:pt x="194250" y="143985"/>
                      <a:pt x="194186" y="143987"/>
                    </a:cubicBezTo>
                    <a:cubicBezTo>
                      <a:pt x="192653" y="144052"/>
                      <a:pt x="191185" y="144737"/>
                      <a:pt x="189815" y="146042"/>
                    </a:cubicBezTo>
                    <a:cubicBezTo>
                      <a:pt x="181791" y="153675"/>
                      <a:pt x="173864" y="161145"/>
                      <a:pt x="165872" y="168713"/>
                    </a:cubicBezTo>
                    <a:cubicBezTo>
                      <a:pt x="164339" y="170148"/>
                      <a:pt x="163589" y="172138"/>
                      <a:pt x="163817" y="174128"/>
                    </a:cubicBezTo>
                    <a:cubicBezTo>
                      <a:pt x="164013" y="176118"/>
                      <a:pt x="165155" y="177847"/>
                      <a:pt x="166949" y="178956"/>
                    </a:cubicBezTo>
                    <a:cubicBezTo>
                      <a:pt x="170765" y="181239"/>
                      <a:pt x="174614" y="183424"/>
                      <a:pt x="178398" y="185577"/>
                    </a:cubicBezTo>
                    <a:cubicBezTo>
                      <a:pt x="176311" y="190568"/>
                      <a:pt x="174256" y="195266"/>
                      <a:pt x="172331" y="200256"/>
                    </a:cubicBezTo>
                    <a:cubicBezTo>
                      <a:pt x="170798" y="204236"/>
                      <a:pt x="173734" y="208770"/>
                      <a:pt x="178235" y="208770"/>
                    </a:cubicBezTo>
                    <a:cubicBezTo>
                      <a:pt x="179605" y="208770"/>
                      <a:pt x="181236" y="208281"/>
                      <a:pt x="182932" y="206715"/>
                    </a:cubicBezTo>
                    <a:cubicBezTo>
                      <a:pt x="190892" y="199180"/>
                      <a:pt x="198916" y="191579"/>
                      <a:pt x="206843" y="184044"/>
                    </a:cubicBezTo>
                    <a:cubicBezTo>
                      <a:pt x="208409" y="182576"/>
                      <a:pt x="209159" y="180587"/>
                      <a:pt x="208931" y="178564"/>
                    </a:cubicBezTo>
                    <a:cubicBezTo>
                      <a:pt x="208670" y="176542"/>
                      <a:pt x="207463" y="174780"/>
                      <a:pt x="205571" y="173671"/>
                    </a:cubicBezTo>
                    <a:cubicBezTo>
                      <a:pt x="201819" y="171518"/>
                      <a:pt x="198068" y="169365"/>
                      <a:pt x="194317" y="167180"/>
                    </a:cubicBezTo>
                    <a:cubicBezTo>
                      <a:pt x="196372" y="162385"/>
                      <a:pt x="198492" y="157426"/>
                      <a:pt x="200417" y="152468"/>
                    </a:cubicBezTo>
                    <a:cubicBezTo>
                      <a:pt x="201134" y="150576"/>
                      <a:pt x="200873" y="148456"/>
                      <a:pt x="199732" y="146760"/>
                    </a:cubicBezTo>
                    <a:cubicBezTo>
                      <a:pt x="198559" y="145049"/>
                      <a:pt x="196526" y="143984"/>
                      <a:pt x="194377" y="143984"/>
                    </a:cubicBezTo>
                    <a:close/>
                    <a:moveTo>
                      <a:pt x="30821" y="143984"/>
                    </a:moveTo>
                    <a:cubicBezTo>
                      <a:pt x="30758" y="143984"/>
                      <a:pt x="30694" y="143985"/>
                      <a:pt x="30630" y="143987"/>
                    </a:cubicBezTo>
                    <a:cubicBezTo>
                      <a:pt x="29097" y="144052"/>
                      <a:pt x="27629" y="144737"/>
                      <a:pt x="26227" y="146042"/>
                    </a:cubicBezTo>
                    <a:cubicBezTo>
                      <a:pt x="18235" y="153675"/>
                      <a:pt x="10276" y="161145"/>
                      <a:pt x="2316" y="168713"/>
                    </a:cubicBezTo>
                    <a:cubicBezTo>
                      <a:pt x="783" y="170148"/>
                      <a:pt x="0" y="172138"/>
                      <a:pt x="229" y="174128"/>
                    </a:cubicBezTo>
                    <a:cubicBezTo>
                      <a:pt x="457" y="176118"/>
                      <a:pt x="1599" y="177847"/>
                      <a:pt x="3393" y="178956"/>
                    </a:cubicBezTo>
                    <a:cubicBezTo>
                      <a:pt x="6589" y="180880"/>
                      <a:pt x="9917" y="182772"/>
                      <a:pt x="13113" y="184599"/>
                    </a:cubicBezTo>
                    <a:cubicBezTo>
                      <a:pt x="13668" y="184925"/>
                      <a:pt x="14255" y="185251"/>
                      <a:pt x="14842" y="185577"/>
                    </a:cubicBezTo>
                    <a:cubicBezTo>
                      <a:pt x="12689" y="190731"/>
                      <a:pt x="10700" y="195200"/>
                      <a:pt x="8742" y="200256"/>
                    </a:cubicBezTo>
                    <a:cubicBezTo>
                      <a:pt x="7568" y="203323"/>
                      <a:pt x="8938" y="206682"/>
                      <a:pt x="11907" y="208118"/>
                    </a:cubicBezTo>
                    <a:cubicBezTo>
                      <a:pt x="12784" y="208550"/>
                      <a:pt x="13714" y="208786"/>
                      <a:pt x="14663" y="208786"/>
                    </a:cubicBezTo>
                    <a:cubicBezTo>
                      <a:pt x="16217" y="208786"/>
                      <a:pt x="17825" y="208153"/>
                      <a:pt x="19344" y="206715"/>
                    </a:cubicBezTo>
                    <a:cubicBezTo>
                      <a:pt x="27270" y="199147"/>
                      <a:pt x="35328" y="191579"/>
                      <a:pt x="43287" y="184044"/>
                    </a:cubicBezTo>
                    <a:cubicBezTo>
                      <a:pt x="44820" y="182576"/>
                      <a:pt x="45603" y="180587"/>
                      <a:pt x="45342" y="178564"/>
                    </a:cubicBezTo>
                    <a:cubicBezTo>
                      <a:pt x="45114" y="176542"/>
                      <a:pt x="43874" y="174780"/>
                      <a:pt x="41982" y="173671"/>
                    </a:cubicBezTo>
                    <a:cubicBezTo>
                      <a:pt x="38231" y="171518"/>
                      <a:pt x="34512" y="169365"/>
                      <a:pt x="30761" y="167180"/>
                    </a:cubicBezTo>
                    <a:cubicBezTo>
                      <a:pt x="32783" y="162385"/>
                      <a:pt x="34904" y="157426"/>
                      <a:pt x="36828" y="152468"/>
                    </a:cubicBezTo>
                    <a:cubicBezTo>
                      <a:pt x="37578" y="150576"/>
                      <a:pt x="37317" y="148456"/>
                      <a:pt x="36143" y="146760"/>
                    </a:cubicBezTo>
                    <a:cubicBezTo>
                      <a:pt x="34971" y="145049"/>
                      <a:pt x="32968" y="143984"/>
                      <a:pt x="30821" y="143984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37" name="Google Shape;637;p41"/>
          <p:cNvSpPr txBox="1">
            <a:spLocks noGrp="1"/>
          </p:cNvSpPr>
          <p:nvPr>
            <p:ph type="title"/>
          </p:nvPr>
        </p:nvSpPr>
        <p:spPr>
          <a:xfrm>
            <a:off x="713250" y="4174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 THE PRESENTATION</a:t>
            </a:r>
            <a:endParaRPr dirty="0"/>
          </a:p>
        </p:txBody>
      </p:sp>
      <p:sp>
        <p:nvSpPr>
          <p:cNvPr id="639" name="Google Shape;639;p41"/>
          <p:cNvSpPr txBox="1">
            <a:spLocks noGrp="1"/>
          </p:cNvSpPr>
          <p:nvPr>
            <p:ph type="subTitle" idx="2"/>
          </p:nvPr>
        </p:nvSpPr>
        <p:spPr>
          <a:xfrm flipH="1">
            <a:off x="3362250" y="1999740"/>
            <a:ext cx="4124700" cy="34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WHAT ARE THE SDGs</a:t>
            </a:r>
            <a:endParaRPr dirty="0"/>
          </a:p>
        </p:txBody>
      </p:sp>
      <p:sp>
        <p:nvSpPr>
          <p:cNvPr id="640" name="Google Shape;640;p41"/>
          <p:cNvSpPr txBox="1">
            <a:spLocks noGrp="1"/>
          </p:cNvSpPr>
          <p:nvPr>
            <p:ph type="subTitle" idx="3"/>
          </p:nvPr>
        </p:nvSpPr>
        <p:spPr>
          <a:xfrm flipH="1">
            <a:off x="3366880" y="2796609"/>
            <a:ext cx="4124700" cy="34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PURPOSE OF THE SDGs</a:t>
            </a:r>
            <a:endParaRPr dirty="0"/>
          </a:p>
        </p:txBody>
      </p:sp>
      <p:sp>
        <p:nvSpPr>
          <p:cNvPr id="641" name="Google Shape;641;p41"/>
          <p:cNvSpPr txBox="1">
            <a:spLocks noGrp="1"/>
          </p:cNvSpPr>
          <p:nvPr>
            <p:ph type="subTitle" idx="4"/>
          </p:nvPr>
        </p:nvSpPr>
        <p:spPr>
          <a:xfrm flipH="1">
            <a:off x="3362250" y="3593481"/>
            <a:ext cx="4124700" cy="343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CALL TO ACTION</a:t>
            </a:r>
            <a:endParaRPr dirty="0"/>
          </a:p>
        </p:txBody>
      </p:sp>
      <p:sp>
        <p:nvSpPr>
          <p:cNvPr id="646" name="Google Shape;646;p41"/>
          <p:cNvSpPr txBox="1">
            <a:spLocks noGrp="1"/>
          </p:cNvSpPr>
          <p:nvPr>
            <p:ph type="title" idx="9"/>
          </p:nvPr>
        </p:nvSpPr>
        <p:spPr>
          <a:xfrm flipH="1">
            <a:off x="7632450" y="1292725"/>
            <a:ext cx="798300" cy="41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647" name="Google Shape;647;p41"/>
          <p:cNvSpPr txBox="1">
            <a:spLocks noGrp="1"/>
          </p:cNvSpPr>
          <p:nvPr>
            <p:ph type="title" idx="13"/>
          </p:nvPr>
        </p:nvSpPr>
        <p:spPr>
          <a:xfrm flipH="1">
            <a:off x="7632450" y="2089358"/>
            <a:ext cx="798300" cy="41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648" name="Google Shape;648;p41"/>
          <p:cNvSpPr txBox="1">
            <a:spLocks noGrp="1"/>
          </p:cNvSpPr>
          <p:nvPr>
            <p:ph type="title" idx="14"/>
          </p:nvPr>
        </p:nvSpPr>
        <p:spPr>
          <a:xfrm flipH="1">
            <a:off x="7632450" y="2885992"/>
            <a:ext cx="798300" cy="41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649" name="Google Shape;649;p41"/>
          <p:cNvSpPr txBox="1">
            <a:spLocks noGrp="1"/>
          </p:cNvSpPr>
          <p:nvPr>
            <p:ph type="title" idx="15"/>
          </p:nvPr>
        </p:nvSpPr>
        <p:spPr>
          <a:xfrm flipH="1">
            <a:off x="7632450" y="3682625"/>
            <a:ext cx="798300" cy="411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04</a:t>
            </a:r>
            <a:endParaRPr dirty="0"/>
          </a:p>
        </p:txBody>
      </p:sp>
      <p:grpSp>
        <p:nvGrpSpPr>
          <p:cNvPr id="650" name="Google Shape;650;p41"/>
          <p:cNvGrpSpPr/>
          <p:nvPr/>
        </p:nvGrpSpPr>
        <p:grpSpPr>
          <a:xfrm>
            <a:off x="1556019" y="1249108"/>
            <a:ext cx="1547481" cy="1547481"/>
            <a:chOff x="925988" y="1016900"/>
            <a:chExt cx="1946400" cy="1946400"/>
          </a:xfrm>
        </p:grpSpPr>
        <p:sp>
          <p:nvSpPr>
            <p:cNvPr id="651" name="Google Shape;651;p41"/>
            <p:cNvSpPr/>
            <p:nvPr/>
          </p:nvSpPr>
          <p:spPr>
            <a:xfrm>
              <a:off x="925988" y="1016900"/>
              <a:ext cx="1946400" cy="1946400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52" name="Google Shape;652;p41"/>
            <p:cNvGrpSpPr/>
            <p:nvPr/>
          </p:nvGrpSpPr>
          <p:grpSpPr>
            <a:xfrm>
              <a:off x="1083946" y="1174861"/>
              <a:ext cx="1630478" cy="1630478"/>
              <a:chOff x="1190625" y="238125"/>
              <a:chExt cx="5219200" cy="5219200"/>
            </a:xfrm>
          </p:grpSpPr>
          <p:sp>
            <p:nvSpPr>
              <p:cNvPr id="653" name="Google Shape;653;p41"/>
              <p:cNvSpPr/>
              <p:nvPr/>
            </p:nvSpPr>
            <p:spPr>
              <a:xfrm>
                <a:off x="1267275" y="314775"/>
                <a:ext cx="5065875" cy="5065875"/>
              </a:xfrm>
              <a:custGeom>
                <a:avLst/>
                <a:gdLst/>
                <a:ahLst/>
                <a:cxnLst/>
                <a:rect l="l" t="t" r="r" b="b"/>
                <a:pathLst>
                  <a:path w="202635" h="202635" extrusionOk="0">
                    <a:moveTo>
                      <a:pt x="101318" y="48310"/>
                    </a:moveTo>
                    <a:cubicBezTo>
                      <a:pt x="130578" y="48310"/>
                      <a:pt x="154325" y="72058"/>
                      <a:pt x="154325" y="101318"/>
                    </a:cubicBezTo>
                    <a:cubicBezTo>
                      <a:pt x="154325" y="130578"/>
                      <a:pt x="130578" y="154325"/>
                      <a:pt x="101318" y="154325"/>
                    </a:cubicBezTo>
                    <a:cubicBezTo>
                      <a:pt x="72058" y="154325"/>
                      <a:pt x="48310" y="130578"/>
                      <a:pt x="48310" y="101318"/>
                    </a:cubicBezTo>
                    <a:cubicBezTo>
                      <a:pt x="48310" y="72058"/>
                      <a:pt x="72058" y="48310"/>
                      <a:pt x="101318" y="48310"/>
                    </a:cubicBezTo>
                    <a:close/>
                    <a:moveTo>
                      <a:pt x="85432" y="0"/>
                    </a:moveTo>
                    <a:cubicBezTo>
                      <a:pt x="81680" y="0"/>
                      <a:pt x="78647" y="3034"/>
                      <a:pt x="78647" y="6753"/>
                    </a:cubicBezTo>
                    <a:lnTo>
                      <a:pt x="78647" y="20747"/>
                    </a:lnTo>
                    <a:cubicBezTo>
                      <a:pt x="78647" y="23584"/>
                      <a:pt x="76820" y="26129"/>
                      <a:pt x="74145" y="27107"/>
                    </a:cubicBezTo>
                    <a:cubicBezTo>
                      <a:pt x="72090" y="27858"/>
                      <a:pt x="70068" y="28706"/>
                      <a:pt x="68078" y="29619"/>
                    </a:cubicBezTo>
                    <a:cubicBezTo>
                      <a:pt x="67133" y="30056"/>
                      <a:pt x="66128" y="30271"/>
                      <a:pt x="65135" y="30271"/>
                    </a:cubicBezTo>
                    <a:cubicBezTo>
                      <a:pt x="63385" y="30271"/>
                      <a:pt x="61670" y="29604"/>
                      <a:pt x="60380" y="28314"/>
                    </a:cubicBezTo>
                    <a:lnTo>
                      <a:pt x="50496" y="18430"/>
                    </a:lnTo>
                    <a:cubicBezTo>
                      <a:pt x="49175" y="17109"/>
                      <a:pt x="47438" y="16449"/>
                      <a:pt x="45701" y="16449"/>
                    </a:cubicBezTo>
                    <a:cubicBezTo>
                      <a:pt x="43964" y="16449"/>
                      <a:pt x="42227" y="17109"/>
                      <a:pt x="40906" y="18430"/>
                    </a:cubicBezTo>
                    <a:lnTo>
                      <a:pt x="18430" y="40906"/>
                    </a:lnTo>
                    <a:cubicBezTo>
                      <a:pt x="15788" y="43548"/>
                      <a:pt x="15788" y="47854"/>
                      <a:pt x="18430" y="50496"/>
                    </a:cubicBezTo>
                    <a:lnTo>
                      <a:pt x="28314" y="60380"/>
                    </a:lnTo>
                    <a:cubicBezTo>
                      <a:pt x="30337" y="62402"/>
                      <a:pt x="30826" y="65468"/>
                      <a:pt x="29619" y="68078"/>
                    </a:cubicBezTo>
                    <a:cubicBezTo>
                      <a:pt x="28706" y="70035"/>
                      <a:pt x="27858" y="72090"/>
                      <a:pt x="27107" y="74145"/>
                    </a:cubicBezTo>
                    <a:cubicBezTo>
                      <a:pt x="26129" y="76820"/>
                      <a:pt x="23584" y="78647"/>
                      <a:pt x="20747" y="78647"/>
                    </a:cubicBezTo>
                    <a:lnTo>
                      <a:pt x="6753" y="78647"/>
                    </a:lnTo>
                    <a:cubicBezTo>
                      <a:pt x="3034" y="78647"/>
                      <a:pt x="0" y="81680"/>
                      <a:pt x="0" y="85432"/>
                    </a:cubicBezTo>
                    <a:lnTo>
                      <a:pt x="0" y="117203"/>
                    </a:lnTo>
                    <a:cubicBezTo>
                      <a:pt x="0" y="120955"/>
                      <a:pt x="3034" y="123988"/>
                      <a:pt x="6753" y="123988"/>
                    </a:cubicBezTo>
                    <a:lnTo>
                      <a:pt x="20747" y="123988"/>
                    </a:lnTo>
                    <a:cubicBezTo>
                      <a:pt x="23584" y="123988"/>
                      <a:pt x="26129" y="125815"/>
                      <a:pt x="27107" y="128490"/>
                    </a:cubicBezTo>
                    <a:cubicBezTo>
                      <a:pt x="27858" y="130545"/>
                      <a:pt x="28706" y="132567"/>
                      <a:pt x="29619" y="134557"/>
                    </a:cubicBezTo>
                    <a:cubicBezTo>
                      <a:pt x="30826" y="137167"/>
                      <a:pt x="30337" y="140233"/>
                      <a:pt x="28314" y="142255"/>
                    </a:cubicBezTo>
                    <a:lnTo>
                      <a:pt x="18430" y="152139"/>
                    </a:lnTo>
                    <a:cubicBezTo>
                      <a:pt x="15788" y="154782"/>
                      <a:pt x="15788" y="159087"/>
                      <a:pt x="18430" y="161730"/>
                    </a:cubicBezTo>
                    <a:lnTo>
                      <a:pt x="40906" y="184205"/>
                    </a:lnTo>
                    <a:cubicBezTo>
                      <a:pt x="42227" y="185526"/>
                      <a:pt x="43964" y="186186"/>
                      <a:pt x="45701" y="186186"/>
                    </a:cubicBezTo>
                    <a:cubicBezTo>
                      <a:pt x="47438" y="186186"/>
                      <a:pt x="49175" y="185526"/>
                      <a:pt x="50496" y="184205"/>
                    </a:cubicBezTo>
                    <a:lnTo>
                      <a:pt x="60380" y="174321"/>
                    </a:lnTo>
                    <a:cubicBezTo>
                      <a:pt x="61670" y="173031"/>
                      <a:pt x="63385" y="172364"/>
                      <a:pt x="65135" y="172364"/>
                    </a:cubicBezTo>
                    <a:cubicBezTo>
                      <a:pt x="66128" y="172364"/>
                      <a:pt x="67133" y="172579"/>
                      <a:pt x="68078" y="173016"/>
                    </a:cubicBezTo>
                    <a:cubicBezTo>
                      <a:pt x="70068" y="173929"/>
                      <a:pt x="72090" y="174778"/>
                      <a:pt x="74145" y="175528"/>
                    </a:cubicBezTo>
                    <a:cubicBezTo>
                      <a:pt x="76820" y="176506"/>
                      <a:pt x="78647" y="179051"/>
                      <a:pt x="78647" y="181889"/>
                    </a:cubicBezTo>
                    <a:lnTo>
                      <a:pt x="78647" y="195883"/>
                    </a:lnTo>
                    <a:cubicBezTo>
                      <a:pt x="78647" y="199601"/>
                      <a:pt x="81680" y="202635"/>
                      <a:pt x="85432" y="202635"/>
                    </a:cubicBezTo>
                    <a:lnTo>
                      <a:pt x="117203" y="202635"/>
                    </a:lnTo>
                    <a:cubicBezTo>
                      <a:pt x="120955" y="202635"/>
                      <a:pt x="123988" y="199601"/>
                      <a:pt x="123988" y="195883"/>
                    </a:cubicBezTo>
                    <a:lnTo>
                      <a:pt x="123988" y="181889"/>
                    </a:lnTo>
                    <a:cubicBezTo>
                      <a:pt x="123988" y="179051"/>
                      <a:pt x="125815" y="176506"/>
                      <a:pt x="128490" y="175528"/>
                    </a:cubicBezTo>
                    <a:cubicBezTo>
                      <a:pt x="130545" y="174778"/>
                      <a:pt x="132600" y="173929"/>
                      <a:pt x="134557" y="173016"/>
                    </a:cubicBezTo>
                    <a:cubicBezTo>
                      <a:pt x="135502" y="172579"/>
                      <a:pt x="136507" y="172364"/>
                      <a:pt x="137500" y="172364"/>
                    </a:cubicBezTo>
                    <a:cubicBezTo>
                      <a:pt x="139250" y="172364"/>
                      <a:pt x="140965" y="173031"/>
                      <a:pt x="142255" y="174321"/>
                    </a:cubicBezTo>
                    <a:lnTo>
                      <a:pt x="152139" y="184205"/>
                    </a:lnTo>
                    <a:cubicBezTo>
                      <a:pt x="153460" y="185526"/>
                      <a:pt x="155197" y="186186"/>
                      <a:pt x="156934" y="186186"/>
                    </a:cubicBezTo>
                    <a:cubicBezTo>
                      <a:pt x="158671" y="186186"/>
                      <a:pt x="160408" y="185526"/>
                      <a:pt x="161730" y="184205"/>
                    </a:cubicBezTo>
                    <a:lnTo>
                      <a:pt x="184205" y="161730"/>
                    </a:lnTo>
                    <a:cubicBezTo>
                      <a:pt x="186847" y="159087"/>
                      <a:pt x="186847" y="154782"/>
                      <a:pt x="184205" y="152139"/>
                    </a:cubicBezTo>
                    <a:lnTo>
                      <a:pt x="174321" y="142255"/>
                    </a:lnTo>
                    <a:cubicBezTo>
                      <a:pt x="172298" y="140233"/>
                      <a:pt x="171809" y="137167"/>
                      <a:pt x="173016" y="134557"/>
                    </a:cubicBezTo>
                    <a:cubicBezTo>
                      <a:pt x="173929" y="132600"/>
                      <a:pt x="174778" y="130545"/>
                      <a:pt x="175528" y="128490"/>
                    </a:cubicBezTo>
                    <a:cubicBezTo>
                      <a:pt x="176506" y="125815"/>
                      <a:pt x="179051" y="123988"/>
                      <a:pt x="181889" y="123988"/>
                    </a:cubicBezTo>
                    <a:lnTo>
                      <a:pt x="195883" y="123988"/>
                    </a:lnTo>
                    <a:cubicBezTo>
                      <a:pt x="199601" y="123988"/>
                      <a:pt x="202635" y="120955"/>
                      <a:pt x="202635" y="117203"/>
                    </a:cubicBezTo>
                    <a:lnTo>
                      <a:pt x="202635" y="85432"/>
                    </a:lnTo>
                    <a:cubicBezTo>
                      <a:pt x="202635" y="81680"/>
                      <a:pt x="199601" y="78647"/>
                      <a:pt x="195883" y="78647"/>
                    </a:cubicBezTo>
                    <a:lnTo>
                      <a:pt x="181889" y="78647"/>
                    </a:lnTo>
                    <a:cubicBezTo>
                      <a:pt x="179051" y="78647"/>
                      <a:pt x="176506" y="76820"/>
                      <a:pt x="175528" y="74145"/>
                    </a:cubicBezTo>
                    <a:cubicBezTo>
                      <a:pt x="174778" y="72090"/>
                      <a:pt x="173929" y="70068"/>
                      <a:pt x="173016" y="68078"/>
                    </a:cubicBezTo>
                    <a:cubicBezTo>
                      <a:pt x="171809" y="65468"/>
                      <a:pt x="172298" y="62402"/>
                      <a:pt x="174321" y="60380"/>
                    </a:cubicBezTo>
                    <a:lnTo>
                      <a:pt x="184205" y="50496"/>
                    </a:lnTo>
                    <a:cubicBezTo>
                      <a:pt x="186847" y="47854"/>
                      <a:pt x="186847" y="43548"/>
                      <a:pt x="184205" y="40906"/>
                    </a:cubicBezTo>
                    <a:lnTo>
                      <a:pt x="161730" y="18430"/>
                    </a:lnTo>
                    <a:cubicBezTo>
                      <a:pt x="160408" y="17109"/>
                      <a:pt x="158671" y="16449"/>
                      <a:pt x="156934" y="16449"/>
                    </a:cubicBezTo>
                    <a:cubicBezTo>
                      <a:pt x="155197" y="16449"/>
                      <a:pt x="153460" y="17109"/>
                      <a:pt x="152139" y="18430"/>
                    </a:cubicBezTo>
                    <a:lnTo>
                      <a:pt x="142255" y="28314"/>
                    </a:lnTo>
                    <a:cubicBezTo>
                      <a:pt x="140965" y="29604"/>
                      <a:pt x="139250" y="30271"/>
                      <a:pt x="137500" y="30271"/>
                    </a:cubicBezTo>
                    <a:cubicBezTo>
                      <a:pt x="136507" y="30271"/>
                      <a:pt x="135502" y="30056"/>
                      <a:pt x="134557" y="29619"/>
                    </a:cubicBezTo>
                    <a:cubicBezTo>
                      <a:pt x="132600" y="28706"/>
                      <a:pt x="130545" y="27858"/>
                      <a:pt x="128490" y="27107"/>
                    </a:cubicBezTo>
                    <a:cubicBezTo>
                      <a:pt x="125815" y="26129"/>
                      <a:pt x="123988" y="23584"/>
                      <a:pt x="123988" y="20747"/>
                    </a:cubicBezTo>
                    <a:lnTo>
                      <a:pt x="123988" y="6753"/>
                    </a:lnTo>
                    <a:cubicBezTo>
                      <a:pt x="123988" y="3034"/>
                      <a:pt x="120955" y="0"/>
                      <a:pt x="117203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4" name="Google Shape;654;p41"/>
              <p:cNvSpPr/>
              <p:nvPr/>
            </p:nvSpPr>
            <p:spPr>
              <a:xfrm>
                <a:off x="2782450" y="1364300"/>
                <a:ext cx="2038775" cy="2967075"/>
              </a:xfrm>
              <a:custGeom>
                <a:avLst/>
                <a:gdLst/>
                <a:ahLst/>
                <a:cxnLst/>
                <a:rect l="l" t="t" r="r" b="b"/>
                <a:pathLst>
                  <a:path w="81551" h="118683" extrusionOk="0">
                    <a:moveTo>
                      <a:pt x="56812" y="1"/>
                    </a:moveTo>
                    <a:cubicBezTo>
                      <a:pt x="56795" y="1"/>
                      <a:pt x="56777" y="1"/>
                      <a:pt x="56760" y="1"/>
                    </a:cubicBezTo>
                    <a:cubicBezTo>
                      <a:pt x="55031" y="66"/>
                      <a:pt x="53400" y="1045"/>
                      <a:pt x="51932" y="2480"/>
                    </a:cubicBezTo>
                    <a:cubicBezTo>
                      <a:pt x="35818" y="17779"/>
                      <a:pt x="19671" y="33012"/>
                      <a:pt x="3524" y="48278"/>
                    </a:cubicBezTo>
                    <a:cubicBezTo>
                      <a:pt x="1" y="51638"/>
                      <a:pt x="490" y="56727"/>
                      <a:pt x="4633" y="59239"/>
                    </a:cubicBezTo>
                    <a:cubicBezTo>
                      <a:pt x="13506" y="64588"/>
                      <a:pt x="22607" y="69644"/>
                      <a:pt x="31610" y="74831"/>
                    </a:cubicBezTo>
                    <a:cubicBezTo>
                      <a:pt x="32164" y="75157"/>
                      <a:pt x="32393" y="75386"/>
                      <a:pt x="32099" y="76103"/>
                    </a:cubicBezTo>
                    <a:cubicBezTo>
                      <a:pt x="29163" y="83051"/>
                      <a:pt x="26293" y="89999"/>
                      <a:pt x="23389" y="96947"/>
                    </a:cubicBezTo>
                    <a:cubicBezTo>
                      <a:pt x="21595" y="101253"/>
                      <a:pt x="19769" y="105526"/>
                      <a:pt x="18072" y="109897"/>
                    </a:cubicBezTo>
                    <a:cubicBezTo>
                      <a:pt x="16833" y="113061"/>
                      <a:pt x="18333" y="116519"/>
                      <a:pt x="21334" y="117987"/>
                    </a:cubicBezTo>
                    <a:cubicBezTo>
                      <a:pt x="22306" y="118450"/>
                      <a:pt x="23259" y="118683"/>
                      <a:pt x="24201" y="118683"/>
                    </a:cubicBezTo>
                    <a:cubicBezTo>
                      <a:pt x="25978" y="118683"/>
                      <a:pt x="27720" y="117856"/>
                      <a:pt x="29489" y="116193"/>
                    </a:cubicBezTo>
                    <a:cubicBezTo>
                      <a:pt x="45636" y="100927"/>
                      <a:pt x="61783" y="85661"/>
                      <a:pt x="77897" y="70362"/>
                    </a:cubicBezTo>
                    <a:cubicBezTo>
                      <a:pt x="81551" y="66904"/>
                      <a:pt x="80833" y="61750"/>
                      <a:pt x="76462" y="59239"/>
                    </a:cubicBezTo>
                    <a:cubicBezTo>
                      <a:pt x="67557" y="54117"/>
                      <a:pt x="58684" y="48963"/>
                      <a:pt x="49812" y="43842"/>
                    </a:cubicBezTo>
                    <a:cubicBezTo>
                      <a:pt x="49257" y="43516"/>
                      <a:pt x="49029" y="43222"/>
                      <a:pt x="49322" y="42537"/>
                    </a:cubicBezTo>
                    <a:cubicBezTo>
                      <a:pt x="54085" y="31316"/>
                      <a:pt x="58945" y="20127"/>
                      <a:pt x="63349" y="8776"/>
                    </a:cubicBezTo>
                    <a:cubicBezTo>
                      <a:pt x="64974" y="4518"/>
                      <a:pt x="61709" y="1"/>
                      <a:pt x="5681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55" name="Google Shape;655;p41"/>
              <p:cNvSpPr/>
              <p:nvPr/>
            </p:nvSpPr>
            <p:spPr>
              <a:xfrm>
                <a:off x="1190625" y="238125"/>
                <a:ext cx="5219200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08768" extrusionOk="0">
                    <a:moveTo>
                      <a:pt x="120498" y="48114"/>
                    </a:moveTo>
                    <a:cubicBezTo>
                      <a:pt x="121900" y="48114"/>
                      <a:pt x="123107" y="48701"/>
                      <a:pt x="123825" y="49713"/>
                    </a:cubicBezTo>
                    <a:cubicBezTo>
                      <a:pt x="124184" y="50235"/>
                      <a:pt x="124706" y="51344"/>
                      <a:pt x="124151" y="52714"/>
                    </a:cubicBezTo>
                    <a:cubicBezTo>
                      <a:pt x="120596" y="61880"/>
                      <a:pt x="116681" y="71144"/>
                      <a:pt x="112865" y="80082"/>
                    </a:cubicBezTo>
                    <a:cubicBezTo>
                      <a:pt x="111951" y="82202"/>
                      <a:pt x="111071" y="84290"/>
                      <a:pt x="110190" y="86410"/>
                    </a:cubicBezTo>
                    <a:cubicBezTo>
                      <a:pt x="109505" y="88008"/>
                      <a:pt x="109603" y="90194"/>
                      <a:pt x="111951" y="91531"/>
                    </a:cubicBezTo>
                    <a:cubicBezTo>
                      <a:pt x="120889" y="96685"/>
                      <a:pt x="129631" y="101774"/>
                      <a:pt x="138602" y="106928"/>
                    </a:cubicBezTo>
                    <a:cubicBezTo>
                      <a:pt x="139907" y="107678"/>
                      <a:pt x="140689" y="108755"/>
                      <a:pt x="140820" y="109929"/>
                    </a:cubicBezTo>
                    <a:cubicBezTo>
                      <a:pt x="140983" y="111071"/>
                      <a:pt x="140494" y="112212"/>
                      <a:pt x="139450" y="113191"/>
                    </a:cubicBezTo>
                    <a:cubicBezTo>
                      <a:pt x="123336" y="128490"/>
                      <a:pt x="107058" y="143886"/>
                      <a:pt x="91075" y="158989"/>
                    </a:cubicBezTo>
                    <a:cubicBezTo>
                      <a:pt x="89731" y="160275"/>
                      <a:pt x="88704" y="160669"/>
                      <a:pt x="87866" y="160669"/>
                    </a:cubicBezTo>
                    <a:cubicBezTo>
                      <a:pt x="87281" y="160669"/>
                      <a:pt x="86788" y="160476"/>
                      <a:pt x="86345" y="160261"/>
                    </a:cubicBezTo>
                    <a:cubicBezTo>
                      <a:pt x="84714" y="159479"/>
                      <a:pt x="83964" y="157684"/>
                      <a:pt x="84616" y="156053"/>
                    </a:cubicBezTo>
                    <a:cubicBezTo>
                      <a:pt x="89020" y="144571"/>
                      <a:pt x="93652" y="134100"/>
                      <a:pt x="98610" y="122357"/>
                    </a:cubicBezTo>
                    <a:cubicBezTo>
                      <a:pt x="98936" y="121574"/>
                      <a:pt x="99752" y="118932"/>
                      <a:pt x="96816" y="117236"/>
                    </a:cubicBezTo>
                    <a:cubicBezTo>
                      <a:pt x="87845" y="112082"/>
                      <a:pt x="78810" y="107026"/>
                      <a:pt x="69904" y="101643"/>
                    </a:cubicBezTo>
                    <a:cubicBezTo>
                      <a:pt x="68763" y="100958"/>
                      <a:pt x="68045" y="99980"/>
                      <a:pt x="67947" y="98838"/>
                    </a:cubicBezTo>
                    <a:cubicBezTo>
                      <a:pt x="67817" y="97696"/>
                      <a:pt x="68306" y="96522"/>
                      <a:pt x="69317" y="95544"/>
                    </a:cubicBezTo>
                    <a:cubicBezTo>
                      <a:pt x="85464" y="80277"/>
                      <a:pt x="101480" y="65174"/>
                      <a:pt x="117692" y="49745"/>
                    </a:cubicBezTo>
                    <a:cubicBezTo>
                      <a:pt x="118802" y="48701"/>
                      <a:pt x="119748" y="48147"/>
                      <a:pt x="120498" y="48114"/>
                    </a:cubicBezTo>
                    <a:close/>
                    <a:moveTo>
                      <a:pt x="120335" y="41982"/>
                    </a:moveTo>
                    <a:cubicBezTo>
                      <a:pt x="118019" y="42047"/>
                      <a:pt x="115735" y="43189"/>
                      <a:pt x="113485" y="45309"/>
                    </a:cubicBezTo>
                    <a:cubicBezTo>
                      <a:pt x="97272" y="60738"/>
                      <a:pt x="81256" y="75841"/>
                      <a:pt x="65109" y="91107"/>
                    </a:cubicBezTo>
                    <a:cubicBezTo>
                      <a:pt x="62695" y="93391"/>
                      <a:pt x="61521" y="96457"/>
                      <a:pt x="61847" y="99491"/>
                    </a:cubicBezTo>
                    <a:cubicBezTo>
                      <a:pt x="62173" y="102524"/>
                      <a:pt x="63968" y="105199"/>
                      <a:pt x="66740" y="106895"/>
                    </a:cubicBezTo>
                    <a:cubicBezTo>
                      <a:pt x="75189" y="111984"/>
                      <a:pt x="83768" y="116812"/>
                      <a:pt x="92249" y="121672"/>
                    </a:cubicBezTo>
                    <a:cubicBezTo>
                      <a:pt x="88269" y="130936"/>
                      <a:pt x="84714" y="139646"/>
                      <a:pt x="81028" y="148551"/>
                    </a:cubicBezTo>
                    <a:cubicBezTo>
                      <a:pt x="64783" y="139939"/>
                      <a:pt x="54443" y="122944"/>
                      <a:pt x="54443" y="104384"/>
                    </a:cubicBezTo>
                    <a:cubicBezTo>
                      <a:pt x="54443" y="92901"/>
                      <a:pt x="58422" y="81680"/>
                      <a:pt x="65696" y="72775"/>
                    </a:cubicBezTo>
                    <a:cubicBezTo>
                      <a:pt x="72873" y="64033"/>
                      <a:pt x="82854" y="57900"/>
                      <a:pt x="93847" y="55552"/>
                    </a:cubicBezTo>
                    <a:cubicBezTo>
                      <a:pt x="95511" y="55193"/>
                      <a:pt x="96555" y="53562"/>
                      <a:pt x="96196" y="51898"/>
                    </a:cubicBezTo>
                    <a:cubicBezTo>
                      <a:pt x="95881" y="50468"/>
                      <a:pt x="94589" y="49490"/>
                      <a:pt x="93177" y="49490"/>
                    </a:cubicBezTo>
                    <a:cubicBezTo>
                      <a:pt x="92978" y="49490"/>
                      <a:pt x="92776" y="49509"/>
                      <a:pt x="92575" y="49550"/>
                    </a:cubicBezTo>
                    <a:cubicBezTo>
                      <a:pt x="80212" y="52224"/>
                      <a:pt x="68991" y="59075"/>
                      <a:pt x="60967" y="68926"/>
                    </a:cubicBezTo>
                    <a:cubicBezTo>
                      <a:pt x="52812" y="78875"/>
                      <a:pt x="48310" y="91466"/>
                      <a:pt x="48310" y="104384"/>
                    </a:cubicBezTo>
                    <a:cubicBezTo>
                      <a:pt x="48310" y="125423"/>
                      <a:pt x="60184" y="144702"/>
                      <a:pt x="78744" y="154259"/>
                    </a:cubicBezTo>
                    <a:cubicBezTo>
                      <a:pt x="77244" y="158761"/>
                      <a:pt x="79299" y="163654"/>
                      <a:pt x="83703" y="165774"/>
                    </a:cubicBezTo>
                    <a:cubicBezTo>
                      <a:pt x="85081" y="166445"/>
                      <a:pt x="86489" y="166799"/>
                      <a:pt x="87911" y="166799"/>
                    </a:cubicBezTo>
                    <a:cubicBezTo>
                      <a:pt x="90360" y="166799"/>
                      <a:pt x="92847" y="165749"/>
                      <a:pt x="95283" y="163458"/>
                    </a:cubicBezTo>
                    <a:cubicBezTo>
                      <a:pt x="111266" y="148323"/>
                      <a:pt x="127511" y="132926"/>
                      <a:pt x="143658" y="117627"/>
                    </a:cubicBezTo>
                    <a:cubicBezTo>
                      <a:pt x="146104" y="115344"/>
                      <a:pt x="147279" y="112245"/>
                      <a:pt x="146920" y="109211"/>
                    </a:cubicBezTo>
                    <a:cubicBezTo>
                      <a:pt x="146528" y="106112"/>
                      <a:pt x="144636" y="103340"/>
                      <a:pt x="141668" y="101643"/>
                    </a:cubicBezTo>
                    <a:cubicBezTo>
                      <a:pt x="133220" y="96783"/>
                      <a:pt x="124901" y="91955"/>
                      <a:pt x="116518" y="87095"/>
                    </a:cubicBezTo>
                    <a:cubicBezTo>
                      <a:pt x="120302" y="78222"/>
                      <a:pt x="124119" y="69317"/>
                      <a:pt x="127772" y="60249"/>
                    </a:cubicBezTo>
                    <a:cubicBezTo>
                      <a:pt x="144017" y="68861"/>
                      <a:pt x="154325" y="85855"/>
                      <a:pt x="154325" y="104384"/>
                    </a:cubicBezTo>
                    <a:cubicBezTo>
                      <a:pt x="154325" y="115833"/>
                      <a:pt x="150378" y="127022"/>
                      <a:pt x="143169" y="135894"/>
                    </a:cubicBezTo>
                    <a:cubicBezTo>
                      <a:pt x="136057" y="144604"/>
                      <a:pt x="126108" y="150769"/>
                      <a:pt x="115181" y="153150"/>
                    </a:cubicBezTo>
                    <a:cubicBezTo>
                      <a:pt x="113517" y="153542"/>
                      <a:pt x="112473" y="155173"/>
                      <a:pt x="112832" y="156804"/>
                    </a:cubicBezTo>
                    <a:cubicBezTo>
                      <a:pt x="113174" y="158258"/>
                      <a:pt x="114488" y="159213"/>
                      <a:pt x="115881" y="159213"/>
                    </a:cubicBezTo>
                    <a:cubicBezTo>
                      <a:pt x="116082" y="159213"/>
                      <a:pt x="116284" y="159193"/>
                      <a:pt x="116486" y="159152"/>
                    </a:cubicBezTo>
                    <a:cubicBezTo>
                      <a:pt x="128783" y="156445"/>
                      <a:pt x="139907" y="149529"/>
                      <a:pt x="147898" y="139744"/>
                    </a:cubicBezTo>
                    <a:cubicBezTo>
                      <a:pt x="155988" y="129794"/>
                      <a:pt x="160457" y="117236"/>
                      <a:pt x="160457" y="104384"/>
                    </a:cubicBezTo>
                    <a:cubicBezTo>
                      <a:pt x="160457" y="83344"/>
                      <a:pt x="148583" y="64065"/>
                      <a:pt x="129990" y="54508"/>
                    </a:cubicBezTo>
                    <a:cubicBezTo>
                      <a:pt x="130969" y="51702"/>
                      <a:pt x="130545" y="48701"/>
                      <a:pt x="128848" y="46255"/>
                    </a:cubicBezTo>
                    <a:cubicBezTo>
                      <a:pt x="126989" y="43580"/>
                      <a:pt x="123890" y="41982"/>
                      <a:pt x="120498" y="41982"/>
                    </a:cubicBezTo>
                    <a:close/>
                    <a:moveTo>
                      <a:pt x="120269" y="6100"/>
                    </a:moveTo>
                    <a:cubicBezTo>
                      <a:pt x="122324" y="6100"/>
                      <a:pt x="123988" y="7796"/>
                      <a:pt x="123988" y="9819"/>
                    </a:cubicBezTo>
                    <a:lnTo>
                      <a:pt x="123988" y="23813"/>
                    </a:lnTo>
                    <a:cubicBezTo>
                      <a:pt x="123988" y="27923"/>
                      <a:pt x="126630" y="31641"/>
                      <a:pt x="130512" y="33044"/>
                    </a:cubicBezTo>
                    <a:cubicBezTo>
                      <a:pt x="132469" y="33762"/>
                      <a:pt x="134426" y="34577"/>
                      <a:pt x="136351" y="35458"/>
                    </a:cubicBezTo>
                    <a:cubicBezTo>
                      <a:pt x="137689" y="36086"/>
                      <a:pt x="139119" y="36391"/>
                      <a:pt x="140538" y="36391"/>
                    </a:cubicBezTo>
                    <a:cubicBezTo>
                      <a:pt x="143096" y="36391"/>
                      <a:pt x="145619" y="35401"/>
                      <a:pt x="147507" y="33533"/>
                    </a:cubicBezTo>
                    <a:lnTo>
                      <a:pt x="157358" y="23649"/>
                    </a:lnTo>
                    <a:cubicBezTo>
                      <a:pt x="158092" y="22932"/>
                      <a:pt x="159046" y="22573"/>
                      <a:pt x="159996" y="22573"/>
                    </a:cubicBezTo>
                    <a:cubicBezTo>
                      <a:pt x="160946" y="22573"/>
                      <a:pt x="161892" y="22932"/>
                      <a:pt x="162610" y="23649"/>
                    </a:cubicBezTo>
                    <a:lnTo>
                      <a:pt x="185118" y="46157"/>
                    </a:lnTo>
                    <a:cubicBezTo>
                      <a:pt x="186553" y="47592"/>
                      <a:pt x="186553" y="49941"/>
                      <a:pt x="185118" y="51409"/>
                    </a:cubicBezTo>
                    <a:lnTo>
                      <a:pt x="175234" y="61260"/>
                    </a:lnTo>
                    <a:cubicBezTo>
                      <a:pt x="172331" y="64196"/>
                      <a:pt x="171548" y="68665"/>
                      <a:pt x="173309" y="72416"/>
                    </a:cubicBezTo>
                    <a:cubicBezTo>
                      <a:pt x="174190" y="74341"/>
                      <a:pt x="175006" y="76298"/>
                      <a:pt x="175723" y="78255"/>
                    </a:cubicBezTo>
                    <a:cubicBezTo>
                      <a:pt x="177126" y="82137"/>
                      <a:pt x="180845" y="84779"/>
                      <a:pt x="184955" y="84779"/>
                    </a:cubicBezTo>
                    <a:lnTo>
                      <a:pt x="198949" y="84779"/>
                    </a:lnTo>
                    <a:cubicBezTo>
                      <a:pt x="200971" y="84779"/>
                      <a:pt x="202635" y="86443"/>
                      <a:pt x="202635" y="88498"/>
                    </a:cubicBezTo>
                    <a:lnTo>
                      <a:pt x="202635" y="120269"/>
                    </a:lnTo>
                    <a:lnTo>
                      <a:pt x="202667" y="120269"/>
                    </a:lnTo>
                    <a:cubicBezTo>
                      <a:pt x="202667" y="122324"/>
                      <a:pt x="200971" y="123988"/>
                      <a:pt x="198949" y="123988"/>
                    </a:cubicBezTo>
                    <a:lnTo>
                      <a:pt x="184955" y="123988"/>
                    </a:lnTo>
                    <a:cubicBezTo>
                      <a:pt x="180845" y="123988"/>
                      <a:pt x="177126" y="126630"/>
                      <a:pt x="175723" y="130512"/>
                    </a:cubicBezTo>
                    <a:cubicBezTo>
                      <a:pt x="175006" y="132469"/>
                      <a:pt x="174190" y="134426"/>
                      <a:pt x="173309" y="136351"/>
                    </a:cubicBezTo>
                    <a:cubicBezTo>
                      <a:pt x="171548" y="140102"/>
                      <a:pt x="172331" y="144571"/>
                      <a:pt x="175234" y="147507"/>
                    </a:cubicBezTo>
                    <a:lnTo>
                      <a:pt x="185118" y="157358"/>
                    </a:lnTo>
                    <a:cubicBezTo>
                      <a:pt x="186553" y="158826"/>
                      <a:pt x="186553" y="161175"/>
                      <a:pt x="185118" y="162610"/>
                    </a:cubicBezTo>
                    <a:lnTo>
                      <a:pt x="162610" y="185118"/>
                    </a:lnTo>
                    <a:cubicBezTo>
                      <a:pt x="161892" y="185835"/>
                      <a:pt x="160946" y="186194"/>
                      <a:pt x="159996" y="186194"/>
                    </a:cubicBezTo>
                    <a:cubicBezTo>
                      <a:pt x="159046" y="186194"/>
                      <a:pt x="158092" y="185835"/>
                      <a:pt x="157358" y="185118"/>
                    </a:cubicBezTo>
                    <a:lnTo>
                      <a:pt x="147507" y="175234"/>
                    </a:lnTo>
                    <a:cubicBezTo>
                      <a:pt x="145640" y="173366"/>
                      <a:pt x="143111" y="172376"/>
                      <a:pt x="140546" y="172376"/>
                    </a:cubicBezTo>
                    <a:cubicBezTo>
                      <a:pt x="139123" y="172376"/>
                      <a:pt x="137689" y="172681"/>
                      <a:pt x="136351" y="173309"/>
                    </a:cubicBezTo>
                    <a:cubicBezTo>
                      <a:pt x="134426" y="174190"/>
                      <a:pt x="132469" y="175006"/>
                      <a:pt x="130512" y="175723"/>
                    </a:cubicBezTo>
                    <a:cubicBezTo>
                      <a:pt x="126630" y="177126"/>
                      <a:pt x="123988" y="180845"/>
                      <a:pt x="123988" y="184955"/>
                    </a:cubicBezTo>
                    <a:lnTo>
                      <a:pt x="123988" y="198949"/>
                    </a:lnTo>
                    <a:cubicBezTo>
                      <a:pt x="123988" y="200971"/>
                      <a:pt x="122324" y="202635"/>
                      <a:pt x="120269" y="202635"/>
                    </a:cubicBezTo>
                    <a:lnTo>
                      <a:pt x="88498" y="202635"/>
                    </a:lnTo>
                    <a:cubicBezTo>
                      <a:pt x="86443" y="202635"/>
                      <a:pt x="84779" y="200971"/>
                      <a:pt x="84779" y="198949"/>
                    </a:cubicBezTo>
                    <a:lnTo>
                      <a:pt x="84779" y="184955"/>
                    </a:lnTo>
                    <a:cubicBezTo>
                      <a:pt x="84779" y="180845"/>
                      <a:pt x="82137" y="177126"/>
                      <a:pt x="78255" y="175723"/>
                    </a:cubicBezTo>
                    <a:cubicBezTo>
                      <a:pt x="76298" y="175006"/>
                      <a:pt x="74341" y="174190"/>
                      <a:pt x="72416" y="173309"/>
                    </a:cubicBezTo>
                    <a:cubicBezTo>
                      <a:pt x="71079" y="172690"/>
                      <a:pt x="69643" y="172363"/>
                      <a:pt x="68241" y="172363"/>
                    </a:cubicBezTo>
                    <a:cubicBezTo>
                      <a:pt x="65664" y="172363"/>
                      <a:pt x="63152" y="173375"/>
                      <a:pt x="61260" y="175234"/>
                    </a:cubicBezTo>
                    <a:lnTo>
                      <a:pt x="51409" y="185118"/>
                    </a:lnTo>
                    <a:cubicBezTo>
                      <a:pt x="50675" y="185835"/>
                      <a:pt x="49721" y="186194"/>
                      <a:pt x="48771" y="186194"/>
                    </a:cubicBezTo>
                    <a:cubicBezTo>
                      <a:pt x="47821" y="186194"/>
                      <a:pt x="46875" y="185835"/>
                      <a:pt x="46157" y="185118"/>
                    </a:cubicBezTo>
                    <a:lnTo>
                      <a:pt x="23649" y="162610"/>
                    </a:lnTo>
                    <a:cubicBezTo>
                      <a:pt x="22214" y="161175"/>
                      <a:pt x="22214" y="158826"/>
                      <a:pt x="23649" y="157358"/>
                    </a:cubicBezTo>
                    <a:lnTo>
                      <a:pt x="33533" y="147507"/>
                    </a:lnTo>
                    <a:cubicBezTo>
                      <a:pt x="36436" y="144571"/>
                      <a:pt x="37219" y="140102"/>
                      <a:pt x="35458" y="136351"/>
                    </a:cubicBezTo>
                    <a:cubicBezTo>
                      <a:pt x="34577" y="134426"/>
                      <a:pt x="33762" y="132469"/>
                      <a:pt x="33044" y="130512"/>
                    </a:cubicBezTo>
                    <a:cubicBezTo>
                      <a:pt x="31641" y="126630"/>
                      <a:pt x="27923" y="123988"/>
                      <a:pt x="23813" y="123988"/>
                    </a:cubicBezTo>
                    <a:lnTo>
                      <a:pt x="9819" y="123988"/>
                    </a:lnTo>
                    <a:cubicBezTo>
                      <a:pt x="7796" y="123988"/>
                      <a:pt x="6100" y="122324"/>
                      <a:pt x="6100" y="120269"/>
                    </a:cubicBezTo>
                    <a:lnTo>
                      <a:pt x="6100" y="88498"/>
                    </a:lnTo>
                    <a:cubicBezTo>
                      <a:pt x="6100" y="86443"/>
                      <a:pt x="7796" y="84779"/>
                      <a:pt x="9819" y="84779"/>
                    </a:cubicBezTo>
                    <a:lnTo>
                      <a:pt x="23813" y="84779"/>
                    </a:lnTo>
                    <a:cubicBezTo>
                      <a:pt x="27923" y="84779"/>
                      <a:pt x="31641" y="82137"/>
                      <a:pt x="33044" y="78255"/>
                    </a:cubicBezTo>
                    <a:cubicBezTo>
                      <a:pt x="33762" y="76298"/>
                      <a:pt x="34577" y="74308"/>
                      <a:pt x="35458" y="72416"/>
                    </a:cubicBezTo>
                    <a:cubicBezTo>
                      <a:pt x="37219" y="68665"/>
                      <a:pt x="36436" y="64163"/>
                      <a:pt x="33533" y="61260"/>
                    </a:cubicBezTo>
                    <a:lnTo>
                      <a:pt x="23649" y="51409"/>
                    </a:lnTo>
                    <a:cubicBezTo>
                      <a:pt x="22214" y="49941"/>
                      <a:pt x="22214" y="47592"/>
                      <a:pt x="23649" y="46124"/>
                    </a:cubicBezTo>
                    <a:lnTo>
                      <a:pt x="46157" y="23649"/>
                    </a:lnTo>
                    <a:cubicBezTo>
                      <a:pt x="46875" y="22932"/>
                      <a:pt x="47821" y="22573"/>
                      <a:pt x="48771" y="22573"/>
                    </a:cubicBezTo>
                    <a:cubicBezTo>
                      <a:pt x="49721" y="22573"/>
                      <a:pt x="50675" y="22932"/>
                      <a:pt x="51409" y="23649"/>
                    </a:cubicBezTo>
                    <a:lnTo>
                      <a:pt x="61260" y="33533"/>
                    </a:lnTo>
                    <a:cubicBezTo>
                      <a:pt x="63128" y="35401"/>
                      <a:pt x="65656" y="36391"/>
                      <a:pt x="68221" y="36391"/>
                    </a:cubicBezTo>
                    <a:cubicBezTo>
                      <a:pt x="69644" y="36391"/>
                      <a:pt x="71078" y="36086"/>
                      <a:pt x="72416" y="35458"/>
                    </a:cubicBezTo>
                    <a:cubicBezTo>
                      <a:pt x="74341" y="34577"/>
                      <a:pt x="76298" y="33762"/>
                      <a:pt x="78255" y="33044"/>
                    </a:cubicBezTo>
                    <a:cubicBezTo>
                      <a:pt x="82137" y="31641"/>
                      <a:pt x="84779" y="27923"/>
                      <a:pt x="84779" y="23813"/>
                    </a:cubicBezTo>
                    <a:lnTo>
                      <a:pt x="84779" y="9819"/>
                    </a:lnTo>
                    <a:cubicBezTo>
                      <a:pt x="84779" y="7796"/>
                      <a:pt x="86443" y="6100"/>
                      <a:pt x="88498" y="6100"/>
                    </a:cubicBezTo>
                    <a:close/>
                    <a:moveTo>
                      <a:pt x="88498" y="0"/>
                    </a:moveTo>
                    <a:cubicBezTo>
                      <a:pt x="83050" y="0"/>
                      <a:pt x="78646" y="4404"/>
                      <a:pt x="78646" y="9819"/>
                    </a:cubicBezTo>
                    <a:lnTo>
                      <a:pt x="78646" y="23813"/>
                    </a:lnTo>
                    <a:cubicBezTo>
                      <a:pt x="78646" y="25346"/>
                      <a:pt x="77635" y="26748"/>
                      <a:pt x="76167" y="27303"/>
                    </a:cubicBezTo>
                    <a:cubicBezTo>
                      <a:pt x="74014" y="28086"/>
                      <a:pt x="71894" y="28966"/>
                      <a:pt x="69839" y="29912"/>
                    </a:cubicBezTo>
                    <a:cubicBezTo>
                      <a:pt x="69321" y="30160"/>
                      <a:pt x="68769" y="30279"/>
                      <a:pt x="68223" y="30279"/>
                    </a:cubicBezTo>
                    <a:cubicBezTo>
                      <a:pt x="67256" y="30279"/>
                      <a:pt x="66307" y="29904"/>
                      <a:pt x="65599" y="29195"/>
                    </a:cubicBezTo>
                    <a:lnTo>
                      <a:pt x="55715" y="19344"/>
                    </a:lnTo>
                    <a:cubicBezTo>
                      <a:pt x="53806" y="17419"/>
                      <a:pt x="51287" y="16457"/>
                      <a:pt x="48767" y="16457"/>
                    </a:cubicBezTo>
                    <a:cubicBezTo>
                      <a:pt x="46247" y="16457"/>
                      <a:pt x="43727" y="17419"/>
                      <a:pt x="41819" y="19344"/>
                    </a:cubicBezTo>
                    <a:lnTo>
                      <a:pt x="19344" y="41819"/>
                    </a:lnTo>
                    <a:cubicBezTo>
                      <a:pt x="15494" y="45635"/>
                      <a:pt x="15494" y="51898"/>
                      <a:pt x="19344" y="55715"/>
                    </a:cubicBezTo>
                    <a:lnTo>
                      <a:pt x="29195" y="65599"/>
                    </a:lnTo>
                    <a:cubicBezTo>
                      <a:pt x="30304" y="66708"/>
                      <a:pt x="30597" y="68404"/>
                      <a:pt x="29912" y="69839"/>
                    </a:cubicBezTo>
                    <a:cubicBezTo>
                      <a:pt x="28966" y="71894"/>
                      <a:pt x="28086" y="74014"/>
                      <a:pt x="27303" y="76167"/>
                    </a:cubicBezTo>
                    <a:cubicBezTo>
                      <a:pt x="26781" y="77635"/>
                      <a:pt x="25346" y="78646"/>
                      <a:pt x="23813" y="78646"/>
                    </a:cubicBezTo>
                    <a:lnTo>
                      <a:pt x="9819" y="78646"/>
                    </a:lnTo>
                    <a:cubicBezTo>
                      <a:pt x="4404" y="78646"/>
                      <a:pt x="0" y="83050"/>
                      <a:pt x="0" y="88498"/>
                    </a:cubicBezTo>
                    <a:lnTo>
                      <a:pt x="0" y="120269"/>
                    </a:lnTo>
                    <a:cubicBezTo>
                      <a:pt x="0" y="125717"/>
                      <a:pt x="4404" y="130121"/>
                      <a:pt x="9819" y="130121"/>
                    </a:cubicBezTo>
                    <a:lnTo>
                      <a:pt x="23813" y="130121"/>
                    </a:lnTo>
                    <a:cubicBezTo>
                      <a:pt x="25346" y="130121"/>
                      <a:pt x="26748" y="131132"/>
                      <a:pt x="27303" y="132600"/>
                    </a:cubicBezTo>
                    <a:cubicBezTo>
                      <a:pt x="28086" y="134753"/>
                      <a:pt x="28966" y="136873"/>
                      <a:pt x="29912" y="138928"/>
                    </a:cubicBezTo>
                    <a:cubicBezTo>
                      <a:pt x="30597" y="140363"/>
                      <a:pt x="30304" y="142060"/>
                      <a:pt x="29195" y="143169"/>
                    </a:cubicBezTo>
                    <a:lnTo>
                      <a:pt x="19344" y="153052"/>
                    </a:lnTo>
                    <a:cubicBezTo>
                      <a:pt x="15494" y="156869"/>
                      <a:pt x="15494" y="163132"/>
                      <a:pt x="19344" y="166948"/>
                    </a:cubicBezTo>
                    <a:lnTo>
                      <a:pt x="41819" y="189424"/>
                    </a:lnTo>
                    <a:cubicBezTo>
                      <a:pt x="43727" y="191348"/>
                      <a:pt x="46247" y="192310"/>
                      <a:pt x="48767" y="192310"/>
                    </a:cubicBezTo>
                    <a:cubicBezTo>
                      <a:pt x="51287" y="192310"/>
                      <a:pt x="53806" y="191348"/>
                      <a:pt x="55715" y="189424"/>
                    </a:cubicBezTo>
                    <a:lnTo>
                      <a:pt x="65599" y="179572"/>
                    </a:lnTo>
                    <a:cubicBezTo>
                      <a:pt x="66307" y="178863"/>
                      <a:pt x="67256" y="178488"/>
                      <a:pt x="68223" y="178488"/>
                    </a:cubicBezTo>
                    <a:cubicBezTo>
                      <a:pt x="68769" y="178488"/>
                      <a:pt x="69321" y="178608"/>
                      <a:pt x="69839" y="178855"/>
                    </a:cubicBezTo>
                    <a:cubicBezTo>
                      <a:pt x="71894" y="179801"/>
                      <a:pt x="74014" y="180681"/>
                      <a:pt x="76167" y="181464"/>
                    </a:cubicBezTo>
                    <a:cubicBezTo>
                      <a:pt x="77635" y="182019"/>
                      <a:pt x="78646" y="183421"/>
                      <a:pt x="78646" y="184955"/>
                    </a:cubicBezTo>
                    <a:lnTo>
                      <a:pt x="78646" y="198949"/>
                    </a:lnTo>
                    <a:cubicBezTo>
                      <a:pt x="78646" y="204363"/>
                      <a:pt x="83050" y="208767"/>
                      <a:pt x="88498" y="208767"/>
                    </a:cubicBezTo>
                    <a:lnTo>
                      <a:pt x="120269" y="208767"/>
                    </a:lnTo>
                    <a:cubicBezTo>
                      <a:pt x="125717" y="208767"/>
                      <a:pt x="130121" y="204363"/>
                      <a:pt x="130121" y="198949"/>
                    </a:cubicBezTo>
                    <a:lnTo>
                      <a:pt x="130121" y="184955"/>
                    </a:lnTo>
                    <a:cubicBezTo>
                      <a:pt x="130121" y="183421"/>
                      <a:pt x="131132" y="182019"/>
                      <a:pt x="132600" y="181464"/>
                    </a:cubicBezTo>
                    <a:cubicBezTo>
                      <a:pt x="134753" y="180681"/>
                      <a:pt x="136873" y="179801"/>
                      <a:pt x="138928" y="178855"/>
                    </a:cubicBezTo>
                    <a:cubicBezTo>
                      <a:pt x="139446" y="178608"/>
                      <a:pt x="139998" y="178488"/>
                      <a:pt x="140544" y="178488"/>
                    </a:cubicBezTo>
                    <a:cubicBezTo>
                      <a:pt x="141511" y="178488"/>
                      <a:pt x="142460" y="178863"/>
                      <a:pt x="143169" y="179572"/>
                    </a:cubicBezTo>
                    <a:lnTo>
                      <a:pt x="153052" y="189424"/>
                    </a:lnTo>
                    <a:cubicBezTo>
                      <a:pt x="154961" y="191348"/>
                      <a:pt x="157481" y="192310"/>
                      <a:pt x="160000" y="192310"/>
                    </a:cubicBezTo>
                    <a:cubicBezTo>
                      <a:pt x="162520" y="192310"/>
                      <a:pt x="165040" y="191348"/>
                      <a:pt x="166948" y="189424"/>
                    </a:cubicBezTo>
                    <a:lnTo>
                      <a:pt x="189424" y="166948"/>
                    </a:lnTo>
                    <a:cubicBezTo>
                      <a:pt x="193273" y="163132"/>
                      <a:pt x="193273" y="156869"/>
                      <a:pt x="189424" y="153052"/>
                    </a:cubicBezTo>
                    <a:lnTo>
                      <a:pt x="179572" y="143169"/>
                    </a:lnTo>
                    <a:cubicBezTo>
                      <a:pt x="178463" y="142060"/>
                      <a:pt x="178170" y="140363"/>
                      <a:pt x="178855" y="138928"/>
                    </a:cubicBezTo>
                    <a:cubicBezTo>
                      <a:pt x="179801" y="136873"/>
                      <a:pt x="180681" y="134753"/>
                      <a:pt x="181464" y="132600"/>
                    </a:cubicBezTo>
                    <a:cubicBezTo>
                      <a:pt x="181986" y="131132"/>
                      <a:pt x="183421" y="130121"/>
                      <a:pt x="184955" y="130121"/>
                    </a:cubicBezTo>
                    <a:lnTo>
                      <a:pt x="198949" y="130121"/>
                    </a:lnTo>
                    <a:cubicBezTo>
                      <a:pt x="204363" y="130121"/>
                      <a:pt x="208767" y="125717"/>
                      <a:pt x="208767" y="120269"/>
                    </a:cubicBezTo>
                    <a:lnTo>
                      <a:pt x="208767" y="88498"/>
                    </a:lnTo>
                    <a:cubicBezTo>
                      <a:pt x="208767" y="83050"/>
                      <a:pt x="204363" y="78646"/>
                      <a:pt x="198949" y="78646"/>
                    </a:cubicBezTo>
                    <a:lnTo>
                      <a:pt x="184955" y="78646"/>
                    </a:lnTo>
                    <a:cubicBezTo>
                      <a:pt x="183421" y="78646"/>
                      <a:pt x="182019" y="77635"/>
                      <a:pt x="181464" y="76167"/>
                    </a:cubicBezTo>
                    <a:cubicBezTo>
                      <a:pt x="180681" y="74014"/>
                      <a:pt x="179801" y="71894"/>
                      <a:pt x="178855" y="69839"/>
                    </a:cubicBezTo>
                    <a:cubicBezTo>
                      <a:pt x="178170" y="68404"/>
                      <a:pt x="178463" y="66708"/>
                      <a:pt x="179572" y="65599"/>
                    </a:cubicBezTo>
                    <a:lnTo>
                      <a:pt x="189424" y="55715"/>
                    </a:lnTo>
                    <a:cubicBezTo>
                      <a:pt x="193273" y="51898"/>
                      <a:pt x="193273" y="45635"/>
                      <a:pt x="189424" y="41819"/>
                    </a:cubicBezTo>
                    <a:lnTo>
                      <a:pt x="166948" y="19344"/>
                    </a:lnTo>
                    <a:cubicBezTo>
                      <a:pt x="165040" y="17419"/>
                      <a:pt x="162520" y="16457"/>
                      <a:pt x="160000" y="16457"/>
                    </a:cubicBezTo>
                    <a:cubicBezTo>
                      <a:pt x="157481" y="16457"/>
                      <a:pt x="154961" y="17419"/>
                      <a:pt x="153052" y="19344"/>
                    </a:cubicBezTo>
                    <a:lnTo>
                      <a:pt x="143169" y="29195"/>
                    </a:lnTo>
                    <a:cubicBezTo>
                      <a:pt x="142460" y="29904"/>
                      <a:pt x="141511" y="30279"/>
                      <a:pt x="140544" y="30279"/>
                    </a:cubicBezTo>
                    <a:cubicBezTo>
                      <a:pt x="139998" y="30279"/>
                      <a:pt x="139446" y="30160"/>
                      <a:pt x="138928" y="29912"/>
                    </a:cubicBezTo>
                    <a:cubicBezTo>
                      <a:pt x="136873" y="28966"/>
                      <a:pt x="134753" y="28086"/>
                      <a:pt x="132600" y="27303"/>
                    </a:cubicBezTo>
                    <a:cubicBezTo>
                      <a:pt x="131132" y="26748"/>
                      <a:pt x="130121" y="25346"/>
                      <a:pt x="130121" y="23813"/>
                    </a:cubicBezTo>
                    <a:lnTo>
                      <a:pt x="130121" y="9819"/>
                    </a:lnTo>
                    <a:cubicBezTo>
                      <a:pt x="130121" y="4404"/>
                      <a:pt x="125717" y="0"/>
                      <a:pt x="12026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656" name="Google Shape;656;p41"/>
          <p:cNvCxnSpPr/>
          <p:nvPr/>
        </p:nvCxnSpPr>
        <p:spPr>
          <a:xfrm>
            <a:off x="7750500" y="1798950"/>
            <a:ext cx="5622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7" name="Google Shape;657;p41"/>
          <p:cNvCxnSpPr/>
          <p:nvPr/>
        </p:nvCxnSpPr>
        <p:spPr>
          <a:xfrm>
            <a:off x="7750500" y="2601850"/>
            <a:ext cx="5622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8" name="Google Shape;658;p41"/>
          <p:cNvCxnSpPr/>
          <p:nvPr/>
        </p:nvCxnSpPr>
        <p:spPr>
          <a:xfrm>
            <a:off x="7750500" y="3392700"/>
            <a:ext cx="5622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659" name="Google Shape;659;p41"/>
          <p:cNvCxnSpPr/>
          <p:nvPr/>
        </p:nvCxnSpPr>
        <p:spPr>
          <a:xfrm>
            <a:off x="7750500" y="4189575"/>
            <a:ext cx="5622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3" name="Subtitle 2">
            <a:extLst>
              <a:ext uri="{FF2B5EF4-FFF2-40B4-BE49-F238E27FC236}">
                <a16:creationId xmlns:a16="http://schemas.microsoft.com/office/drawing/2014/main" id="{8C917BBB-CB07-C280-CD71-2E9CA47E3AC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p42"/>
          <p:cNvSpPr txBox="1">
            <a:spLocks noGrp="1"/>
          </p:cNvSpPr>
          <p:nvPr>
            <p:ph type="subTitle" idx="1"/>
          </p:nvPr>
        </p:nvSpPr>
        <p:spPr>
          <a:xfrm>
            <a:off x="639112" y="808338"/>
            <a:ext cx="4670700" cy="1777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443440"/>
              </a:buClr>
              <a:buSzPts val="1100"/>
              <a:buFont typeface="Arial"/>
              <a:buNone/>
            </a:pPr>
            <a:r>
              <a:rPr lang="en-US" b="1" i="0" dirty="0">
                <a:solidFill>
                  <a:srgbClr val="0D0D0D"/>
                </a:solidFill>
                <a:effectLst/>
                <a:latin typeface="ui-sans-serif"/>
              </a:rPr>
              <a:t>"Imagine a world where no one goes hungry, everyone has equal opportunities, and our planet thrives for generations to come. Sounds like a dream, right? Well, that’s the vision of the Sustainable Development Goals!"</a:t>
            </a:r>
            <a:endParaRPr dirty="0"/>
          </a:p>
        </p:txBody>
      </p:sp>
      <p:grpSp>
        <p:nvGrpSpPr>
          <p:cNvPr id="666" name="Google Shape;666;p42"/>
          <p:cNvGrpSpPr/>
          <p:nvPr/>
        </p:nvGrpSpPr>
        <p:grpSpPr>
          <a:xfrm>
            <a:off x="5338647" y="2317976"/>
            <a:ext cx="1512166" cy="1512166"/>
            <a:chOff x="5531975" y="1125925"/>
            <a:chExt cx="2981400" cy="2981400"/>
          </a:xfrm>
        </p:grpSpPr>
        <p:sp>
          <p:nvSpPr>
            <p:cNvPr id="667" name="Google Shape;667;p42"/>
            <p:cNvSpPr/>
            <p:nvPr/>
          </p:nvSpPr>
          <p:spPr>
            <a:xfrm>
              <a:off x="5531975" y="1125925"/>
              <a:ext cx="2981400" cy="2981400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68" name="Google Shape;668;p42"/>
            <p:cNvGrpSpPr/>
            <p:nvPr/>
          </p:nvGrpSpPr>
          <p:grpSpPr>
            <a:xfrm>
              <a:off x="5708471" y="1323842"/>
              <a:ext cx="2628407" cy="2585567"/>
              <a:chOff x="1147400" y="238375"/>
              <a:chExt cx="5305625" cy="5219150"/>
            </a:xfrm>
          </p:grpSpPr>
          <p:sp>
            <p:nvSpPr>
              <p:cNvPr id="669" name="Google Shape;669;p42"/>
              <p:cNvSpPr/>
              <p:nvPr/>
            </p:nvSpPr>
            <p:spPr>
              <a:xfrm>
                <a:off x="4555350" y="674400"/>
                <a:ext cx="523575" cy="523575"/>
              </a:xfrm>
              <a:custGeom>
                <a:avLst/>
                <a:gdLst/>
                <a:ahLst/>
                <a:cxnLst/>
                <a:rect l="l" t="t" r="r" b="b"/>
                <a:pathLst>
                  <a:path w="20943" h="20943" extrusionOk="0">
                    <a:moveTo>
                      <a:pt x="10472" y="1"/>
                    </a:moveTo>
                    <a:cubicBezTo>
                      <a:pt x="4665" y="1"/>
                      <a:pt x="1" y="4698"/>
                      <a:pt x="1" y="10472"/>
                    </a:cubicBezTo>
                    <a:cubicBezTo>
                      <a:pt x="1" y="16278"/>
                      <a:pt x="4665" y="20943"/>
                      <a:pt x="10472" y="20943"/>
                    </a:cubicBezTo>
                    <a:cubicBezTo>
                      <a:pt x="16245" y="20943"/>
                      <a:pt x="20943" y="16278"/>
                      <a:pt x="20943" y="10472"/>
                    </a:cubicBezTo>
                    <a:cubicBezTo>
                      <a:pt x="20943" y="4698"/>
                      <a:pt x="16245" y="1"/>
                      <a:pt x="1047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0" name="Google Shape;670;p42"/>
              <p:cNvSpPr/>
              <p:nvPr/>
            </p:nvSpPr>
            <p:spPr>
              <a:xfrm>
                <a:off x="2498675" y="4393875"/>
                <a:ext cx="524375" cy="524400"/>
              </a:xfrm>
              <a:custGeom>
                <a:avLst/>
                <a:gdLst/>
                <a:ahLst/>
                <a:cxnLst/>
                <a:rect l="l" t="t" r="r" b="b"/>
                <a:pathLst>
                  <a:path w="20975" h="20976" extrusionOk="0">
                    <a:moveTo>
                      <a:pt x="10504" y="1"/>
                    </a:moveTo>
                    <a:cubicBezTo>
                      <a:pt x="4698" y="1"/>
                      <a:pt x="0" y="4698"/>
                      <a:pt x="0" y="10472"/>
                    </a:cubicBezTo>
                    <a:cubicBezTo>
                      <a:pt x="0" y="16278"/>
                      <a:pt x="4698" y="20975"/>
                      <a:pt x="10504" y="20975"/>
                    </a:cubicBezTo>
                    <a:cubicBezTo>
                      <a:pt x="16278" y="20975"/>
                      <a:pt x="20975" y="16278"/>
                      <a:pt x="20975" y="10472"/>
                    </a:cubicBezTo>
                    <a:cubicBezTo>
                      <a:pt x="20975" y="4698"/>
                      <a:pt x="16278" y="1"/>
                      <a:pt x="10504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1" name="Google Shape;671;p42"/>
              <p:cNvSpPr/>
              <p:nvPr/>
            </p:nvSpPr>
            <p:spPr>
              <a:xfrm>
                <a:off x="5246075" y="3579550"/>
                <a:ext cx="595350" cy="523825"/>
              </a:xfrm>
              <a:custGeom>
                <a:avLst/>
                <a:gdLst/>
                <a:ahLst/>
                <a:cxnLst/>
                <a:rect l="l" t="t" r="r" b="b"/>
                <a:pathLst>
                  <a:path w="23814" h="20953" extrusionOk="0">
                    <a:moveTo>
                      <a:pt x="11902" y="1"/>
                    </a:moveTo>
                    <a:cubicBezTo>
                      <a:pt x="10566" y="1"/>
                      <a:pt x="9207" y="258"/>
                      <a:pt x="7895" y="802"/>
                    </a:cubicBezTo>
                    <a:cubicBezTo>
                      <a:pt x="2545" y="3020"/>
                      <a:pt x="1" y="9153"/>
                      <a:pt x="2219" y="14502"/>
                    </a:cubicBezTo>
                    <a:cubicBezTo>
                      <a:pt x="3890" y="18533"/>
                      <a:pt x="7782" y="20952"/>
                      <a:pt x="11888" y="20952"/>
                    </a:cubicBezTo>
                    <a:cubicBezTo>
                      <a:pt x="13232" y="20952"/>
                      <a:pt x="14600" y="20693"/>
                      <a:pt x="15919" y="20146"/>
                    </a:cubicBezTo>
                    <a:cubicBezTo>
                      <a:pt x="21269" y="17960"/>
                      <a:pt x="23813" y="11828"/>
                      <a:pt x="21595" y="6478"/>
                    </a:cubicBezTo>
                    <a:cubicBezTo>
                      <a:pt x="19921" y="2440"/>
                      <a:pt x="16017" y="1"/>
                      <a:pt x="11902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2" name="Google Shape;672;p42"/>
              <p:cNvSpPr/>
              <p:nvPr/>
            </p:nvSpPr>
            <p:spPr>
              <a:xfrm>
                <a:off x="1688875" y="1474400"/>
                <a:ext cx="523575" cy="523575"/>
              </a:xfrm>
              <a:custGeom>
                <a:avLst/>
                <a:gdLst/>
                <a:ahLst/>
                <a:cxnLst/>
                <a:rect l="l" t="t" r="r" b="b"/>
                <a:pathLst>
                  <a:path w="20943" h="20943" extrusionOk="0">
                    <a:moveTo>
                      <a:pt x="10472" y="1"/>
                    </a:moveTo>
                    <a:cubicBezTo>
                      <a:pt x="4665" y="1"/>
                      <a:pt x="1" y="4698"/>
                      <a:pt x="1" y="10472"/>
                    </a:cubicBezTo>
                    <a:cubicBezTo>
                      <a:pt x="1" y="16278"/>
                      <a:pt x="4665" y="20943"/>
                      <a:pt x="10472" y="20943"/>
                    </a:cubicBezTo>
                    <a:cubicBezTo>
                      <a:pt x="16245" y="20943"/>
                      <a:pt x="20943" y="16278"/>
                      <a:pt x="20943" y="10472"/>
                    </a:cubicBezTo>
                    <a:cubicBezTo>
                      <a:pt x="20943" y="4698"/>
                      <a:pt x="16245" y="1"/>
                      <a:pt x="10472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3" name="Google Shape;673;p42"/>
              <p:cNvSpPr/>
              <p:nvPr/>
            </p:nvSpPr>
            <p:spPr>
              <a:xfrm>
                <a:off x="2615275" y="1769000"/>
                <a:ext cx="2368225" cy="2157425"/>
              </a:xfrm>
              <a:custGeom>
                <a:avLst/>
                <a:gdLst/>
                <a:ahLst/>
                <a:cxnLst/>
                <a:rect l="l" t="t" r="r" b="b"/>
                <a:pathLst>
                  <a:path w="94729" h="86297" extrusionOk="0">
                    <a:moveTo>
                      <a:pt x="47381" y="1"/>
                    </a:moveTo>
                    <a:cubicBezTo>
                      <a:pt x="36339" y="1"/>
                      <a:pt x="25298" y="4217"/>
                      <a:pt x="16865" y="12649"/>
                    </a:cubicBezTo>
                    <a:cubicBezTo>
                      <a:pt x="1" y="29481"/>
                      <a:pt x="1" y="56816"/>
                      <a:pt x="16865" y="73648"/>
                    </a:cubicBezTo>
                    <a:cubicBezTo>
                      <a:pt x="25298" y="82080"/>
                      <a:pt x="36339" y="86296"/>
                      <a:pt x="47381" y="86296"/>
                    </a:cubicBezTo>
                    <a:cubicBezTo>
                      <a:pt x="58423" y="86296"/>
                      <a:pt x="69465" y="82080"/>
                      <a:pt x="77897" y="73648"/>
                    </a:cubicBezTo>
                    <a:cubicBezTo>
                      <a:pt x="94729" y="56816"/>
                      <a:pt x="94729" y="29481"/>
                      <a:pt x="77897" y="12649"/>
                    </a:cubicBezTo>
                    <a:cubicBezTo>
                      <a:pt x="69465" y="4217"/>
                      <a:pt x="58423" y="1"/>
                      <a:pt x="4738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4" name="Google Shape;674;p42"/>
              <p:cNvSpPr/>
              <p:nvPr/>
            </p:nvSpPr>
            <p:spPr>
              <a:xfrm>
                <a:off x="3297850" y="2114575"/>
                <a:ext cx="1006350" cy="1465950"/>
              </a:xfrm>
              <a:custGeom>
                <a:avLst/>
                <a:gdLst/>
                <a:ahLst/>
                <a:cxnLst/>
                <a:rect l="l" t="t" r="r" b="b"/>
                <a:pathLst>
                  <a:path w="40254" h="58638" extrusionOk="0">
                    <a:moveTo>
                      <a:pt x="28021" y="0"/>
                    </a:moveTo>
                    <a:cubicBezTo>
                      <a:pt x="27173" y="33"/>
                      <a:pt x="26358" y="522"/>
                      <a:pt x="25640" y="1240"/>
                    </a:cubicBezTo>
                    <a:cubicBezTo>
                      <a:pt x="17681" y="8808"/>
                      <a:pt x="9689" y="16310"/>
                      <a:pt x="1730" y="23878"/>
                    </a:cubicBezTo>
                    <a:cubicBezTo>
                      <a:pt x="1" y="25509"/>
                      <a:pt x="229" y="28021"/>
                      <a:pt x="2284" y="29260"/>
                    </a:cubicBezTo>
                    <a:cubicBezTo>
                      <a:pt x="6655" y="31935"/>
                      <a:pt x="11157" y="34414"/>
                      <a:pt x="15593" y="36991"/>
                    </a:cubicBezTo>
                    <a:cubicBezTo>
                      <a:pt x="15854" y="37122"/>
                      <a:pt x="15984" y="37252"/>
                      <a:pt x="15854" y="37611"/>
                    </a:cubicBezTo>
                    <a:cubicBezTo>
                      <a:pt x="14386" y="41036"/>
                      <a:pt x="12983" y="44461"/>
                      <a:pt x="11548" y="47919"/>
                    </a:cubicBezTo>
                    <a:cubicBezTo>
                      <a:pt x="10667" y="50039"/>
                      <a:pt x="9754" y="52159"/>
                      <a:pt x="8906" y="54312"/>
                    </a:cubicBezTo>
                    <a:cubicBezTo>
                      <a:pt x="8319" y="55878"/>
                      <a:pt x="9036" y="57574"/>
                      <a:pt x="10537" y="58292"/>
                    </a:cubicBezTo>
                    <a:cubicBezTo>
                      <a:pt x="11017" y="58521"/>
                      <a:pt x="11489" y="58637"/>
                      <a:pt x="11958" y="58637"/>
                    </a:cubicBezTo>
                    <a:cubicBezTo>
                      <a:pt x="12826" y="58637"/>
                      <a:pt x="13681" y="58237"/>
                      <a:pt x="14549" y="57411"/>
                    </a:cubicBezTo>
                    <a:cubicBezTo>
                      <a:pt x="22508" y="49876"/>
                      <a:pt x="30500" y="42341"/>
                      <a:pt x="38460" y="34773"/>
                    </a:cubicBezTo>
                    <a:cubicBezTo>
                      <a:pt x="40254" y="33044"/>
                      <a:pt x="39927" y="30533"/>
                      <a:pt x="37742" y="29293"/>
                    </a:cubicBezTo>
                    <a:cubicBezTo>
                      <a:pt x="33371" y="26749"/>
                      <a:pt x="28967" y="24204"/>
                      <a:pt x="24596" y="21660"/>
                    </a:cubicBezTo>
                    <a:cubicBezTo>
                      <a:pt x="24303" y="21497"/>
                      <a:pt x="24205" y="21366"/>
                      <a:pt x="24335" y="21040"/>
                    </a:cubicBezTo>
                    <a:cubicBezTo>
                      <a:pt x="26684" y="15495"/>
                      <a:pt x="29098" y="9949"/>
                      <a:pt x="31283" y="4339"/>
                    </a:cubicBezTo>
                    <a:cubicBezTo>
                      <a:pt x="32099" y="2218"/>
                      <a:pt x="30468" y="0"/>
                      <a:pt x="2802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75" name="Google Shape;675;p42"/>
              <p:cNvSpPr/>
              <p:nvPr/>
            </p:nvSpPr>
            <p:spPr>
              <a:xfrm>
                <a:off x="1147400" y="238375"/>
                <a:ext cx="5305625" cy="5219150"/>
              </a:xfrm>
              <a:custGeom>
                <a:avLst/>
                <a:gdLst/>
                <a:ahLst/>
                <a:cxnLst/>
                <a:rect l="l" t="t" r="r" b="b"/>
                <a:pathLst>
                  <a:path w="212225" h="208766" extrusionOk="0">
                    <a:moveTo>
                      <a:pt x="146790" y="20443"/>
                    </a:moveTo>
                    <a:cubicBezTo>
                      <a:pt x="150867" y="20443"/>
                      <a:pt x="154194" y="23770"/>
                      <a:pt x="154194" y="27880"/>
                    </a:cubicBezTo>
                    <a:cubicBezTo>
                      <a:pt x="154194" y="31957"/>
                      <a:pt x="150867" y="35285"/>
                      <a:pt x="146790" y="35285"/>
                    </a:cubicBezTo>
                    <a:cubicBezTo>
                      <a:pt x="142679" y="35285"/>
                      <a:pt x="139352" y="31957"/>
                      <a:pt x="139352" y="27880"/>
                    </a:cubicBezTo>
                    <a:cubicBezTo>
                      <a:pt x="139352" y="23770"/>
                      <a:pt x="142679" y="20443"/>
                      <a:pt x="146790" y="20443"/>
                    </a:cubicBezTo>
                    <a:close/>
                    <a:moveTo>
                      <a:pt x="92282" y="52312"/>
                    </a:moveTo>
                    <a:cubicBezTo>
                      <a:pt x="94989" y="54269"/>
                      <a:pt x="97697" y="56325"/>
                      <a:pt x="100437" y="58445"/>
                    </a:cubicBezTo>
                    <a:cubicBezTo>
                      <a:pt x="96196" y="58967"/>
                      <a:pt x="92086" y="60076"/>
                      <a:pt x="88270" y="61707"/>
                    </a:cubicBezTo>
                    <a:cubicBezTo>
                      <a:pt x="89574" y="58477"/>
                      <a:pt x="90912" y="55346"/>
                      <a:pt x="92282" y="52312"/>
                    </a:cubicBezTo>
                    <a:close/>
                    <a:moveTo>
                      <a:pt x="130395" y="6107"/>
                    </a:moveTo>
                    <a:cubicBezTo>
                      <a:pt x="131135" y="6107"/>
                      <a:pt x="131849" y="6199"/>
                      <a:pt x="132535" y="6383"/>
                    </a:cubicBezTo>
                    <a:cubicBezTo>
                      <a:pt x="136514" y="7427"/>
                      <a:pt x="139189" y="11603"/>
                      <a:pt x="140885" y="15680"/>
                    </a:cubicBezTo>
                    <a:cubicBezTo>
                      <a:pt x="136384" y="17866"/>
                      <a:pt x="133252" y="22530"/>
                      <a:pt x="133252" y="27880"/>
                    </a:cubicBezTo>
                    <a:cubicBezTo>
                      <a:pt x="133252" y="34828"/>
                      <a:pt x="138537" y="40569"/>
                      <a:pt x="145289" y="41319"/>
                    </a:cubicBezTo>
                    <a:cubicBezTo>
                      <a:pt x="145485" y="47093"/>
                      <a:pt x="145322" y="53356"/>
                      <a:pt x="144832" y="59978"/>
                    </a:cubicBezTo>
                    <a:cubicBezTo>
                      <a:pt x="138700" y="60565"/>
                      <a:pt x="132339" y="61413"/>
                      <a:pt x="125848" y="62522"/>
                    </a:cubicBezTo>
                    <a:cubicBezTo>
                      <a:pt x="120955" y="60206"/>
                      <a:pt x="115605" y="58738"/>
                      <a:pt x="109962" y="58282"/>
                    </a:cubicBezTo>
                    <a:cubicBezTo>
                      <a:pt x="104938" y="54106"/>
                      <a:pt x="99882" y="50225"/>
                      <a:pt x="94924" y="46702"/>
                    </a:cubicBezTo>
                    <a:cubicBezTo>
                      <a:pt x="99915" y="36426"/>
                      <a:pt x="105199" y="27586"/>
                      <a:pt x="110484" y="20769"/>
                    </a:cubicBezTo>
                    <a:cubicBezTo>
                      <a:pt x="117906" y="11218"/>
                      <a:pt x="124871" y="6107"/>
                      <a:pt x="130395" y="6107"/>
                    </a:cubicBezTo>
                    <a:close/>
                    <a:moveTo>
                      <a:pt x="32131" y="52443"/>
                    </a:moveTo>
                    <a:cubicBezTo>
                      <a:pt x="36208" y="52443"/>
                      <a:pt x="39535" y="55770"/>
                      <a:pt x="39535" y="59880"/>
                    </a:cubicBezTo>
                    <a:cubicBezTo>
                      <a:pt x="39535" y="63958"/>
                      <a:pt x="36208" y="67285"/>
                      <a:pt x="32131" y="67285"/>
                    </a:cubicBezTo>
                    <a:cubicBezTo>
                      <a:pt x="28021" y="67285"/>
                      <a:pt x="24693" y="63958"/>
                      <a:pt x="24693" y="59880"/>
                    </a:cubicBezTo>
                    <a:cubicBezTo>
                      <a:pt x="24693" y="55770"/>
                      <a:pt x="28021" y="52443"/>
                      <a:pt x="32131" y="52443"/>
                    </a:cubicBezTo>
                    <a:close/>
                    <a:moveTo>
                      <a:pt x="144278" y="66176"/>
                    </a:moveTo>
                    <a:cubicBezTo>
                      <a:pt x="143919" y="69536"/>
                      <a:pt x="143495" y="72993"/>
                      <a:pt x="142973" y="76484"/>
                    </a:cubicBezTo>
                    <a:cubicBezTo>
                      <a:pt x="140396" y="73091"/>
                      <a:pt x="137362" y="70025"/>
                      <a:pt x="133937" y="67448"/>
                    </a:cubicBezTo>
                    <a:cubicBezTo>
                      <a:pt x="137428" y="66959"/>
                      <a:pt x="140885" y="66502"/>
                      <a:pt x="144278" y="66176"/>
                    </a:cubicBezTo>
                    <a:close/>
                    <a:moveTo>
                      <a:pt x="63478" y="86465"/>
                    </a:moveTo>
                    <a:lnTo>
                      <a:pt x="63478" y="86465"/>
                    </a:lnTo>
                    <a:cubicBezTo>
                      <a:pt x="61880" y="90314"/>
                      <a:pt x="60771" y="94392"/>
                      <a:pt x="60249" y="98665"/>
                    </a:cubicBezTo>
                    <a:cubicBezTo>
                      <a:pt x="58096" y="95925"/>
                      <a:pt x="56074" y="93185"/>
                      <a:pt x="54117" y="90478"/>
                    </a:cubicBezTo>
                    <a:cubicBezTo>
                      <a:pt x="57150" y="89107"/>
                      <a:pt x="60282" y="87770"/>
                      <a:pt x="63478" y="86465"/>
                    </a:cubicBezTo>
                    <a:close/>
                    <a:moveTo>
                      <a:pt x="151976" y="109984"/>
                    </a:moveTo>
                    <a:cubicBezTo>
                      <a:pt x="154096" y="112724"/>
                      <a:pt x="156151" y="115432"/>
                      <a:pt x="158109" y="118139"/>
                    </a:cubicBezTo>
                    <a:cubicBezTo>
                      <a:pt x="155075" y="119509"/>
                      <a:pt x="151943" y="120847"/>
                      <a:pt x="148747" y="122151"/>
                    </a:cubicBezTo>
                    <a:cubicBezTo>
                      <a:pt x="150345" y="118335"/>
                      <a:pt x="151454" y="114257"/>
                      <a:pt x="151976" y="109984"/>
                    </a:cubicBezTo>
                    <a:close/>
                    <a:moveTo>
                      <a:pt x="114235" y="78082"/>
                    </a:moveTo>
                    <a:cubicBezTo>
                      <a:pt x="114365" y="78115"/>
                      <a:pt x="114431" y="78180"/>
                      <a:pt x="114431" y="78212"/>
                    </a:cubicBezTo>
                    <a:cubicBezTo>
                      <a:pt x="112278" y="83790"/>
                      <a:pt x="109864" y="89368"/>
                      <a:pt x="107548" y="94816"/>
                    </a:cubicBezTo>
                    <a:cubicBezTo>
                      <a:pt x="106830" y="96545"/>
                      <a:pt x="107450" y="98339"/>
                      <a:pt x="109081" y="99317"/>
                    </a:cubicBezTo>
                    <a:cubicBezTo>
                      <a:pt x="113485" y="101829"/>
                      <a:pt x="117856" y="104406"/>
                      <a:pt x="122259" y="106918"/>
                    </a:cubicBezTo>
                    <a:cubicBezTo>
                      <a:pt x="122683" y="107179"/>
                      <a:pt x="122716" y="107211"/>
                      <a:pt x="122390" y="107538"/>
                    </a:cubicBezTo>
                    <a:cubicBezTo>
                      <a:pt x="116029" y="113572"/>
                      <a:pt x="98512" y="130339"/>
                      <a:pt x="97958" y="130567"/>
                    </a:cubicBezTo>
                    <a:cubicBezTo>
                      <a:pt x="97892" y="130535"/>
                      <a:pt x="97729" y="130502"/>
                      <a:pt x="97795" y="130404"/>
                    </a:cubicBezTo>
                    <a:cubicBezTo>
                      <a:pt x="99882" y="124891"/>
                      <a:pt x="102524" y="118857"/>
                      <a:pt x="104677" y="113801"/>
                    </a:cubicBezTo>
                    <a:cubicBezTo>
                      <a:pt x="105297" y="112365"/>
                      <a:pt x="105036" y="110408"/>
                      <a:pt x="103144" y="109332"/>
                    </a:cubicBezTo>
                    <a:cubicBezTo>
                      <a:pt x="98708" y="106787"/>
                      <a:pt x="94272" y="104308"/>
                      <a:pt x="89868" y="101633"/>
                    </a:cubicBezTo>
                    <a:cubicBezTo>
                      <a:pt x="89542" y="101438"/>
                      <a:pt x="89542" y="101340"/>
                      <a:pt x="89835" y="101079"/>
                    </a:cubicBezTo>
                    <a:cubicBezTo>
                      <a:pt x="94728" y="96447"/>
                      <a:pt x="112604" y="79191"/>
                      <a:pt x="114235" y="78082"/>
                    </a:cubicBezTo>
                    <a:close/>
                    <a:moveTo>
                      <a:pt x="114357" y="71989"/>
                    </a:moveTo>
                    <a:cubicBezTo>
                      <a:pt x="112680" y="71989"/>
                      <a:pt x="110956" y="72662"/>
                      <a:pt x="109538" y="74004"/>
                    </a:cubicBezTo>
                    <a:cubicBezTo>
                      <a:pt x="101546" y="81638"/>
                      <a:pt x="93619" y="89075"/>
                      <a:pt x="85660" y="96643"/>
                    </a:cubicBezTo>
                    <a:cubicBezTo>
                      <a:pt x="84094" y="98111"/>
                      <a:pt x="83344" y="100068"/>
                      <a:pt x="83572" y="102058"/>
                    </a:cubicBezTo>
                    <a:cubicBezTo>
                      <a:pt x="83768" y="104047"/>
                      <a:pt x="84910" y="105809"/>
                      <a:pt x="86704" y="106885"/>
                    </a:cubicBezTo>
                    <a:cubicBezTo>
                      <a:pt x="90520" y="109169"/>
                      <a:pt x="94369" y="111354"/>
                      <a:pt x="98153" y="113507"/>
                    </a:cubicBezTo>
                    <a:cubicBezTo>
                      <a:pt x="96261" y="118009"/>
                      <a:pt x="93945" y="123391"/>
                      <a:pt x="92086" y="128186"/>
                    </a:cubicBezTo>
                    <a:cubicBezTo>
                      <a:pt x="90912" y="131220"/>
                      <a:pt x="92249" y="134612"/>
                      <a:pt x="95218" y="136047"/>
                    </a:cubicBezTo>
                    <a:cubicBezTo>
                      <a:pt x="96094" y="136467"/>
                      <a:pt x="97027" y="136700"/>
                      <a:pt x="97980" y="136700"/>
                    </a:cubicBezTo>
                    <a:cubicBezTo>
                      <a:pt x="99545" y="136700"/>
                      <a:pt x="101167" y="136072"/>
                      <a:pt x="102687" y="134612"/>
                    </a:cubicBezTo>
                    <a:cubicBezTo>
                      <a:pt x="110549" y="127142"/>
                      <a:pt x="118704" y="119444"/>
                      <a:pt x="126598" y="111974"/>
                    </a:cubicBezTo>
                    <a:cubicBezTo>
                      <a:pt x="128131" y="110506"/>
                      <a:pt x="128881" y="108516"/>
                      <a:pt x="128653" y="106526"/>
                    </a:cubicBezTo>
                    <a:cubicBezTo>
                      <a:pt x="128425" y="104504"/>
                      <a:pt x="127185" y="102710"/>
                      <a:pt x="125293" y="101633"/>
                    </a:cubicBezTo>
                    <a:cubicBezTo>
                      <a:pt x="121542" y="99481"/>
                      <a:pt x="117823" y="97295"/>
                      <a:pt x="114072" y="95142"/>
                    </a:cubicBezTo>
                    <a:cubicBezTo>
                      <a:pt x="116094" y="90347"/>
                      <a:pt x="118215" y="85389"/>
                      <a:pt x="120139" y="80431"/>
                    </a:cubicBezTo>
                    <a:cubicBezTo>
                      <a:pt x="120889" y="78539"/>
                      <a:pt x="120628" y="76386"/>
                      <a:pt x="119454" y="74722"/>
                    </a:cubicBezTo>
                    <a:cubicBezTo>
                      <a:pt x="118192" y="72898"/>
                      <a:pt x="116307" y="71989"/>
                      <a:pt x="114357" y="71989"/>
                    </a:cubicBezTo>
                    <a:close/>
                    <a:moveTo>
                      <a:pt x="69252" y="132133"/>
                    </a:moveTo>
                    <a:cubicBezTo>
                      <a:pt x="71829" y="135558"/>
                      <a:pt x="74863" y="138592"/>
                      <a:pt x="78288" y="141169"/>
                    </a:cubicBezTo>
                    <a:cubicBezTo>
                      <a:pt x="74797" y="141691"/>
                      <a:pt x="71340" y="142115"/>
                      <a:pt x="67980" y="142474"/>
                    </a:cubicBezTo>
                    <a:cubicBezTo>
                      <a:pt x="68306" y="139081"/>
                      <a:pt x="68730" y="135656"/>
                      <a:pt x="69252" y="132133"/>
                    </a:cubicBezTo>
                    <a:close/>
                    <a:moveTo>
                      <a:pt x="48506" y="93120"/>
                    </a:moveTo>
                    <a:cubicBezTo>
                      <a:pt x="52029" y="98078"/>
                      <a:pt x="55911" y="103134"/>
                      <a:pt x="60053" y="108190"/>
                    </a:cubicBezTo>
                    <a:cubicBezTo>
                      <a:pt x="60543" y="113801"/>
                      <a:pt x="62011" y="119150"/>
                      <a:pt x="64327" y="124043"/>
                    </a:cubicBezTo>
                    <a:cubicBezTo>
                      <a:pt x="63217" y="130535"/>
                      <a:pt x="62369" y="136896"/>
                      <a:pt x="61750" y="143028"/>
                    </a:cubicBezTo>
                    <a:cubicBezTo>
                      <a:pt x="56880" y="143393"/>
                      <a:pt x="52203" y="143577"/>
                      <a:pt x="47776" y="143577"/>
                    </a:cubicBezTo>
                    <a:cubicBezTo>
                      <a:pt x="41915" y="143577"/>
                      <a:pt x="36492" y="143255"/>
                      <a:pt x="31641" y="142604"/>
                    </a:cubicBezTo>
                    <a:cubicBezTo>
                      <a:pt x="18072" y="140777"/>
                      <a:pt x="9721" y="136569"/>
                      <a:pt x="8188" y="130730"/>
                    </a:cubicBezTo>
                    <a:cubicBezTo>
                      <a:pt x="6622" y="124924"/>
                      <a:pt x="11743" y="117095"/>
                      <a:pt x="22573" y="108679"/>
                    </a:cubicBezTo>
                    <a:cubicBezTo>
                      <a:pt x="29391" y="103395"/>
                      <a:pt x="38231" y="98111"/>
                      <a:pt x="48506" y="93120"/>
                    </a:cubicBezTo>
                    <a:close/>
                    <a:moveTo>
                      <a:pt x="106113" y="64219"/>
                    </a:moveTo>
                    <a:cubicBezTo>
                      <a:pt x="128229" y="64219"/>
                      <a:pt x="146202" y="82192"/>
                      <a:pt x="146202" y="104308"/>
                    </a:cubicBezTo>
                    <a:cubicBezTo>
                      <a:pt x="146202" y="126425"/>
                      <a:pt x="128229" y="144398"/>
                      <a:pt x="106113" y="144398"/>
                    </a:cubicBezTo>
                    <a:cubicBezTo>
                      <a:pt x="83996" y="144398"/>
                      <a:pt x="66023" y="126425"/>
                      <a:pt x="66023" y="104308"/>
                    </a:cubicBezTo>
                    <a:cubicBezTo>
                      <a:pt x="66023" y="82192"/>
                      <a:pt x="83996" y="64219"/>
                      <a:pt x="106113" y="64219"/>
                    </a:cubicBezTo>
                    <a:close/>
                    <a:moveTo>
                      <a:pt x="175789" y="136700"/>
                    </a:moveTo>
                    <a:cubicBezTo>
                      <a:pt x="179866" y="136700"/>
                      <a:pt x="183193" y="140027"/>
                      <a:pt x="183193" y="144105"/>
                    </a:cubicBezTo>
                    <a:cubicBezTo>
                      <a:pt x="183193" y="148215"/>
                      <a:pt x="179866" y="151542"/>
                      <a:pt x="175789" y="151542"/>
                    </a:cubicBezTo>
                    <a:cubicBezTo>
                      <a:pt x="171711" y="151542"/>
                      <a:pt x="168384" y="148215"/>
                      <a:pt x="168384" y="144105"/>
                    </a:cubicBezTo>
                    <a:cubicBezTo>
                      <a:pt x="168384" y="140027"/>
                      <a:pt x="171711" y="136700"/>
                      <a:pt x="175789" y="136700"/>
                    </a:cubicBezTo>
                    <a:close/>
                    <a:moveTo>
                      <a:pt x="123956" y="146942"/>
                    </a:moveTo>
                    <a:lnTo>
                      <a:pt x="123956" y="146942"/>
                    </a:lnTo>
                    <a:cubicBezTo>
                      <a:pt x="122651" y="150139"/>
                      <a:pt x="121313" y="153271"/>
                      <a:pt x="119943" y="156304"/>
                    </a:cubicBezTo>
                    <a:cubicBezTo>
                      <a:pt x="117236" y="154380"/>
                      <a:pt x="114528" y="152325"/>
                      <a:pt x="111788" y="150172"/>
                    </a:cubicBezTo>
                    <a:cubicBezTo>
                      <a:pt x="116029" y="149650"/>
                      <a:pt x="120139" y="148541"/>
                      <a:pt x="123956" y="146942"/>
                    </a:cubicBezTo>
                    <a:close/>
                    <a:moveTo>
                      <a:pt x="161664" y="123260"/>
                    </a:moveTo>
                    <a:cubicBezTo>
                      <a:pt x="163948" y="126588"/>
                      <a:pt x="166035" y="129882"/>
                      <a:pt x="167927" y="133112"/>
                    </a:cubicBezTo>
                    <a:cubicBezTo>
                      <a:pt x="164502" y="135558"/>
                      <a:pt x="162251" y="139570"/>
                      <a:pt x="162251" y="144105"/>
                    </a:cubicBezTo>
                    <a:cubicBezTo>
                      <a:pt x="162251" y="151575"/>
                      <a:pt x="168319" y="157642"/>
                      <a:pt x="175789" y="157642"/>
                    </a:cubicBezTo>
                    <a:cubicBezTo>
                      <a:pt x="176865" y="157642"/>
                      <a:pt x="177909" y="157511"/>
                      <a:pt x="178920" y="157283"/>
                    </a:cubicBezTo>
                    <a:lnTo>
                      <a:pt x="178920" y="157283"/>
                    </a:lnTo>
                    <a:cubicBezTo>
                      <a:pt x="181367" y="165992"/>
                      <a:pt x="180943" y="172549"/>
                      <a:pt x="177648" y="175844"/>
                    </a:cubicBezTo>
                    <a:cubicBezTo>
                      <a:pt x="175725" y="177767"/>
                      <a:pt x="172771" y="178725"/>
                      <a:pt x="168948" y="178725"/>
                    </a:cubicBezTo>
                    <a:cubicBezTo>
                      <a:pt x="164275" y="178725"/>
                      <a:pt x="158303" y="177294"/>
                      <a:pt x="151324" y="174441"/>
                    </a:cubicBezTo>
                    <a:cubicBezTo>
                      <a:pt x="143397" y="171212"/>
                      <a:pt x="134427" y="166221"/>
                      <a:pt x="125032" y="159860"/>
                    </a:cubicBezTo>
                    <a:cubicBezTo>
                      <a:pt x="127576" y="154347"/>
                      <a:pt x="130023" y="148476"/>
                      <a:pt x="132306" y="142376"/>
                    </a:cubicBezTo>
                    <a:cubicBezTo>
                      <a:pt x="136938" y="139179"/>
                      <a:pt x="140951" y="135134"/>
                      <a:pt x="144180" y="130502"/>
                    </a:cubicBezTo>
                    <a:cubicBezTo>
                      <a:pt x="150280" y="128219"/>
                      <a:pt x="156119" y="125772"/>
                      <a:pt x="161664" y="123260"/>
                    </a:cubicBezTo>
                    <a:close/>
                    <a:moveTo>
                      <a:pt x="64555" y="169222"/>
                    </a:moveTo>
                    <a:cubicBezTo>
                      <a:pt x="68632" y="169222"/>
                      <a:pt x="71960" y="172549"/>
                      <a:pt x="71960" y="176659"/>
                    </a:cubicBezTo>
                    <a:cubicBezTo>
                      <a:pt x="71960" y="180737"/>
                      <a:pt x="68632" y="184064"/>
                      <a:pt x="64555" y="184064"/>
                    </a:cubicBezTo>
                    <a:cubicBezTo>
                      <a:pt x="60445" y="184064"/>
                      <a:pt x="57118" y="180737"/>
                      <a:pt x="57118" y="176659"/>
                    </a:cubicBezTo>
                    <a:cubicBezTo>
                      <a:pt x="57118" y="172549"/>
                      <a:pt x="60445" y="169222"/>
                      <a:pt x="64555" y="169222"/>
                    </a:cubicBezTo>
                    <a:close/>
                    <a:moveTo>
                      <a:pt x="86378" y="146094"/>
                    </a:moveTo>
                    <a:cubicBezTo>
                      <a:pt x="91271" y="148410"/>
                      <a:pt x="96620" y="149911"/>
                      <a:pt x="102263" y="150368"/>
                    </a:cubicBezTo>
                    <a:cubicBezTo>
                      <a:pt x="107287" y="154510"/>
                      <a:pt x="112343" y="158392"/>
                      <a:pt x="117301" y="161948"/>
                    </a:cubicBezTo>
                    <a:cubicBezTo>
                      <a:pt x="112343" y="172190"/>
                      <a:pt x="107026" y="181063"/>
                      <a:pt x="101742" y="187848"/>
                    </a:cubicBezTo>
                    <a:cubicBezTo>
                      <a:pt x="94303" y="197420"/>
                      <a:pt x="87323" y="202532"/>
                      <a:pt x="81793" y="202532"/>
                    </a:cubicBezTo>
                    <a:cubicBezTo>
                      <a:pt x="81067" y="202532"/>
                      <a:pt x="80365" y="202444"/>
                      <a:pt x="79690" y="202266"/>
                    </a:cubicBezTo>
                    <a:cubicBezTo>
                      <a:pt x="76722" y="201483"/>
                      <a:pt x="72775" y="198482"/>
                      <a:pt x="69970" y="189055"/>
                    </a:cubicBezTo>
                    <a:cubicBezTo>
                      <a:pt x="74732" y="186967"/>
                      <a:pt x="78059" y="182172"/>
                      <a:pt x="78059" y="176659"/>
                    </a:cubicBezTo>
                    <a:cubicBezTo>
                      <a:pt x="78059" y="169972"/>
                      <a:pt x="73232" y="164427"/>
                      <a:pt x="66871" y="163318"/>
                    </a:cubicBezTo>
                    <a:cubicBezTo>
                      <a:pt x="66838" y="158686"/>
                      <a:pt x="67034" y="153793"/>
                      <a:pt x="67425" y="148671"/>
                    </a:cubicBezTo>
                    <a:cubicBezTo>
                      <a:pt x="73525" y="148052"/>
                      <a:pt x="79886" y="147203"/>
                      <a:pt x="86378" y="146094"/>
                    </a:cubicBezTo>
                    <a:close/>
                    <a:moveTo>
                      <a:pt x="130416" y="0"/>
                    </a:moveTo>
                    <a:cubicBezTo>
                      <a:pt x="122845" y="0"/>
                      <a:pt x="114359" y="5796"/>
                      <a:pt x="105656" y="17018"/>
                    </a:cubicBezTo>
                    <a:cubicBezTo>
                      <a:pt x="100274" y="23966"/>
                      <a:pt x="94891" y="32903"/>
                      <a:pt x="89835" y="43179"/>
                    </a:cubicBezTo>
                    <a:cubicBezTo>
                      <a:pt x="83507" y="38938"/>
                      <a:pt x="77374" y="35285"/>
                      <a:pt x="71568" y="32349"/>
                    </a:cubicBezTo>
                    <a:cubicBezTo>
                      <a:pt x="71127" y="32128"/>
                      <a:pt x="70654" y="32023"/>
                      <a:pt x="70188" y="32023"/>
                    </a:cubicBezTo>
                    <a:cubicBezTo>
                      <a:pt x="69070" y="32023"/>
                      <a:pt x="67988" y="32627"/>
                      <a:pt x="67458" y="33686"/>
                    </a:cubicBezTo>
                    <a:cubicBezTo>
                      <a:pt x="66708" y="35219"/>
                      <a:pt x="67295" y="37046"/>
                      <a:pt x="68795" y="37796"/>
                    </a:cubicBezTo>
                    <a:cubicBezTo>
                      <a:pt x="74634" y="40765"/>
                      <a:pt x="80832" y="44451"/>
                      <a:pt x="87193" y="48757"/>
                    </a:cubicBezTo>
                    <a:cubicBezTo>
                      <a:pt x="84649" y="54302"/>
                      <a:pt x="82202" y="60174"/>
                      <a:pt x="79919" y="66274"/>
                    </a:cubicBezTo>
                    <a:cubicBezTo>
                      <a:pt x="75287" y="69470"/>
                      <a:pt x="71275" y="73483"/>
                      <a:pt x="68045" y="78147"/>
                    </a:cubicBezTo>
                    <a:cubicBezTo>
                      <a:pt x="61945" y="80431"/>
                      <a:pt x="56074" y="82844"/>
                      <a:pt x="50561" y="85389"/>
                    </a:cubicBezTo>
                    <a:cubicBezTo>
                      <a:pt x="46973" y="80072"/>
                      <a:pt x="43809" y="74885"/>
                      <a:pt x="41134" y="69960"/>
                    </a:cubicBezTo>
                    <a:cubicBezTo>
                      <a:pt x="43906" y="67481"/>
                      <a:pt x="45668" y="63860"/>
                      <a:pt x="45668" y="59880"/>
                    </a:cubicBezTo>
                    <a:cubicBezTo>
                      <a:pt x="45668" y="52410"/>
                      <a:pt x="39601" y="46343"/>
                      <a:pt x="32163" y="46343"/>
                    </a:cubicBezTo>
                    <a:cubicBezTo>
                      <a:pt x="31380" y="41515"/>
                      <a:pt x="31413" y="35970"/>
                      <a:pt x="34577" y="32806"/>
                    </a:cubicBezTo>
                    <a:cubicBezTo>
                      <a:pt x="36494" y="30888"/>
                      <a:pt x="39468" y="29934"/>
                      <a:pt x="43313" y="29934"/>
                    </a:cubicBezTo>
                    <a:cubicBezTo>
                      <a:pt x="47320" y="29934"/>
                      <a:pt x="52273" y="30970"/>
                      <a:pt x="57966" y="33034"/>
                    </a:cubicBezTo>
                    <a:cubicBezTo>
                      <a:pt x="58318" y="33163"/>
                      <a:pt x="58677" y="33225"/>
                      <a:pt x="59029" y="33225"/>
                    </a:cubicBezTo>
                    <a:cubicBezTo>
                      <a:pt x="60271" y="33225"/>
                      <a:pt x="61422" y="32460"/>
                      <a:pt x="61880" y="31240"/>
                    </a:cubicBezTo>
                    <a:cubicBezTo>
                      <a:pt x="62467" y="29641"/>
                      <a:pt x="61652" y="27880"/>
                      <a:pt x="60053" y="27293"/>
                    </a:cubicBezTo>
                    <a:cubicBezTo>
                      <a:pt x="53686" y="24979"/>
                      <a:pt x="48062" y="23822"/>
                      <a:pt x="43286" y="23822"/>
                    </a:cubicBezTo>
                    <a:cubicBezTo>
                      <a:pt x="37760" y="23822"/>
                      <a:pt x="33368" y="25370"/>
                      <a:pt x="30271" y="28467"/>
                    </a:cubicBezTo>
                    <a:cubicBezTo>
                      <a:pt x="26063" y="32675"/>
                      <a:pt x="24693" y="39134"/>
                      <a:pt x="26194" y="47713"/>
                    </a:cubicBezTo>
                    <a:cubicBezTo>
                      <a:pt x="21692" y="49898"/>
                      <a:pt x="18593" y="54530"/>
                      <a:pt x="18593" y="59880"/>
                    </a:cubicBezTo>
                    <a:cubicBezTo>
                      <a:pt x="18593" y="67317"/>
                      <a:pt x="24661" y="73385"/>
                      <a:pt x="32131" y="73385"/>
                    </a:cubicBezTo>
                    <a:cubicBezTo>
                      <a:pt x="33403" y="73385"/>
                      <a:pt x="34610" y="73222"/>
                      <a:pt x="35784" y="72895"/>
                    </a:cubicBezTo>
                    <a:cubicBezTo>
                      <a:pt x="38394" y="77756"/>
                      <a:pt x="41493" y="82844"/>
                      <a:pt x="44983" y="88031"/>
                    </a:cubicBezTo>
                    <a:cubicBezTo>
                      <a:pt x="35327" y="92761"/>
                      <a:pt x="25900" y="98372"/>
                      <a:pt x="18822" y="103852"/>
                    </a:cubicBezTo>
                    <a:cubicBezTo>
                      <a:pt x="5741" y="113996"/>
                      <a:pt x="0" y="123848"/>
                      <a:pt x="2251" y="132296"/>
                    </a:cubicBezTo>
                    <a:cubicBezTo>
                      <a:pt x="4534" y="140810"/>
                      <a:pt x="14418" y="146453"/>
                      <a:pt x="30826" y="148639"/>
                    </a:cubicBezTo>
                    <a:cubicBezTo>
                      <a:pt x="36076" y="149346"/>
                      <a:pt x="41996" y="149660"/>
                      <a:pt x="47966" y="149660"/>
                    </a:cubicBezTo>
                    <a:cubicBezTo>
                      <a:pt x="52456" y="149660"/>
                      <a:pt x="56976" y="149483"/>
                      <a:pt x="61260" y="149161"/>
                    </a:cubicBezTo>
                    <a:lnTo>
                      <a:pt x="61260" y="149161"/>
                    </a:lnTo>
                    <a:cubicBezTo>
                      <a:pt x="60901" y="154217"/>
                      <a:pt x="60738" y="159077"/>
                      <a:pt x="60738" y="163676"/>
                    </a:cubicBezTo>
                    <a:cubicBezTo>
                      <a:pt x="55128" y="165307"/>
                      <a:pt x="51018" y="170494"/>
                      <a:pt x="51018" y="176659"/>
                    </a:cubicBezTo>
                    <a:cubicBezTo>
                      <a:pt x="51018" y="183901"/>
                      <a:pt x="56759" y="189838"/>
                      <a:pt x="63935" y="190164"/>
                    </a:cubicBezTo>
                    <a:cubicBezTo>
                      <a:pt x="67556" y="202820"/>
                      <a:pt x="73558" y="206963"/>
                      <a:pt x="78125" y="208170"/>
                    </a:cubicBezTo>
                    <a:cubicBezTo>
                      <a:pt x="79626" y="208571"/>
                      <a:pt x="81091" y="208766"/>
                      <a:pt x="82529" y="208766"/>
                    </a:cubicBezTo>
                    <a:cubicBezTo>
                      <a:pt x="90904" y="208766"/>
                      <a:pt x="98356" y="202178"/>
                      <a:pt x="106569" y="191599"/>
                    </a:cubicBezTo>
                    <a:cubicBezTo>
                      <a:pt x="111952" y="184684"/>
                      <a:pt x="117334" y="175746"/>
                      <a:pt x="122390" y="165438"/>
                    </a:cubicBezTo>
                    <a:cubicBezTo>
                      <a:pt x="131850" y="171799"/>
                      <a:pt x="140951" y="176822"/>
                      <a:pt x="149040" y="180117"/>
                    </a:cubicBezTo>
                    <a:cubicBezTo>
                      <a:pt x="155731" y="182837"/>
                      <a:pt x="162712" y="185123"/>
                      <a:pt x="169009" y="185123"/>
                    </a:cubicBezTo>
                    <a:cubicBezTo>
                      <a:pt x="173886" y="185123"/>
                      <a:pt x="178352" y="183752"/>
                      <a:pt x="181954" y="180150"/>
                    </a:cubicBezTo>
                    <a:cubicBezTo>
                      <a:pt x="188347" y="173789"/>
                      <a:pt x="187042" y="163057"/>
                      <a:pt x="184498" y="154478"/>
                    </a:cubicBezTo>
                    <a:cubicBezTo>
                      <a:pt x="187434" y="151999"/>
                      <a:pt x="189326" y="148247"/>
                      <a:pt x="189326" y="144105"/>
                    </a:cubicBezTo>
                    <a:cubicBezTo>
                      <a:pt x="189326" y="136534"/>
                      <a:pt x="183084" y="130585"/>
                      <a:pt x="175814" y="130585"/>
                    </a:cubicBezTo>
                    <a:cubicBezTo>
                      <a:pt x="175097" y="130585"/>
                      <a:pt x="174369" y="130643"/>
                      <a:pt x="173636" y="130763"/>
                    </a:cubicBezTo>
                    <a:cubicBezTo>
                      <a:pt x="171711" y="127403"/>
                      <a:pt x="169558" y="124011"/>
                      <a:pt x="167275" y="120586"/>
                    </a:cubicBezTo>
                    <a:cubicBezTo>
                      <a:pt x="173342" y="117617"/>
                      <a:pt x="178953" y="114518"/>
                      <a:pt x="183944" y="111354"/>
                    </a:cubicBezTo>
                    <a:cubicBezTo>
                      <a:pt x="185379" y="110473"/>
                      <a:pt x="185803" y="108582"/>
                      <a:pt x="184890" y="107146"/>
                    </a:cubicBezTo>
                    <a:cubicBezTo>
                      <a:pt x="184323" y="106223"/>
                      <a:pt x="183339" y="105719"/>
                      <a:pt x="182327" y="105719"/>
                    </a:cubicBezTo>
                    <a:cubicBezTo>
                      <a:pt x="181765" y="105719"/>
                      <a:pt x="181194" y="105874"/>
                      <a:pt x="180682" y="106200"/>
                    </a:cubicBezTo>
                    <a:cubicBezTo>
                      <a:pt x="175658" y="109364"/>
                      <a:pt x="169950" y="112496"/>
                      <a:pt x="163752" y="115497"/>
                    </a:cubicBezTo>
                    <a:cubicBezTo>
                      <a:pt x="160229" y="110571"/>
                      <a:pt x="156347" y="105548"/>
                      <a:pt x="152172" y="100459"/>
                    </a:cubicBezTo>
                    <a:cubicBezTo>
                      <a:pt x="151683" y="94816"/>
                      <a:pt x="150215" y="89466"/>
                      <a:pt x="147899" y="84606"/>
                    </a:cubicBezTo>
                    <a:cubicBezTo>
                      <a:pt x="149008" y="78082"/>
                      <a:pt x="149856" y="71721"/>
                      <a:pt x="150476" y="65621"/>
                    </a:cubicBezTo>
                    <a:cubicBezTo>
                      <a:pt x="155346" y="65256"/>
                      <a:pt x="160022" y="65073"/>
                      <a:pt x="164449" y="65073"/>
                    </a:cubicBezTo>
                    <a:cubicBezTo>
                      <a:pt x="170310" y="65073"/>
                      <a:pt x="175733" y="65395"/>
                      <a:pt x="180584" y="66045"/>
                    </a:cubicBezTo>
                    <a:cubicBezTo>
                      <a:pt x="194154" y="67872"/>
                      <a:pt x="202504" y="72080"/>
                      <a:pt x="204037" y="77886"/>
                    </a:cubicBezTo>
                    <a:cubicBezTo>
                      <a:pt x="205603" y="83693"/>
                      <a:pt x="200482" y="91554"/>
                      <a:pt x="189652" y="99937"/>
                    </a:cubicBezTo>
                    <a:cubicBezTo>
                      <a:pt x="188315" y="100981"/>
                      <a:pt x="188086" y="102906"/>
                      <a:pt x="189098" y="104243"/>
                    </a:cubicBezTo>
                    <a:cubicBezTo>
                      <a:pt x="189701" y="105017"/>
                      <a:pt x="190599" y="105419"/>
                      <a:pt x="191508" y="105419"/>
                    </a:cubicBezTo>
                    <a:cubicBezTo>
                      <a:pt x="192171" y="105419"/>
                      <a:pt x="192839" y="105205"/>
                      <a:pt x="193403" y="104765"/>
                    </a:cubicBezTo>
                    <a:cubicBezTo>
                      <a:pt x="206484" y="94620"/>
                      <a:pt x="212225" y="84769"/>
                      <a:pt x="209974" y="76320"/>
                    </a:cubicBezTo>
                    <a:cubicBezTo>
                      <a:pt x="207691" y="67839"/>
                      <a:pt x="197807" y="62196"/>
                      <a:pt x="181399" y="59978"/>
                    </a:cubicBezTo>
                    <a:cubicBezTo>
                      <a:pt x="176288" y="59305"/>
                      <a:pt x="170587" y="58972"/>
                      <a:pt x="164438" y="58972"/>
                    </a:cubicBezTo>
                    <a:cubicBezTo>
                      <a:pt x="160149" y="58972"/>
                      <a:pt x="155643" y="59134"/>
                      <a:pt x="150965" y="59456"/>
                    </a:cubicBezTo>
                    <a:cubicBezTo>
                      <a:pt x="151454" y="52769"/>
                      <a:pt x="151585" y="46441"/>
                      <a:pt x="151389" y="40602"/>
                    </a:cubicBezTo>
                    <a:cubicBezTo>
                      <a:pt x="156575" y="38710"/>
                      <a:pt x="160327" y="33719"/>
                      <a:pt x="160327" y="27880"/>
                    </a:cubicBezTo>
                    <a:cubicBezTo>
                      <a:pt x="160327" y="20443"/>
                      <a:pt x="154325" y="14408"/>
                      <a:pt x="146920" y="14343"/>
                    </a:cubicBezTo>
                    <a:cubicBezTo>
                      <a:pt x="143952" y="6612"/>
                      <a:pt x="139678" y="1947"/>
                      <a:pt x="134100" y="479"/>
                    </a:cubicBezTo>
                    <a:cubicBezTo>
                      <a:pt x="132900" y="159"/>
                      <a:pt x="131670" y="0"/>
                      <a:pt x="1304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76" name="Google Shape;676;p42"/>
          <p:cNvGrpSpPr/>
          <p:nvPr/>
        </p:nvGrpSpPr>
        <p:grpSpPr>
          <a:xfrm rot="-1272095">
            <a:off x="6134901" y="1387187"/>
            <a:ext cx="1512140" cy="1406562"/>
            <a:chOff x="6271675" y="841100"/>
            <a:chExt cx="2131200" cy="1982400"/>
          </a:xfrm>
        </p:grpSpPr>
        <p:sp>
          <p:nvSpPr>
            <p:cNvPr id="677" name="Google Shape;677;p42"/>
            <p:cNvSpPr/>
            <p:nvPr/>
          </p:nvSpPr>
          <p:spPr>
            <a:xfrm>
              <a:off x="6271675" y="841100"/>
              <a:ext cx="2131200" cy="19824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78" name="Google Shape;678;p42"/>
            <p:cNvGrpSpPr/>
            <p:nvPr/>
          </p:nvGrpSpPr>
          <p:grpSpPr>
            <a:xfrm>
              <a:off x="6486025" y="981042"/>
              <a:ext cx="1702503" cy="1702503"/>
              <a:chOff x="1190625" y="238125"/>
              <a:chExt cx="5219200" cy="5219200"/>
            </a:xfrm>
          </p:grpSpPr>
          <p:sp>
            <p:nvSpPr>
              <p:cNvPr id="679" name="Google Shape;679;p42"/>
              <p:cNvSpPr/>
              <p:nvPr/>
            </p:nvSpPr>
            <p:spPr>
              <a:xfrm>
                <a:off x="2120275" y="669500"/>
                <a:ext cx="3359875" cy="3359875"/>
              </a:xfrm>
              <a:custGeom>
                <a:avLst/>
                <a:gdLst/>
                <a:ahLst/>
                <a:cxnLst/>
                <a:rect l="l" t="t" r="r" b="b"/>
                <a:pathLst>
                  <a:path w="134395" h="134395" extrusionOk="0">
                    <a:moveTo>
                      <a:pt x="67198" y="27532"/>
                    </a:moveTo>
                    <a:cubicBezTo>
                      <a:pt x="89085" y="27532"/>
                      <a:pt x="106863" y="45310"/>
                      <a:pt x="106863" y="67198"/>
                    </a:cubicBezTo>
                    <a:cubicBezTo>
                      <a:pt x="106863" y="89118"/>
                      <a:pt x="89085" y="106864"/>
                      <a:pt x="67198" y="106864"/>
                    </a:cubicBezTo>
                    <a:cubicBezTo>
                      <a:pt x="45310" y="106864"/>
                      <a:pt x="27532" y="89118"/>
                      <a:pt x="27532" y="67198"/>
                    </a:cubicBezTo>
                    <a:cubicBezTo>
                      <a:pt x="27532" y="45310"/>
                      <a:pt x="45310" y="27532"/>
                      <a:pt x="67198" y="27532"/>
                    </a:cubicBezTo>
                    <a:close/>
                    <a:moveTo>
                      <a:pt x="67198" y="1"/>
                    </a:moveTo>
                    <a:cubicBezTo>
                      <a:pt x="30076" y="1"/>
                      <a:pt x="1" y="30109"/>
                      <a:pt x="1" y="67198"/>
                    </a:cubicBezTo>
                    <a:cubicBezTo>
                      <a:pt x="1" y="104319"/>
                      <a:pt x="30076" y="134395"/>
                      <a:pt x="67198" y="134395"/>
                    </a:cubicBezTo>
                    <a:cubicBezTo>
                      <a:pt x="104319" y="134395"/>
                      <a:pt x="134394" y="104319"/>
                      <a:pt x="134394" y="67198"/>
                    </a:cubicBezTo>
                    <a:cubicBezTo>
                      <a:pt x="134394" y="30076"/>
                      <a:pt x="104319" y="1"/>
                      <a:pt x="67198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0" name="Google Shape;680;p42"/>
              <p:cNvSpPr/>
              <p:nvPr/>
            </p:nvSpPr>
            <p:spPr>
              <a:xfrm>
                <a:off x="3500925" y="2050150"/>
                <a:ext cx="598600" cy="598600"/>
              </a:xfrm>
              <a:custGeom>
                <a:avLst/>
                <a:gdLst/>
                <a:ahLst/>
                <a:cxnLst/>
                <a:rect l="l" t="t" r="r" b="b"/>
                <a:pathLst>
                  <a:path w="23944" h="23944" extrusionOk="0">
                    <a:moveTo>
                      <a:pt x="11972" y="0"/>
                    </a:moveTo>
                    <a:cubicBezTo>
                      <a:pt x="5350" y="0"/>
                      <a:pt x="0" y="5383"/>
                      <a:pt x="0" y="11972"/>
                    </a:cubicBezTo>
                    <a:cubicBezTo>
                      <a:pt x="0" y="18594"/>
                      <a:pt x="5350" y="23943"/>
                      <a:pt x="11972" y="23943"/>
                    </a:cubicBezTo>
                    <a:cubicBezTo>
                      <a:pt x="18593" y="23943"/>
                      <a:pt x="23943" y="18594"/>
                      <a:pt x="23943" y="11972"/>
                    </a:cubicBezTo>
                    <a:cubicBezTo>
                      <a:pt x="23943" y="5383"/>
                      <a:pt x="18593" y="0"/>
                      <a:pt x="119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1" name="Google Shape;681;p42"/>
              <p:cNvSpPr/>
              <p:nvPr/>
            </p:nvSpPr>
            <p:spPr>
              <a:xfrm>
                <a:off x="1190625" y="3678700"/>
                <a:ext cx="5219200" cy="170195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68078" extrusionOk="0">
                    <a:moveTo>
                      <a:pt x="3066" y="0"/>
                    </a:moveTo>
                    <a:cubicBezTo>
                      <a:pt x="1370" y="0"/>
                      <a:pt x="0" y="1370"/>
                      <a:pt x="0" y="3066"/>
                    </a:cubicBezTo>
                    <a:lnTo>
                      <a:pt x="0" y="56889"/>
                    </a:lnTo>
                    <a:cubicBezTo>
                      <a:pt x="0" y="58553"/>
                      <a:pt x="1370" y="59923"/>
                      <a:pt x="3066" y="59923"/>
                    </a:cubicBezTo>
                    <a:cubicBezTo>
                      <a:pt x="19931" y="59923"/>
                      <a:pt x="19931" y="68078"/>
                      <a:pt x="36828" y="68078"/>
                    </a:cubicBezTo>
                    <a:cubicBezTo>
                      <a:pt x="53725" y="68078"/>
                      <a:pt x="53725" y="59923"/>
                      <a:pt x="70622" y="59923"/>
                    </a:cubicBezTo>
                    <a:cubicBezTo>
                      <a:pt x="87486" y="59923"/>
                      <a:pt x="87486" y="68078"/>
                      <a:pt x="104384" y="68078"/>
                    </a:cubicBezTo>
                    <a:cubicBezTo>
                      <a:pt x="121281" y="68078"/>
                      <a:pt x="121281" y="59923"/>
                      <a:pt x="138145" y="59923"/>
                    </a:cubicBezTo>
                    <a:cubicBezTo>
                      <a:pt x="155042" y="59923"/>
                      <a:pt x="155042" y="68078"/>
                      <a:pt x="171939" y="68078"/>
                    </a:cubicBezTo>
                    <a:cubicBezTo>
                      <a:pt x="188836" y="68078"/>
                      <a:pt x="188836" y="59923"/>
                      <a:pt x="205701" y="59923"/>
                    </a:cubicBezTo>
                    <a:cubicBezTo>
                      <a:pt x="207397" y="59923"/>
                      <a:pt x="208767" y="58553"/>
                      <a:pt x="208767" y="56889"/>
                    </a:cubicBezTo>
                    <a:lnTo>
                      <a:pt x="208767" y="3066"/>
                    </a:lnTo>
                    <a:cubicBezTo>
                      <a:pt x="208767" y="1370"/>
                      <a:pt x="207397" y="0"/>
                      <a:pt x="205701" y="0"/>
                    </a:cubicBezTo>
                    <a:cubicBezTo>
                      <a:pt x="188836" y="0"/>
                      <a:pt x="188836" y="8155"/>
                      <a:pt x="171939" y="8155"/>
                    </a:cubicBezTo>
                    <a:cubicBezTo>
                      <a:pt x="155042" y="8155"/>
                      <a:pt x="155042" y="0"/>
                      <a:pt x="138145" y="0"/>
                    </a:cubicBezTo>
                    <a:cubicBezTo>
                      <a:pt x="121281" y="0"/>
                      <a:pt x="121281" y="8155"/>
                      <a:pt x="104384" y="8155"/>
                    </a:cubicBezTo>
                    <a:cubicBezTo>
                      <a:pt x="87486" y="8155"/>
                      <a:pt x="87486" y="0"/>
                      <a:pt x="70622" y="0"/>
                    </a:cubicBezTo>
                    <a:cubicBezTo>
                      <a:pt x="53725" y="0"/>
                      <a:pt x="53725" y="8155"/>
                      <a:pt x="36828" y="8155"/>
                    </a:cubicBezTo>
                    <a:cubicBezTo>
                      <a:pt x="19931" y="8155"/>
                      <a:pt x="19931" y="0"/>
                      <a:pt x="306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2" name="Google Shape;682;p42"/>
              <p:cNvSpPr/>
              <p:nvPr/>
            </p:nvSpPr>
            <p:spPr>
              <a:xfrm>
                <a:off x="1190625" y="238125"/>
                <a:ext cx="5219200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08768" extrusionOk="0">
                    <a:moveTo>
                      <a:pt x="101317" y="47984"/>
                    </a:moveTo>
                    <a:lnTo>
                      <a:pt x="101317" y="69741"/>
                    </a:lnTo>
                    <a:cubicBezTo>
                      <a:pt x="99458" y="70133"/>
                      <a:pt x="97696" y="70883"/>
                      <a:pt x="96131" y="71894"/>
                    </a:cubicBezTo>
                    <a:lnTo>
                      <a:pt x="80767" y="56530"/>
                    </a:lnTo>
                    <a:cubicBezTo>
                      <a:pt x="86410" y="51735"/>
                      <a:pt x="93521" y="48636"/>
                      <a:pt x="101317" y="47984"/>
                    </a:cubicBezTo>
                    <a:close/>
                    <a:moveTo>
                      <a:pt x="107450" y="47984"/>
                    </a:moveTo>
                    <a:cubicBezTo>
                      <a:pt x="115246" y="48636"/>
                      <a:pt x="122357" y="51735"/>
                      <a:pt x="128000" y="56530"/>
                    </a:cubicBezTo>
                    <a:lnTo>
                      <a:pt x="112636" y="71894"/>
                    </a:lnTo>
                    <a:cubicBezTo>
                      <a:pt x="111071" y="70883"/>
                      <a:pt x="109309" y="70133"/>
                      <a:pt x="107450" y="69741"/>
                    </a:cubicBezTo>
                    <a:lnTo>
                      <a:pt x="107450" y="47984"/>
                    </a:lnTo>
                    <a:close/>
                    <a:moveTo>
                      <a:pt x="76428" y="60836"/>
                    </a:moveTo>
                    <a:lnTo>
                      <a:pt x="91825" y="76233"/>
                    </a:lnTo>
                    <a:cubicBezTo>
                      <a:pt x="90814" y="77766"/>
                      <a:pt x="90063" y="79527"/>
                      <a:pt x="89672" y="81387"/>
                    </a:cubicBezTo>
                    <a:lnTo>
                      <a:pt x="67915" y="81387"/>
                    </a:lnTo>
                    <a:cubicBezTo>
                      <a:pt x="68567" y="73590"/>
                      <a:pt x="71666" y="66512"/>
                      <a:pt x="76428" y="60836"/>
                    </a:cubicBezTo>
                    <a:close/>
                    <a:moveTo>
                      <a:pt x="132339" y="60836"/>
                    </a:moveTo>
                    <a:cubicBezTo>
                      <a:pt x="137101" y="66512"/>
                      <a:pt x="140200" y="73590"/>
                      <a:pt x="140853" y="81419"/>
                    </a:cubicBezTo>
                    <a:lnTo>
                      <a:pt x="119095" y="81419"/>
                    </a:lnTo>
                    <a:cubicBezTo>
                      <a:pt x="118704" y="79527"/>
                      <a:pt x="117953" y="77766"/>
                      <a:pt x="116942" y="76233"/>
                    </a:cubicBezTo>
                    <a:lnTo>
                      <a:pt x="132339" y="60836"/>
                    </a:lnTo>
                    <a:close/>
                    <a:moveTo>
                      <a:pt x="128604" y="33846"/>
                    </a:moveTo>
                    <a:cubicBezTo>
                      <a:pt x="127485" y="33846"/>
                      <a:pt x="126399" y="34466"/>
                      <a:pt x="125847" y="35523"/>
                    </a:cubicBezTo>
                    <a:cubicBezTo>
                      <a:pt x="125097" y="37024"/>
                      <a:pt x="125684" y="38850"/>
                      <a:pt x="127185" y="39633"/>
                    </a:cubicBezTo>
                    <a:cubicBezTo>
                      <a:pt x="144147" y="48310"/>
                      <a:pt x="154683" y="65468"/>
                      <a:pt x="154683" y="84453"/>
                    </a:cubicBezTo>
                    <a:cubicBezTo>
                      <a:pt x="154683" y="86149"/>
                      <a:pt x="156053" y="87519"/>
                      <a:pt x="157750" y="87519"/>
                    </a:cubicBezTo>
                    <a:cubicBezTo>
                      <a:pt x="159446" y="87519"/>
                      <a:pt x="160816" y="86149"/>
                      <a:pt x="160816" y="84453"/>
                    </a:cubicBezTo>
                    <a:cubicBezTo>
                      <a:pt x="160816" y="63152"/>
                      <a:pt x="149008" y="43906"/>
                      <a:pt x="129990" y="34186"/>
                    </a:cubicBezTo>
                    <a:cubicBezTo>
                      <a:pt x="129547" y="33954"/>
                      <a:pt x="129073" y="33846"/>
                      <a:pt x="128604" y="33846"/>
                    </a:cubicBezTo>
                    <a:close/>
                    <a:moveTo>
                      <a:pt x="104416" y="75548"/>
                    </a:moveTo>
                    <a:cubicBezTo>
                      <a:pt x="109309" y="75548"/>
                      <a:pt x="113289" y="79560"/>
                      <a:pt x="113289" y="84453"/>
                    </a:cubicBezTo>
                    <a:cubicBezTo>
                      <a:pt x="113289" y="89378"/>
                      <a:pt x="109309" y="93391"/>
                      <a:pt x="104384" y="93391"/>
                    </a:cubicBezTo>
                    <a:cubicBezTo>
                      <a:pt x="99458" y="93391"/>
                      <a:pt x="95478" y="89378"/>
                      <a:pt x="95478" y="84453"/>
                    </a:cubicBezTo>
                    <a:cubicBezTo>
                      <a:pt x="95478" y="79560"/>
                      <a:pt x="99458" y="75548"/>
                      <a:pt x="104351" y="75548"/>
                    </a:cubicBezTo>
                    <a:close/>
                    <a:moveTo>
                      <a:pt x="156649" y="92147"/>
                    </a:moveTo>
                    <a:cubicBezTo>
                      <a:pt x="155227" y="92147"/>
                      <a:pt x="153956" y="93150"/>
                      <a:pt x="153672" y="94598"/>
                    </a:cubicBezTo>
                    <a:cubicBezTo>
                      <a:pt x="153281" y="96522"/>
                      <a:pt x="152759" y="98479"/>
                      <a:pt x="152139" y="100339"/>
                    </a:cubicBezTo>
                    <a:cubicBezTo>
                      <a:pt x="151585" y="101937"/>
                      <a:pt x="152465" y="103666"/>
                      <a:pt x="154064" y="104220"/>
                    </a:cubicBezTo>
                    <a:cubicBezTo>
                      <a:pt x="154376" y="104325"/>
                      <a:pt x="154696" y="104374"/>
                      <a:pt x="155013" y="104374"/>
                    </a:cubicBezTo>
                    <a:cubicBezTo>
                      <a:pt x="156283" y="104374"/>
                      <a:pt x="157495" y="103575"/>
                      <a:pt x="157913" y="102296"/>
                    </a:cubicBezTo>
                    <a:cubicBezTo>
                      <a:pt x="158630" y="100176"/>
                      <a:pt x="159218" y="97990"/>
                      <a:pt x="159674" y="95805"/>
                    </a:cubicBezTo>
                    <a:cubicBezTo>
                      <a:pt x="160000" y="94174"/>
                      <a:pt x="158924" y="92543"/>
                      <a:pt x="157293" y="92216"/>
                    </a:cubicBezTo>
                    <a:cubicBezTo>
                      <a:pt x="157077" y="92170"/>
                      <a:pt x="156861" y="92147"/>
                      <a:pt x="156649" y="92147"/>
                    </a:cubicBezTo>
                    <a:close/>
                    <a:moveTo>
                      <a:pt x="89672" y="87519"/>
                    </a:moveTo>
                    <a:cubicBezTo>
                      <a:pt x="90063" y="89411"/>
                      <a:pt x="90814" y="91140"/>
                      <a:pt x="91825" y="92706"/>
                    </a:cubicBezTo>
                    <a:lnTo>
                      <a:pt x="76428" y="108070"/>
                    </a:lnTo>
                    <a:cubicBezTo>
                      <a:pt x="71666" y="102426"/>
                      <a:pt x="68567" y="95315"/>
                      <a:pt x="67915" y="87519"/>
                    </a:cubicBezTo>
                    <a:close/>
                    <a:moveTo>
                      <a:pt x="140853" y="87519"/>
                    </a:moveTo>
                    <a:cubicBezTo>
                      <a:pt x="140200" y="95315"/>
                      <a:pt x="137101" y="102426"/>
                      <a:pt x="132339" y="108070"/>
                    </a:cubicBezTo>
                    <a:lnTo>
                      <a:pt x="116942" y="92706"/>
                    </a:lnTo>
                    <a:cubicBezTo>
                      <a:pt x="117953" y="91140"/>
                      <a:pt x="118704" y="89411"/>
                      <a:pt x="119095" y="87519"/>
                    </a:cubicBezTo>
                    <a:close/>
                    <a:moveTo>
                      <a:pt x="96131" y="97011"/>
                    </a:moveTo>
                    <a:cubicBezTo>
                      <a:pt x="97696" y="98055"/>
                      <a:pt x="99458" y="98806"/>
                      <a:pt x="101317" y="99164"/>
                    </a:cubicBezTo>
                    <a:lnTo>
                      <a:pt x="101317" y="120922"/>
                    </a:lnTo>
                    <a:cubicBezTo>
                      <a:pt x="93521" y="120302"/>
                      <a:pt x="86410" y="117171"/>
                      <a:pt x="80767" y="112408"/>
                    </a:cubicBezTo>
                    <a:lnTo>
                      <a:pt x="96131" y="97011"/>
                    </a:lnTo>
                    <a:close/>
                    <a:moveTo>
                      <a:pt x="112636" y="97011"/>
                    </a:moveTo>
                    <a:lnTo>
                      <a:pt x="128000" y="112408"/>
                    </a:lnTo>
                    <a:cubicBezTo>
                      <a:pt x="122357" y="117171"/>
                      <a:pt x="115246" y="120302"/>
                      <a:pt x="107450" y="120922"/>
                    </a:cubicBezTo>
                    <a:lnTo>
                      <a:pt x="107450" y="99164"/>
                    </a:lnTo>
                    <a:cubicBezTo>
                      <a:pt x="109309" y="98806"/>
                      <a:pt x="111071" y="98055"/>
                      <a:pt x="112636" y="97011"/>
                    </a:cubicBezTo>
                    <a:close/>
                    <a:moveTo>
                      <a:pt x="104384" y="41753"/>
                    </a:moveTo>
                    <a:cubicBezTo>
                      <a:pt x="80963" y="41753"/>
                      <a:pt x="61652" y="61032"/>
                      <a:pt x="61652" y="84453"/>
                    </a:cubicBezTo>
                    <a:cubicBezTo>
                      <a:pt x="61652" y="107809"/>
                      <a:pt x="80963" y="126859"/>
                      <a:pt x="104351" y="127185"/>
                    </a:cubicBezTo>
                    <a:lnTo>
                      <a:pt x="104416" y="127185"/>
                    </a:lnTo>
                    <a:cubicBezTo>
                      <a:pt x="127968" y="126859"/>
                      <a:pt x="147116" y="108167"/>
                      <a:pt x="147116" y="84453"/>
                    </a:cubicBezTo>
                    <a:cubicBezTo>
                      <a:pt x="147116" y="60967"/>
                      <a:pt x="127772" y="41753"/>
                      <a:pt x="104384" y="41753"/>
                    </a:cubicBezTo>
                    <a:close/>
                    <a:moveTo>
                      <a:pt x="51017" y="81419"/>
                    </a:moveTo>
                    <a:cubicBezTo>
                      <a:pt x="49321" y="81419"/>
                      <a:pt x="47951" y="82757"/>
                      <a:pt x="47951" y="84453"/>
                    </a:cubicBezTo>
                    <a:cubicBezTo>
                      <a:pt x="47951" y="101285"/>
                      <a:pt x="55421" y="117138"/>
                      <a:pt x="68404" y="127902"/>
                    </a:cubicBezTo>
                    <a:cubicBezTo>
                      <a:pt x="68980" y="128378"/>
                      <a:pt x="69678" y="128612"/>
                      <a:pt x="70370" y="128612"/>
                    </a:cubicBezTo>
                    <a:cubicBezTo>
                      <a:pt x="71244" y="128612"/>
                      <a:pt x="72109" y="128239"/>
                      <a:pt x="72710" y="127511"/>
                    </a:cubicBezTo>
                    <a:cubicBezTo>
                      <a:pt x="73819" y="126206"/>
                      <a:pt x="73623" y="124282"/>
                      <a:pt x="72318" y="123205"/>
                    </a:cubicBezTo>
                    <a:cubicBezTo>
                      <a:pt x="60738" y="113582"/>
                      <a:pt x="54084" y="99458"/>
                      <a:pt x="54084" y="84453"/>
                    </a:cubicBezTo>
                    <a:cubicBezTo>
                      <a:pt x="54084" y="82757"/>
                      <a:pt x="52714" y="81419"/>
                      <a:pt x="51017" y="81419"/>
                    </a:cubicBezTo>
                    <a:close/>
                    <a:moveTo>
                      <a:pt x="104384" y="0"/>
                    </a:moveTo>
                    <a:cubicBezTo>
                      <a:pt x="102687" y="0"/>
                      <a:pt x="101317" y="1370"/>
                      <a:pt x="101317" y="3066"/>
                    </a:cubicBezTo>
                    <a:lnTo>
                      <a:pt x="101317" y="14288"/>
                    </a:lnTo>
                    <a:cubicBezTo>
                      <a:pt x="90781" y="14712"/>
                      <a:pt x="80799" y="17517"/>
                      <a:pt x="71927" y="22149"/>
                    </a:cubicBezTo>
                    <a:lnTo>
                      <a:pt x="66316" y="12428"/>
                    </a:lnTo>
                    <a:cubicBezTo>
                      <a:pt x="65771" y="11447"/>
                      <a:pt x="64746" y="10903"/>
                      <a:pt x="63687" y="10903"/>
                    </a:cubicBezTo>
                    <a:cubicBezTo>
                      <a:pt x="63162" y="10903"/>
                      <a:pt x="62628" y="11038"/>
                      <a:pt x="62141" y="11319"/>
                    </a:cubicBezTo>
                    <a:cubicBezTo>
                      <a:pt x="60706" y="12167"/>
                      <a:pt x="60184" y="14027"/>
                      <a:pt x="61032" y="15494"/>
                    </a:cubicBezTo>
                    <a:lnTo>
                      <a:pt x="66642" y="25215"/>
                    </a:lnTo>
                    <a:cubicBezTo>
                      <a:pt x="57998" y="30728"/>
                      <a:pt x="50659" y="38100"/>
                      <a:pt x="45146" y="46712"/>
                    </a:cubicBezTo>
                    <a:lnTo>
                      <a:pt x="35425" y="41101"/>
                    </a:lnTo>
                    <a:cubicBezTo>
                      <a:pt x="34947" y="40825"/>
                      <a:pt x="34423" y="40694"/>
                      <a:pt x="33907" y="40694"/>
                    </a:cubicBezTo>
                    <a:cubicBezTo>
                      <a:pt x="32838" y="40694"/>
                      <a:pt x="31800" y="41253"/>
                      <a:pt x="31250" y="42243"/>
                    </a:cubicBezTo>
                    <a:cubicBezTo>
                      <a:pt x="30402" y="43678"/>
                      <a:pt x="30891" y="45570"/>
                      <a:pt x="32359" y="46418"/>
                    </a:cubicBezTo>
                    <a:lnTo>
                      <a:pt x="42080" y="52029"/>
                    </a:lnTo>
                    <a:cubicBezTo>
                      <a:pt x="37448" y="60869"/>
                      <a:pt x="34642" y="70850"/>
                      <a:pt x="34186" y="81419"/>
                    </a:cubicBezTo>
                    <a:lnTo>
                      <a:pt x="22964" y="81419"/>
                    </a:lnTo>
                    <a:cubicBezTo>
                      <a:pt x="21301" y="81419"/>
                      <a:pt x="19931" y="82757"/>
                      <a:pt x="19931" y="84453"/>
                    </a:cubicBezTo>
                    <a:cubicBezTo>
                      <a:pt x="19931" y="86149"/>
                      <a:pt x="21301" y="87519"/>
                      <a:pt x="22964" y="87519"/>
                    </a:cubicBezTo>
                    <a:lnTo>
                      <a:pt x="34186" y="87519"/>
                    </a:lnTo>
                    <a:cubicBezTo>
                      <a:pt x="34642" y="97860"/>
                      <a:pt x="37350" y="107874"/>
                      <a:pt x="42047" y="116910"/>
                    </a:cubicBezTo>
                    <a:lnTo>
                      <a:pt x="32359" y="122520"/>
                    </a:lnTo>
                    <a:cubicBezTo>
                      <a:pt x="30891" y="123368"/>
                      <a:pt x="30402" y="125228"/>
                      <a:pt x="31250" y="126696"/>
                    </a:cubicBezTo>
                    <a:cubicBezTo>
                      <a:pt x="31817" y="127676"/>
                      <a:pt x="32849" y="128220"/>
                      <a:pt x="33900" y="128220"/>
                    </a:cubicBezTo>
                    <a:cubicBezTo>
                      <a:pt x="34422" y="128220"/>
                      <a:pt x="34949" y="128086"/>
                      <a:pt x="35425" y="127805"/>
                    </a:cubicBezTo>
                    <a:lnTo>
                      <a:pt x="45113" y="122194"/>
                    </a:lnTo>
                    <a:cubicBezTo>
                      <a:pt x="47168" y="125423"/>
                      <a:pt x="49517" y="128490"/>
                      <a:pt x="52094" y="131393"/>
                    </a:cubicBezTo>
                    <a:cubicBezTo>
                      <a:pt x="52704" y="132056"/>
                      <a:pt x="53539" y="132392"/>
                      <a:pt x="54372" y="132392"/>
                    </a:cubicBezTo>
                    <a:cubicBezTo>
                      <a:pt x="55098" y="132392"/>
                      <a:pt x="55823" y="132137"/>
                      <a:pt x="56400" y="131621"/>
                    </a:cubicBezTo>
                    <a:cubicBezTo>
                      <a:pt x="57672" y="130479"/>
                      <a:pt x="57770" y="128555"/>
                      <a:pt x="56628" y="127315"/>
                    </a:cubicBezTo>
                    <a:cubicBezTo>
                      <a:pt x="45994" y="115442"/>
                      <a:pt x="40253" y="100534"/>
                      <a:pt x="40253" y="84453"/>
                    </a:cubicBezTo>
                    <a:cubicBezTo>
                      <a:pt x="40253" y="49093"/>
                      <a:pt x="69024" y="20322"/>
                      <a:pt x="104384" y="20322"/>
                    </a:cubicBezTo>
                    <a:cubicBezTo>
                      <a:pt x="120498" y="20322"/>
                      <a:pt x="135927" y="26357"/>
                      <a:pt x="147703" y="37154"/>
                    </a:cubicBezTo>
                    <a:cubicBezTo>
                      <a:pt x="148284" y="37690"/>
                      <a:pt x="149017" y="37953"/>
                      <a:pt x="149748" y="37953"/>
                    </a:cubicBezTo>
                    <a:cubicBezTo>
                      <a:pt x="150576" y="37953"/>
                      <a:pt x="151403" y="37616"/>
                      <a:pt x="152009" y="36958"/>
                    </a:cubicBezTo>
                    <a:cubicBezTo>
                      <a:pt x="153150" y="35719"/>
                      <a:pt x="153085" y="33794"/>
                      <a:pt x="151845" y="32652"/>
                    </a:cubicBezTo>
                    <a:cubicBezTo>
                      <a:pt x="148812" y="29847"/>
                      <a:pt x="145550" y="27368"/>
                      <a:pt x="142125" y="25183"/>
                    </a:cubicBezTo>
                    <a:lnTo>
                      <a:pt x="147735" y="15494"/>
                    </a:lnTo>
                    <a:cubicBezTo>
                      <a:pt x="148583" y="14027"/>
                      <a:pt x="148062" y="12167"/>
                      <a:pt x="146626" y="11319"/>
                    </a:cubicBezTo>
                    <a:cubicBezTo>
                      <a:pt x="146139" y="11038"/>
                      <a:pt x="145605" y="10903"/>
                      <a:pt x="145080" y="10903"/>
                    </a:cubicBezTo>
                    <a:cubicBezTo>
                      <a:pt x="144021" y="10903"/>
                      <a:pt x="142996" y="11447"/>
                      <a:pt x="142451" y="12428"/>
                    </a:cubicBezTo>
                    <a:lnTo>
                      <a:pt x="136840" y="22149"/>
                    </a:lnTo>
                    <a:cubicBezTo>
                      <a:pt x="127805" y="17419"/>
                      <a:pt x="117790" y="14712"/>
                      <a:pt x="107450" y="14255"/>
                    </a:cubicBezTo>
                    <a:lnTo>
                      <a:pt x="107450" y="3066"/>
                    </a:lnTo>
                    <a:cubicBezTo>
                      <a:pt x="107450" y="1370"/>
                      <a:pt x="106080" y="0"/>
                      <a:pt x="104384" y="0"/>
                    </a:cubicBezTo>
                    <a:close/>
                    <a:moveTo>
                      <a:pt x="157689" y="40492"/>
                    </a:moveTo>
                    <a:cubicBezTo>
                      <a:pt x="157037" y="40492"/>
                      <a:pt x="156380" y="40700"/>
                      <a:pt x="155825" y="41134"/>
                    </a:cubicBezTo>
                    <a:cubicBezTo>
                      <a:pt x="154488" y="42145"/>
                      <a:pt x="154259" y="44069"/>
                      <a:pt x="155271" y="45407"/>
                    </a:cubicBezTo>
                    <a:cubicBezTo>
                      <a:pt x="163915" y="56661"/>
                      <a:pt x="168514" y="69676"/>
                      <a:pt x="168514" y="84453"/>
                    </a:cubicBezTo>
                    <a:cubicBezTo>
                      <a:pt x="168514" y="104155"/>
                      <a:pt x="159413" y="122781"/>
                      <a:pt x="143984" y="134916"/>
                    </a:cubicBezTo>
                    <a:cubicBezTo>
                      <a:pt x="142255" y="134687"/>
                      <a:pt x="140331" y="134557"/>
                      <a:pt x="138145" y="134557"/>
                    </a:cubicBezTo>
                    <a:cubicBezTo>
                      <a:pt x="129012" y="134557"/>
                      <a:pt x="124184" y="136873"/>
                      <a:pt x="119943" y="138928"/>
                    </a:cubicBezTo>
                    <a:cubicBezTo>
                      <a:pt x="115931" y="140885"/>
                      <a:pt x="112114" y="142712"/>
                      <a:pt x="104384" y="142712"/>
                    </a:cubicBezTo>
                    <a:cubicBezTo>
                      <a:pt x="96653" y="142712"/>
                      <a:pt x="92836" y="140885"/>
                      <a:pt x="88824" y="138928"/>
                    </a:cubicBezTo>
                    <a:cubicBezTo>
                      <a:pt x="84583" y="136873"/>
                      <a:pt x="79756" y="134557"/>
                      <a:pt x="70622" y="134557"/>
                    </a:cubicBezTo>
                    <a:cubicBezTo>
                      <a:pt x="61456" y="134557"/>
                      <a:pt x="56628" y="136873"/>
                      <a:pt x="52388" y="138928"/>
                    </a:cubicBezTo>
                    <a:cubicBezTo>
                      <a:pt x="48375" y="140885"/>
                      <a:pt x="44591" y="142712"/>
                      <a:pt x="36828" y="142712"/>
                    </a:cubicBezTo>
                    <a:cubicBezTo>
                      <a:pt x="29097" y="142712"/>
                      <a:pt x="25280" y="140885"/>
                      <a:pt x="21268" y="138928"/>
                    </a:cubicBezTo>
                    <a:cubicBezTo>
                      <a:pt x="17028" y="136873"/>
                      <a:pt x="12200" y="134557"/>
                      <a:pt x="3066" y="134557"/>
                    </a:cubicBezTo>
                    <a:cubicBezTo>
                      <a:pt x="1370" y="134557"/>
                      <a:pt x="0" y="135927"/>
                      <a:pt x="0" y="137623"/>
                    </a:cubicBezTo>
                    <a:cubicBezTo>
                      <a:pt x="0" y="139319"/>
                      <a:pt x="1370" y="140657"/>
                      <a:pt x="3066" y="140689"/>
                    </a:cubicBezTo>
                    <a:cubicBezTo>
                      <a:pt x="10797" y="140689"/>
                      <a:pt x="14614" y="142516"/>
                      <a:pt x="18626" y="144441"/>
                    </a:cubicBezTo>
                    <a:cubicBezTo>
                      <a:pt x="22867" y="146496"/>
                      <a:pt x="27694" y="148844"/>
                      <a:pt x="36828" y="148844"/>
                    </a:cubicBezTo>
                    <a:cubicBezTo>
                      <a:pt x="45961" y="148844"/>
                      <a:pt x="50789" y="146496"/>
                      <a:pt x="55062" y="144441"/>
                    </a:cubicBezTo>
                    <a:cubicBezTo>
                      <a:pt x="59075" y="142516"/>
                      <a:pt x="62858" y="140689"/>
                      <a:pt x="70622" y="140689"/>
                    </a:cubicBezTo>
                    <a:cubicBezTo>
                      <a:pt x="78353" y="140689"/>
                      <a:pt x="82137" y="142516"/>
                      <a:pt x="86149" y="144441"/>
                    </a:cubicBezTo>
                    <a:cubicBezTo>
                      <a:pt x="90422" y="146496"/>
                      <a:pt x="95250" y="148844"/>
                      <a:pt x="104384" y="148844"/>
                    </a:cubicBezTo>
                    <a:cubicBezTo>
                      <a:pt x="113517" y="148844"/>
                      <a:pt x="118345" y="146496"/>
                      <a:pt x="122585" y="144441"/>
                    </a:cubicBezTo>
                    <a:cubicBezTo>
                      <a:pt x="126630" y="142516"/>
                      <a:pt x="130414" y="140689"/>
                      <a:pt x="138145" y="140689"/>
                    </a:cubicBezTo>
                    <a:cubicBezTo>
                      <a:pt x="145909" y="140689"/>
                      <a:pt x="149693" y="142516"/>
                      <a:pt x="153705" y="144441"/>
                    </a:cubicBezTo>
                    <a:cubicBezTo>
                      <a:pt x="157978" y="146496"/>
                      <a:pt x="162773" y="148844"/>
                      <a:pt x="171939" y="148844"/>
                    </a:cubicBezTo>
                    <a:cubicBezTo>
                      <a:pt x="181073" y="148844"/>
                      <a:pt x="185901" y="146496"/>
                      <a:pt x="190141" y="144441"/>
                    </a:cubicBezTo>
                    <a:cubicBezTo>
                      <a:pt x="194153" y="142516"/>
                      <a:pt x="197970" y="140689"/>
                      <a:pt x="205701" y="140689"/>
                    </a:cubicBezTo>
                    <a:cubicBezTo>
                      <a:pt x="207397" y="140689"/>
                      <a:pt x="208767" y="139319"/>
                      <a:pt x="208767" y="137623"/>
                    </a:cubicBezTo>
                    <a:cubicBezTo>
                      <a:pt x="208767" y="135927"/>
                      <a:pt x="207397" y="134557"/>
                      <a:pt x="205701" y="134557"/>
                    </a:cubicBezTo>
                    <a:cubicBezTo>
                      <a:pt x="196567" y="134557"/>
                      <a:pt x="191740" y="136873"/>
                      <a:pt x="187499" y="138928"/>
                    </a:cubicBezTo>
                    <a:cubicBezTo>
                      <a:pt x="183487" y="140885"/>
                      <a:pt x="179670" y="142712"/>
                      <a:pt x="171939" y="142712"/>
                    </a:cubicBezTo>
                    <a:cubicBezTo>
                      <a:pt x="164176" y="142712"/>
                      <a:pt x="160392" y="140885"/>
                      <a:pt x="156380" y="138928"/>
                    </a:cubicBezTo>
                    <a:cubicBezTo>
                      <a:pt x="154814" y="138178"/>
                      <a:pt x="153216" y="137427"/>
                      <a:pt x="151324" y="136710"/>
                    </a:cubicBezTo>
                    <a:cubicBezTo>
                      <a:pt x="156053" y="132469"/>
                      <a:pt x="160229" y="127544"/>
                      <a:pt x="163654" y="122194"/>
                    </a:cubicBezTo>
                    <a:lnTo>
                      <a:pt x="173342" y="127805"/>
                    </a:lnTo>
                    <a:cubicBezTo>
                      <a:pt x="173818" y="128086"/>
                      <a:pt x="174345" y="128220"/>
                      <a:pt x="174867" y="128220"/>
                    </a:cubicBezTo>
                    <a:cubicBezTo>
                      <a:pt x="175918" y="128220"/>
                      <a:pt x="176951" y="127676"/>
                      <a:pt x="177517" y="126696"/>
                    </a:cubicBezTo>
                    <a:cubicBezTo>
                      <a:pt x="178365" y="125228"/>
                      <a:pt x="177876" y="123368"/>
                      <a:pt x="176408" y="122520"/>
                    </a:cubicBezTo>
                    <a:lnTo>
                      <a:pt x="166720" y="116910"/>
                    </a:lnTo>
                    <a:cubicBezTo>
                      <a:pt x="171515" y="107743"/>
                      <a:pt x="174125" y="97860"/>
                      <a:pt x="174582" y="87519"/>
                    </a:cubicBezTo>
                    <a:lnTo>
                      <a:pt x="185803" y="87519"/>
                    </a:lnTo>
                    <a:cubicBezTo>
                      <a:pt x="187466" y="87519"/>
                      <a:pt x="188836" y="86149"/>
                      <a:pt x="188836" y="84453"/>
                    </a:cubicBezTo>
                    <a:cubicBezTo>
                      <a:pt x="188836" y="82757"/>
                      <a:pt x="187466" y="81419"/>
                      <a:pt x="185803" y="81419"/>
                    </a:cubicBezTo>
                    <a:lnTo>
                      <a:pt x="174582" y="81419"/>
                    </a:lnTo>
                    <a:cubicBezTo>
                      <a:pt x="174125" y="71013"/>
                      <a:pt x="171450" y="61064"/>
                      <a:pt x="166720" y="51996"/>
                    </a:cubicBezTo>
                    <a:lnTo>
                      <a:pt x="176408" y="46418"/>
                    </a:lnTo>
                    <a:cubicBezTo>
                      <a:pt x="177876" y="45570"/>
                      <a:pt x="178365" y="43678"/>
                      <a:pt x="177517" y="42243"/>
                    </a:cubicBezTo>
                    <a:cubicBezTo>
                      <a:pt x="176946" y="41253"/>
                      <a:pt x="175915" y="40694"/>
                      <a:pt x="174854" y="40694"/>
                    </a:cubicBezTo>
                    <a:cubicBezTo>
                      <a:pt x="174341" y="40694"/>
                      <a:pt x="173820" y="40825"/>
                      <a:pt x="173342" y="41101"/>
                    </a:cubicBezTo>
                    <a:lnTo>
                      <a:pt x="163654" y="46712"/>
                    </a:lnTo>
                    <a:cubicBezTo>
                      <a:pt x="162545" y="44983"/>
                      <a:pt x="161370" y="43319"/>
                      <a:pt x="160131" y="41688"/>
                    </a:cubicBezTo>
                    <a:cubicBezTo>
                      <a:pt x="159520" y="40906"/>
                      <a:pt x="158608" y="40492"/>
                      <a:pt x="157689" y="40492"/>
                    </a:cubicBezTo>
                    <a:close/>
                    <a:moveTo>
                      <a:pt x="3066" y="165154"/>
                    </a:moveTo>
                    <a:cubicBezTo>
                      <a:pt x="1370" y="165154"/>
                      <a:pt x="0" y="166492"/>
                      <a:pt x="0" y="168188"/>
                    </a:cubicBezTo>
                    <a:cubicBezTo>
                      <a:pt x="0" y="169884"/>
                      <a:pt x="1370" y="171254"/>
                      <a:pt x="3066" y="171254"/>
                    </a:cubicBezTo>
                    <a:cubicBezTo>
                      <a:pt x="10797" y="171254"/>
                      <a:pt x="14614" y="173081"/>
                      <a:pt x="18626" y="175038"/>
                    </a:cubicBezTo>
                    <a:cubicBezTo>
                      <a:pt x="22867" y="177093"/>
                      <a:pt x="27694" y="179409"/>
                      <a:pt x="36828" y="179409"/>
                    </a:cubicBezTo>
                    <a:cubicBezTo>
                      <a:pt x="45961" y="179409"/>
                      <a:pt x="50789" y="177093"/>
                      <a:pt x="55062" y="175038"/>
                    </a:cubicBezTo>
                    <a:cubicBezTo>
                      <a:pt x="59075" y="173081"/>
                      <a:pt x="62858" y="171254"/>
                      <a:pt x="70622" y="171254"/>
                    </a:cubicBezTo>
                    <a:cubicBezTo>
                      <a:pt x="78353" y="171254"/>
                      <a:pt x="82137" y="173081"/>
                      <a:pt x="86149" y="175038"/>
                    </a:cubicBezTo>
                    <a:cubicBezTo>
                      <a:pt x="90422" y="177093"/>
                      <a:pt x="95250" y="179409"/>
                      <a:pt x="104384" y="179409"/>
                    </a:cubicBezTo>
                    <a:cubicBezTo>
                      <a:pt x="113517" y="179409"/>
                      <a:pt x="118345" y="177093"/>
                      <a:pt x="122585" y="175038"/>
                    </a:cubicBezTo>
                    <a:cubicBezTo>
                      <a:pt x="126630" y="173081"/>
                      <a:pt x="130414" y="171254"/>
                      <a:pt x="138145" y="171254"/>
                    </a:cubicBezTo>
                    <a:cubicBezTo>
                      <a:pt x="145909" y="171254"/>
                      <a:pt x="149693" y="173081"/>
                      <a:pt x="153705" y="175038"/>
                    </a:cubicBezTo>
                    <a:cubicBezTo>
                      <a:pt x="157978" y="177093"/>
                      <a:pt x="162773" y="179409"/>
                      <a:pt x="171939" y="179409"/>
                    </a:cubicBezTo>
                    <a:cubicBezTo>
                      <a:pt x="181073" y="179409"/>
                      <a:pt x="185901" y="177093"/>
                      <a:pt x="190141" y="175038"/>
                    </a:cubicBezTo>
                    <a:cubicBezTo>
                      <a:pt x="194153" y="173081"/>
                      <a:pt x="197970" y="171254"/>
                      <a:pt x="205701" y="171254"/>
                    </a:cubicBezTo>
                    <a:cubicBezTo>
                      <a:pt x="207397" y="171254"/>
                      <a:pt x="208767" y="169884"/>
                      <a:pt x="208767" y="168188"/>
                    </a:cubicBezTo>
                    <a:cubicBezTo>
                      <a:pt x="208767" y="166492"/>
                      <a:pt x="207397" y="165154"/>
                      <a:pt x="205701" y="165154"/>
                    </a:cubicBezTo>
                    <a:cubicBezTo>
                      <a:pt x="196567" y="165154"/>
                      <a:pt x="191740" y="167470"/>
                      <a:pt x="187499" y="169525"/>
                    </a:cubicBezTo>
                    <a:cubicBezTo>
                      <a:pt x="183487" y="171450"/>
                      <a:pt x="179670" y="173309"/>
                      <a:pt x="171939" y="173309"/>
                    </a:cubicBezTo>
                    <a:cubicBezTo>
                      <a:pt x="164176" y="173309"/>
                      <a:pt x="160392" y="171450"/>
                      <a:pt x="156380" y="169525"/>
                    </a:cubicBezTo>
                    <a:cubicBezTo>
                      <a:pt x="152106" y="167470"/>
                      <a:pt x="147311" y="165154"/>
                      <a:pt x="138145" y="165154"/>
                    </a:cubicBezTo>
                    <a:cubicBezTo>
                      <a:pt x="129012" y="165154"/>
                      <a:pt x="124184" y="167470"/>
                      <a:pt x="119943" y="169525"/>
                    </a:cubicBezTo>
                    <a:cubicBezTo>
                      <a:pt x="115931" y="171450"/>
                      <a:pt x="112114" y="173309"/>
                      <a:pt x="104384" y="173309"/>
                    </a:cubicBezTo>
                    <a:cubicBezTo>
                      <a:pt x="96653" y="173309"/>
                      <a:pt x="92836" y="171450"/>
                      <a:pt x="88824" y="169525"/>
                    </a:cubicBezTo>
                    <a:cubicBezTo>
                      <a:pt x="84583" y="167470"/>
                      <a:pt x="79756" y="165154"/>
                      <a:pt x="70622" y="165154"/>
                    </a:cubicBezTo>
                    <a:cubicBezTo>
                      <a:pt x="61456" y="165154"/>
                      <a:pt x="56628" y="167470"/>
                      <a:pt x="52388" y="169525"/>
                    </a:cubicBezTo>
                    <a:cubicBezTo>
                      <a:pt x="48375" y="171450"/>
                      <a:pt x="44591" y="173309"/>
                      <a:pt x="36828" y="173309"/>
                    </a:cubicBezTo>
                    <a:cubicBezTo>
                      <a:pt x="29097" y="173309"/>
                      <a:pt x="25280" y="171450"/>
                      <a:pt x="21268" y="169525"/>
                    </a:cubicBezTo>
                    <a:cubicBezTo>
                      <a:pt x="17028" y="167470"/>
                      <a:pt x="12200" y="165154"/>
                      <a:pt x="3066" y="165154"/>
                    </a:cubicBezTo>
                    <a:close/>
                    <a:moveTo>
                      <a:pt x="3066" y="194512"/>
                    </a:moveTo>
                    <a:cubicBezTo>
                      <a:pt x="1370" y="194512"/>
                      <a:pt x="0" y="195850"/>
                      <a:pt x="0" y="197546"/>
                    </a:cubicBezTo>
                    <a:cubicBezTo>
                      <a:pt x="0" y="199242"/>
                      <a:pt x="1370" y="200612"/>
                      <a:pt x="3066" y="200612"/>
                    </a:cubicBezTo>
                    <a:cubicBezTo>
                      <a:pt x="10797" y="200612"/>
                      <a:pt x="14614" y="202439"/>
                      <a:pt x="18626" y="204396"/>
                    </a:cubicBezTo>
                    <a:cubicBezTo>
                      <a:pt x="22867" y="206451"/>
                      <a:pt x="27694" y="208767"/>
                      <a:pt x="36828" y="208767"/>
                    </a:cubicBezTo>
                    <a:cubicBezTo>
                      <a:pt x="45961" y="208767"/>
                      <a:pt x="50789" y="206451"/>
                      <a:pt x="55062" y="204396"/>
                    </a:cubicBezTo>
                    <a:cubicBezTo>
                      <a:pt x="59075" y="202439"/>
                      <a:pt x="62858" y="200612"/>
                      <a:pt x="70622" y="200612"/>
                    </a:cubicBezTo>
                    <a:cubicBezTo>
                      <a:pt x="78353" y="200612"/>
                      <a:pt x="82137" y="202439"/>
                      <a:pt x="86149" y="204396"/>
                    </a:cubicBezTo>
                    <a:cubicBezTo>
                      <a:pt x="90422" y="206451"/>
                      <a:pt x="95250" y="208767"/>
                      <a:pt x="104384" y="208767"/>
                    </a:cubicBezTo>
                    <a:cubicBezTo>
                      <a:pt x="113517" y="208767"/>
                      <a:pt x="118345" y="206451"/>
                      <a:pt x="122585" y="204396"/>
                    </a:cubicBezTo>
                    <a:cubicBezTo>
                      <a:pt x="126630" y="202439"/>
                      <a:pt x="130414" y="200612"/>
                      <a:pt x="138145" y="200612"/>
                    </a:cubicBezTo>
                    <a:cubicBezTo>
                      <a:pt x="145909" y="200612"/>
                      <a:pt x="149693" y="202439"/>
                      <a:pt x="153705" y="204396"/>
                    </a:cubicBezTo>
                    <a:cubicBezTo>
                      <a:pt x="157978" y="206451"/>
                      <a:pt x="162773" y="208767"/>
                      <a:pt x="171939" y="208767"/>
                    </a:cubicBezTo>
                    <a:cubicBezTo>
                      <a:pt x="181073" y="208767"/>
                      <a:pt x="185901" y="206451"/>
                      <a:pt x="190141" y="204396"/>
                    </a:cubicBezTo>
                    <a:cubicBezTo>
                      <a:pt x="194153" y="202439"/>
                      <a:pt x="197970" y="200612"/>
                      <a:pt x="205701" y="200612"/>
                    </a:cubicBezTo>
                    <a:cubicBezTo>
                      <a:pt x="207397" y="200612"/>
                      <a:pt x="208767" y="199242"/>
                      <a:pt x="208767" y="197546"/>
                    </a:cubicBezTo>
                    <a:cubicBezTo>
                      <a:pt x="208767" y="195850"/>
                      <a:pt x="207397" y="194512"/>
                      <a:pt x="205701" y="194512"/>
                    </a:cubicBezTo>
                    <a:cubicBezTo>
                      <a:pt x="196567" y="194512"/>
                      <a:pt x="191740" y="196828"/>
                      <a:pt x="187499" y="198883"/>
                    </a:cubicBezTo>
                    <a:cubicBezTo>
                      <a:pt x="183487" y="200808"/>
                      <a:pt x="179670" y="202667"/>
                      <a:pt x="171939" y="202667"/>
                    </a:cubicBezTo>
                    <a:cubicBezTo>
                      <a:pt x="164176" y="202667"/>
                      <a:pt x="160392" y="200808"/>
                      <a:pt x="156380" y="198883"/>
                    </a:cubicBezTo>
                    <a:cubicBezTo>
                      <a:pt x="152106" y="196828"/>
                      <a:pt x="147311" y="194512"/>
                      <a:pt x="138145" y="194512"/>
                    </a:cubicBezTo>
                    <a:cubicBezTo>
                      <a:pt x="129012" y="194512"/>
                      <a:pt x="124184" y="196828"/>
                      <a:pt x="119943" y="198883"/>
                    </a:cubicBezTo>
                    <a:cubicBezTo>
                      <a:pt x="115931" y="200808"/>
                      <a:pt x="112114" y="202667"/>
                      <a:pt x="104384" y="202667"/>
                    </a:cubicBezTo>
                    <a:cubicBezTo>
                      <a:pt x="96653" y="202667"/>
                      <a:pt x="92836" y="200808"/>
                      <a:pt x="88824" y="198883"/>
                    </a:cubicBezTo>
                    <a:cubicBezTo>
                      <a:pt x="84583" y="196828"/>
                      <a:pt x="79756" y="194512"/>
                      <a:pt x="70622" y="194512"/>
                    </a:cubicBezTo>
                    <a:cubicBezTo>
                      <a:pt x="61456" y="194512"/>
                      <a:pt x="56628" y="196828"/>
                      <a:pt x="52388" y="198883"/>
                    </a:cubicBezTo>
                    <a:cubicBezTo>
                      <a:pt x="48375" y="200808"/>
                      <a:pt x="44591" y="202667"/>
                      <a:pt x="36828" y="202667"/>
                    </a:cubicBezTo>
                    <a:cubicBezTo>
                      <a:pt x="29097" y="202667"/>
                      <a:pt x="25280" y="200808"/>
                      <a:pt x="21268" y="198883"/>
                    </a:cubicBezTo>
                    <a:cubicBezTo>
                      <a:pt x="17028" y="196828"/>
                      <a:pt x="12200" y="194512"/>
                      <a:pt x="3066" y="1945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683" name="Google Shape;683;p42"/>
          <p:cNvGrpSpPr/>
          <p:nvPr/>
        </p:nvGrpSpPr>
        <p:grpSpPr>
          <a:xfrm rot="809156">
            <a:off x="7291919" y="2131429"/>
            <a:ext cx="1309763" cy="1777450"/>
            <a:chOff x="7345525" y="2922750"/>
            <a:chExt cx="1309800" cy="1777500"/>
          </a:xfrm>
        </p:grpSpPr>
        <p:sp>
          <p:nvSpPr>
            <p:cNvPr id="684" name="Google Shape;684;p42"/>
            <p:cNvSpPr/>
            <p:nvPr/>
          </p:nvSpPr>
          <p:spPr>
            <a:xfrm>
              <a:off x="7345525" y="2922750"/>
              <a:ext cx="1309800" cy="1777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685" name="Google Shape;685;p42"/>
            <p:cNvGrpSpPr/>
            <p:nvPr/>
          </p:nvGrpSpPr>
          <p:grpSpPr>
            <a:xfrm>
              <a:off x="7456963" y="3124132"/>
              <a:ext cx="1086922" cy="1374737"/>
              <a:chOff x="1736175" y="238125"/>
              <a:chExt cx="4128075" cy="5219200"/>
            </a:xfrm>
          </p:grpSpPr>
          <p:sp>
            <p:nvSpPr>
              <p:cNvPr id="686" name="Google Shape;686;p42"/>
              <p:cNvSpPr/>
              <p:nvPr/>
            </p:nvSpPr>
            <p:spPr>
              <a:xfrm>
                <a:off x="2164325" y="1665225"/>
                <a:ext cx="3271775" cy="3715425"/>
              </a:xfrm>
              <a:custGeom>
                <a:avLst/>
                <a:gdLst/>
                <a:ahLst/>
                <a:cxnLst/>
                <a:rect l="l" t="t" r="r" b="b"/>
                <a:pathLst>
                  <a:path w="130871" h="148617" extrusionOk="0">
                    <a:moveTo>
                      <a:pt x="0" y="1"/>
                    </a:moveTo>
                    <a:lnTo>
                      <a:pt x="10993" y="133644"/>
                    </a:lnTo>
                    <a:cubicBezTo>
                      <a:pt x="11678" y="142126"/>
                      <a:pt x="18757" y="148617"/>
                      <a:pt x="27238" y="148617"/>
                    </a:cubicBezTo>
                    <a:lnTo>
                      <a:pt x="103633" y="148617"/>
                    </a:lnTo>
                    <a:cubicBezTo>
                      <a:pt x="112115" y="148617"/>
                      <a:pt x="119193" y="142126"/>
                      <a:pt x="119878" y="133644"/>
                    </a:cubicBezTo>
                    <a:lnTo>
                      <a:pt x="130871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7" name="Google Shape;687;p42"/>
              <p:cNvSpPr/>
              <p:nvPr/>
            </p:nvSpPr>
            <p:spPr>
              <a:xfrm>
                <a:off x="2319250" y="314775"/>
                <a:ext cx="2961925" cy="994100"/>
              </a:xfrm>
              <a:custGeom>
                <a:avLst/>
                <a:gdLst/>
                <a:ahLst/>
                <a:cxnLst/>
                <a:rect l="l" t="t" r="r" b="b"/>
                <a:pathLst>
                  <a:path w="118477" h="39764" extrusionOk="0">
                    <a:moveTo>
                      <a:pt x="21269" y="0"/>
                    </a:moveTo>
                    <a:cubicBezTo>
                      <a:pt x="15887" y="0"/>
                      <a:pt x="11157" y="3491"/>
                      <a:pt x="9559" y="8612"/>
                    </a:cubicBezTo>
                    <a:lnTo>
                      <a:pt x="1" y="39764"/>
                    </a:lnTo>
                    <a:lnTo>
                      <a:pt x="12788" y="39764"/>
                    </a:lnTo>
                    <a:lnTo>
                      <a:pt x="20747" y="13962"/>
                    </a:lnTo>
                    <a:cubicBezTo>
                      <a:pt x="21041" y="12918"/>
                      <a:pt x="21987" y="12233"/>
                      <a:pt x="23063" y="12233"/>
                    </a:cubicBezTo>
                    <a:lnTo>
                      <a:pt x="95414" y="12233"/>
                    </a:lnTo>
                    <a:cubicBezTo>
                      <a:pt x="96490" y="12233"/>
                      <a:pt x="97436" y="12918"/>
                      <a:pt x="97730" y="13962"/>
                    </a:cubicBezTo>
                    <a:lnTo>
                      <a:pt x="105689" y="39764"/>
                    </a:lnTo>
                    <a:lnTo>
                      <a:pt x="118476" y="39764"/>
                    </a:lnTo>
                    <a:lnTo>
                      <a:pt x="108919" y="8612"/>
                    </a:lnTo>
                    <a:cubicBezTo>
                      <a:pt x="107320" y="3491"/>
                      <a:pt x="102590" y="0"/>
                      <a:pt x="9720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8" name="Google Shape;688;p42"/>
              <p:cNvSpPr/>
              <p:nvPr/>
            </p:nvSpPr>
            <p:spPr>
              <a:xfrm>
                <a:off x="2061575" y="1308850"/>
                <a:ext cx="3477300" cy="356400"/>
              </a:xfrm>
              <a:custGeom>
                <a:avLst/>
                <a:gdLst/>
                <a:ahLst/>
                <a:cxnLst/>
                <a:rect l="l" t="t" r="r" b="b"/>
                <a:pathLst>
                  <a:path w="139092" h="14256" extrusionOk="0">
                    <a:moveTo>
                      <a:pt x="3262" y="1"/>
                    </a:moveTo>
                    <a:cubicBezTo>
                      <a:pt x="1468" y="1"/>
                      <a:pt x="0" y="1436"/>
                      <a:pt x="0" y="3263"/>
                    </a:cubicBezTo>
                    <a:lnTo>
                      <a:pt x="0" y="10994"/>
                    </a:lnTo>
                    <a:cubicBezTo>
                      <a:pt x="0" y="12788"/>
                      <a:pt x="1468" y="14256"/>
                      <a:pt x="3262" y="14256"/>
                    </a:cubicBezTo>
                    <a:lnTo>
                      <a:pt x="135829" y="14256"/>
                    </a:lnTo>
                    <a:cubicBezTo>
                      <a:pt x="137623" y="14256"/>
                      <a:pt x="139091" y="12788"/>
                      <a:pt x="139091" y="10994"/>
                    </a:cubicBezTo>
                    <a:lnTo>
                      <a:pt x="139091" y="3263"/>
                    </a:lnTo>
                    <a:cubicBezTo>
                      <a:pt x="139091" y="1436"/>
                      <a:pt x="137623" y="1"/>
                      <a:pt x="135829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89" name="Google Shape;689;p42"/>
              <p:cNvSpPr/>
              <p:nvPr/>
            </p:nvSpPr>
            <p:spPr>
              <a:xfrm>
                <a:off x="2638925" y="620575"/>
                <a:ext cx="2322575" cy="688300"/>
              </a:xfrm>
              <a:custGeom>
                <a:avLst/>
                <a:gdLst/>
                <a:ahLst/>
                <a:cxnLst/>
                <a:rect l="l" t="t" r="r" b="b"/>
                <a:pathLst>
                  <a:path w="92903" h="27532" extrusionOk="0">
                    <a:moveTo>
                      <a:pt x="10276" y="1"/>
                    </a:moveTo>
                    <a:cubicBezTo>
                      <a:pt x="9200" y="1"/>
                      <a:pt x="8254" y="686"/>
                      <a:pt x="7960" y="1730"/>
                    </a:cubicBezTo>
                    <a:lnTo>
                      <a:pt x="1" y="27532"/>
                    </a:lnTo>
                    <a:lnTo>
                      <a:pt x="92902" y="27532"/>
                    </a:lnTo>
                    <a:lnTo>
                      <a:pt x="84943" y="1730"/>
                    </a:lnTo>
                    <a:cubicBezTo>
                      <a:pt x="84649" y="686"/>
                      <a:pt x="83703" y="1"/>
                      <a:pt x="82627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690" name="Google Shape;690;p42"/>
              <p:cNvSpPr/>
              <p:nvPr/>
            </p:nvSpPr>
            <p:spPr>
              <a:xfrm>
                <a:off x="1736175" y="238125"/>
                <a:ext cx="4128075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165123" h="208768" extrusionOk="0">
                    <a:moveTo>
                      <a:pt x="120531" y="6100"/>
                    </a:moveTo>
                    <a:cubicBezTo>
                      <a:pt x="124576" y="6100"/>
                      <a:pt x="128099" y="8710"/>
                      <a:pt x="129306" y="12591"/>
                    </a:cubicBezTo>
                    <a:lnTo>
                      <a:pt x="137657" y="39764"/>
                    </a:lnTo>
                    <a:lnTo>
                      <a:pt x="131263" y="39764"/>
                    </a:lnTo>
                    <a:lnTo>
                      <a:pt x="123989" y="16114"/>
                    </a:lnTo>
                    <a:cubicBezTo>
                      <a:pt x="123271" y="13798"/>
                      <a:pt x="121151" y="12232"/>
                      <a:pt x="118737" y="12232"/>
                    </a:cubicBezTo>
                    <a:lnTo>
                      <a:pt x="46386" y="12232"/>
                    </a:lnTo>
                    <a:cubicBezTo>
                      <a:pt x="43972" y="12232"/>
                      <a:pt x="41852" y="13798"/>
                      <a:pt x="41134" y="16114"/>
                    </a:cubicBezTo>
                    <a:lnTo>
                      <a:pt x="33860" y="39764"/>
                    </a:lnTo>
                    <a:lnTo>
                      <a:pt x="27467" y="39764"/>
                    </a:lnTo>
                    <a:lnTo>
                      <a:pt x="35817" y="12591"/>
                    </a:lnTo>
                    <a:cubicBezTo>
                      <a:pt x="37024" y="8710"/>
                      <a:pt x="40547" y="6100"/>
                      <a:pt x="44592" y="6100"/>
                    </a:cubicBezTo>
                    <a:close/>
                    <a:moveTo>
                      <a:pt x="118280" y="18332"/>
                    </a:moveTo>
                    <a:lnTo>
                      <a:pt x="124870" y="39764"/>
                    </a:lnTo>
                    <a:lnTo>
                      <a:pt x="85693" y="39764"/>
                    </a:lnTo>
                    <a:cubicBezTo>
                      <a:pt x="83997" y="39764"/>
                      <a:pt x="82627" y="41134"/>
                      <a:pt x="82627" y="42830"/>
                    </a:cubicBezTo>
                    <a:cubicBezTo>
                      <a:pt x="82627" y="44493"/>
                      <a:pt x="83997" y="45864"/>
                      <a:pt x="85693" y="45864"/>
                    </a:cubicBezTo>
                    <a:lnTo>
                      <a:pt x="148845" y="45864"/>
                    </a:lnTo>
                    <a:cubicBezTo>
                      <a:pt x="148976" y="45864"/>
                      <a:pt x="149041" y="45961"/>
                      <a:pt x="149041" y="46092"/>
                    </a:cubicBezTo>
                    <a:lnTo>
                      <a:pt x="149041" y="53823"/>
                    </a:lnTo>
                    <a:cubicBezTo>
                      <a:pt x="149041" y="53953"/>
                      <a:pt x="148976" y="54018"/>
                      <a:pt x="148845" y="54018"/>
                    </a:cubicBezTo>
                    <a:lnTo>
                      <a:pt x="16278" y="54018"/>
                    </a:lnTo>
                    <a:cubicBezTo>
                      <a:pt x="16148" y="54018"/>
                      <a:pt x="16082" y="53953"/>
                      <a:pt x="16082" y="53823"/>
                    </a:cubicBezTo>
                    <a:lnTo>
                      <a:pt x="16082" y="46092"/>
                    </a:lnTo>
                    <a:cubicBezTo>
                      <a:pt x="16082" y="45961"/>
                      <a:pt x="16148" y="45864"/>
                      <a:pt x="16278" y="45864"/>
                    </a:cubicBezTo>
                    <a:lnTo>
                      <a:pt x="73461" y="45864"/>
                    </a:lnTo>
                    <a:cubicBezTo>
                      <a:pt x="75157" y="45864"/>
                      <a:pt x="76527" y="44493"/>
                      <a:pt x="76527" y="42830"/>
                    </a:cubicBezTo>
                    <a:cubicBezTo>
                      <a:pt x="76527" y="41134"/>
                      <a:pt x="75157" y="39764"/>
                      <a:pt x="73461" y="39764"/>
                    </a:cubicBezTo>
                    <a:lnTo>
                      <a:pt x="40254" y="39764"/>
                    </a:lnTo>
                    <a:lnTo>
                      <a:pt x="46843" y="18332"/>
                    </a:lnTo>
                    <a:close/>
                    <a:moveTo>
                      <a:pt x="83051" y="92445"/>
                    </a:moveTo>
                    <a:cubicBezTo>
                      <a:pt x="71406" y="92445"/>
                      <a:pt x="60478" y="97631"/>
                      <a:pt x="53041" y="106602"/>
                    </a:cubicBezTo>
                    <a:cubicBezTo>
                      <a:pt x="51964" y="107907"/>
                      <a:pt x="52127" y="109831"/>
                      <a:pt x="53432" y="110908"/>
                    </a:cubicBezTo>
                    <a:cubicBezTo>
                      <a:pt x="54009" y="111383"/>
                      <a:pt x="54706" y="111617"/>
                      <a:pt x="55398" y="111617"/>
                    </a:cubicBezTo>
                    <a:cubicBezTo>
                      <a:pt x="56272" y="111617"/>
                      <a:pt x="57137" y="111244"/>
                      <a:pt x="57738" y="110516"/>
                    </a:cubicBezTo>
                    <a:cubicBezTo>
                      <a:pt x="64001" y="102916"/>
                      <a:pt x="73232" y="98577"/>
                      <a:pt x="83051" y="98577"/>
                    </a:cubicBezTo>
                    <a:cubicBezTo>
                      <a:pt x="99622" y="98577"/>
                      <a:pt x="113322" y="110908"/>
                      <a:pt x="115573" y="126826"/>
                    </a:cubicBezTo>
                    <a:lnTo>
                      <a:pt x="106635" y="119878"/>
                    </a:lnTo>
                    <a:cubicBezTo>
                      <a:pt x="106085" y="119438"/>
                      <a:pt x="105424" y="119224"/>
                      <a:pt x="104766" y="119224"/>
                    </a:cubicBezTo>
                    <a:cubicBezTo>
                      <a:pt x="103864" y="119224"/>
                      <a:pt x="102966" y="119626"/>
                      <a:pt x="102362" y="120400"/>
                    </a:cubicBezTo>
                    <a:cubicBezTo>
                      <a:pt x="101318" y="121705"/>
                      <a:pt x="101546" y="123629"/>
                      <a:pt x="102884" y="124673"/>
                    </a:cubicBezTo>
                    <a:lnTo>
                      <a:pt x="117008" y="135731"/>
                    </a:lnTo>
                    <a:cubicBezTo>
                      <a:pt x="117472" y="136109"/>
                      <a:pt x="118163" y="136324"/>
                      <a:pt x="118881" y="136324"/>
                    </a:cubicBezTo>
                    <a:cubicBezTo>
                      <a:pt x="119777" y="136324"/>
                      <a:pt x="120716" y="135988"/>
                      <a:pt x="121314" y="135209"/>
                    </a:cubicBezTo>
                    <a:lnTo>
                      <a:pt x="132339" y="121085"/>
                    </a:lnTo>
                    <a:cubicBezTo>
                      <a:pt x="133383" y="119748"/>
                      <a:pt x="133155" y="117823"/>
                      <a:pt x="131818" y="116779"/>
                    </a:cubicBezTo>
                    <a:cubicBezTo>
                      <a:pt x="131267" y="116339"/>
                      <a:pt x="130607" y="116125"/>
                      <a:pt x="129949" y="116125"/>
                    </a:cubicBezTo>
                    <a:cubicBezTo>
                      <a:pt x="129046" y="116125"/>
                      <a:pt x="128148" y="116528"/>
                      <a:pt x="127544" y="117301"/>
                    </a:cubicBezTo>
                    <a:lnTo>
                      <a:pt x="121477" y="125065"/>
                    </a:lnTo>
                    <a:cubicBezTo>
                      <a:pt x="118443" y="106602"/>
                      <a:pt x="102362" y="92445"/>
                      <a:pt x="83051" y="92445"/>
                    </a:cubicBezTo>
                    <a:close/>
                    <a:moveTo>
                      <a:pt x="49449" y="116086"/>
                    </a:moveTo>
                    <a:cubicBezTo>
                      <a:pt x="48912" y="116086"/>
                      <a:pt x="48270" y="116287"/>
                      <a:pt x="47430" y="116779"/>
                    </a:cubicBezTo>
                    <a:lnTo>
                      <a:pt x="33306" y="127837"/>
                    </a:lnTo>
                    <a:cubicBezTo>
                      <a:pt x="31968" y="128881"/>
                      <a:pt x="31740" y="130806"/>
                      <a:pt x="32751" y="132143"/>
                    </a:cubicBezTo>
                    <a:cubicBezTo>
                      <a:pt x="33359" y="132903"/>
                      <a:pt x="34266" y="133309"/>
                      <a:pt x="35182" y="133309"/>
                    </a:cubicBezTo>
                    <a:cubicBezTo>
                      <a:pt x="35838" y="133309"/>
                      <a:pt x="36499" y="133101"/>
                      <a:pt x="37057" y="132665"/>
                    </a:cubicBezTo>
                    <a:lnTo>
                      <a:pt x="44396" y="126924"/>
                    </a:lnTo>
                    <a:lnTo>
                      <a:pt x="44396" y="126924"/>
                    </a:lnTo>
                    <a:cubicBezTo>
                      <a:pt x="41656" y="149725"/>
                      <a:pt x="59858" y="170341"/>
                      <a:pt x="83051" y="170341"/>
                    </a:cubicBezTo>
                    <a:cubicBezTo>
                      <a:pt x="99067" y="170341"/>
                      <a:pt x="113289" y="160718"/>
                      <a:pt x="119226" y="145876"/>
                    </a:cubicBezTo>
                    <a:cubicBezTo>
                      <a:pt x="119846" y="144310"/>
                      <a:pt x="119096" y="142516"/>
                      <a:pt x="117530" y="141896"/>
                    </a:cubicBezTo>
                    <a:cubicBezTo>
                      <a:pt x="117158" y="141749"/>
                      <a:pt x="116773" y="141679"/>
                      <a:pt x="116394" y="141679"/>
                    </a:cubicBezTo>
                    <a:cubicBezTo>
                      <a:pt x="115178" y="141679"/>
                      <a:pt x="114023" y="142399"/>
                      <a:pt x="113550" y="143593"/>
                    </a:cubicBezTo>
                    <a:cubicBezTo>
                      <a:pt x="108527" y="156119"/>
                      <a:pt x="96555" y="164208"/>
                      <a:pt x="83051" y="164208"/>
                    </a:cubicBezTo>
                    <a:cubicBezTo>
                      <a:pt x="62663" y="164208"/>
                      <a:pt x="47365" y="145811"/>
                      <a:pt x="50692" y="125945"/>
                    </a:cubicBezTo>
                    <a:lnTo>
                      <a:pt x="50692" y="125945"/>
                    </a:lnTo>
                    <a:lnTo>
                      <a:pt x="57966" y="135209"/>
                    </a:lnTo>
                    <a:cubicBezTo>
                      <a:pt x="58570" y="135983"/>
                      <a:pt x="59468" y="136385"/>
                      <a:pt x="60371" y="136385"/>
                    </a:cubicBezTo>
                    <a:cubicBezTo>
                      <a:pt x="61029" y="136385"/>
                      <a:pt x="61689" y="136171"/>
                      <a:pt x="62239" y="135731"/>
                    </a:cubicBezTo>
                    <a:cubicBezTo>
                      <a:pt x="63577" y="134687"/>
                      <a:pt x="63805" y="132763"/>
                      <a:pt x="62761" y="131458"/>
                    </a:cubicBezTo>
                    <a:lnTo>
                      <a:pt x="51768" y="117399"/>
                    </a:lnTo>
                    <a:cubicBezTo>
                      <a:pt x="50985" y="116677"/>
                      <a:pt x="50371" y="116086"/>
                      <a:pt x="49449" y="116086"/>
                    </a:cubicBezTo>
                    <a:close/>
                    <a:moveTo>
                      <a:pt x="44592" y="0"/>
                    </a:moveTo>
                    <a:cubicBezTo>
                      <a:pt x="37840" y="0"/>
                      <a:pt x="31968" y="4338"/>
                      <a:pt x="29978" y="10797"/>
                    </a:cubicBezTo>
                    <a:lnTo>
                      <a:pt x="21073" y="39764"/>
                    </a:lnTo>
                    <a:lnTo>
                      <a:pt x="16278" y="39764"/>
                    </a:lnTo>
                    <a:cubicBezTo>
                      <a:pt x="12788" y="39764"/>
                      <a:pt x="9950" y="42602"/>
                      <a:pt x="9950" y="46092"/>
                    </a:cubicBezTo>
                    <a:lnTo>
                      <a:pt x="9950" y="53823"/>
                    </a:lnTo>
                    <a:cubicBezTo>
                      <a:pt x="9950" y="56628"/>
                      <a:pt x="11776" y="58977"/>
                      <a:pt x="14288" y="59825"/>
                    </a:cubicBezTo>
                    <a:lnTo>
                      <a:pt x="25085" y="190989"/>
                    </a:lnTo>
                    <a:cubicBezTo>
                      <a:pt x="25444" y="195491"/>
                      <a:pt x="27369" y="199536"/>
                      <a:pt x="30305" y="202667"/>
                    </a:cubicBezTo>
                    <a:lnTo>
                      <a:pt x="3067" y="202667"/>
                    </a:lnTo>
                    <a:cubicBezTo>
                      <a:pt x="1371" y="202667"/>
                      <a:pt x="1" y="204005"/>
                      <a:pt x="1" y="205701"/>
                    </a:cubicBezTo>
                    <a:cubicBezTo>
                      <a:pt x="1" y="207397"/>
                      <a:pt x="1371" y="208767"/>
                      <a:pt x="3067" y="208767"/>
                    </a:cubicBezTo>
                    <a:lnTo>
                      <a:pt x="162056" y="208767"/>
                    </a:lnTo>
                    <a:cubicBezTo>
                      <a:pt x="163752" y="208767"/>
                      <a:pt x="165122" y="207397"/>
                      <a:pt x="165122" y="205701"/>
                    </a:cubicBezTo>
                    <a:cubicBezTo>
                      <a:pt x="165122" y="204005"/>
                      <a:pt x="163752" y="202667"/>
                      <a:pt x="162056" y="202667"/>
                    </a:cubicBezTo>
                    <a:lnTo>
                      <a:pt x="134819" y="202667"/>
                    </a:lnTo>
                    <a:cubicBezTo>
                      <a:pt x="137754" y="199536"/>
                      <a:pt x="139679" y="195491"/>
                      <a:pt x="140038" y="190989"/>
                    </a:cubicBezTo>
                    <a:lnTo>
                      <a:pt x="145779" y="121444"/>
                    </a:lnTo>
                    <a:cubicBezTo>
                      <a:pt x="145909" y="119748"/>
                      <a:pt x="144670" y="118280"/>
                      <a:pt x="142974" y="118149"/>
                    </a:cubicBezTo>
                    <a:cubicBezTo>
                      <a:pt x="142877" y="118140"/>
                      <a:pt x="142781" y="118135"/>
                      <a:pt x="142686" y="118135"/>
                    </a:cubicBezTo>
                    <a:cubicBezTo>
                      <a:pt x="141140" y="118135"/>
                      <a:pt x="139802" y="119355"/>
                      <a:pt x="139679" y="120922"/>
                    </a:cubicBezTo>
                    <a:lnTo>
                      <a:pt x="133970" y="190500"/>
                    </a:lnTo>
                    <a:cubicBezTo>
                      <a:pt x="133416" y="196959"/>
                      <a:pt x="128197" y="202080"/>
                      <a:pt x="121836" y="202602"/>
                    </a:cubicBezTo>
                    <a:lnTo>
                      <a:pt x="116454" y="187956"/>
                    </a:lnTo>
                    <a:cubicBezTo>
                      <a:pt x="115996" y="186709"/>
                      <a:pt x="114843" y="185938"/>
                      <a:pt x="113600" y="185938"/>
                    </a:cubicBezTo>
                    <a:cubicBezTo>
                      <a:pt x="113249" y="185938"/>
                      <a:pt x="112891" y="186000"/>
                      <a:pt x="112539" y="186129"/>
                    </a:cubicBezTo>
                    <a:cubicBezTo>
                      <a:pt x="110941" y="186716"/>
                      <a:pt x="110125" y="188445"/>
                      <a:pt x="110713" y="190043"/>
                    </a:cubicBezTo>
                    <a:lnTo>
                      <a:pt x="115345" y="202667"/>
                    </a:lnTo>
                    <a:lnTo>
                      <a:pt x="49779" y="202667"/>
                    </a:lnTo>
                    <a:lnTo>
                      <a:pt x="54411" y="190043"/>
                    </a:lnTo>
                    <a:cubicBezTo>
                      <a:pt x="54998" y="188445"/>
                      <a:pt x="54182" y="186716"/>
                      <a:pt x="52584" y="186129"/>
                    </a:cubicBezTo>
                    <a:cubicBezTo>
                      <a:pt x="52232" y="186000"/>
                      <a:pt x="51874" y="185938"/>
                      <a:pt x="51524" y="185938"/>
                    </a:cubicBezTo>
                    <a:cubicBezTo>
                      <a:pt x="50280" y="185938"/>
                      <a:pt x="49128" y="186709"/>
                      <a:pt x="48670" y="187956"/>
                    </a:cubicBezTo>
                    <a:lnTo>
                      <a:pt x="43287" y="202602"/>
                    </a:lnTo>
                    <a:cubicBezTo>
                      <a:pt x="36926" y="202080"/>
                      <a:pt x="31707" y="196959"/>
                      <a:pt x="31153" y="190500"/>
                    </a:cubicBezTo>
                    <a:lnTo>
                      <a:pt x="20453" y="60151"/>
                    </a:lnTo>
                    <a:lnTo>
                      <a:pt x="43287" y="60151"/>
                    </a:lnTo>
                    <a:lnTo>
                      <a:pt x="48670" y="74863"/>
                    </a:lnTo>
                    <a:cubicBezTo>
                      <a:pt x="49132" y="76095"/>
                      <a:pt x="50302" y="76863"/>
                      <a:pt x="51559" y="76863"/>
                    </a:cubicBezTo>
                    <a:cubicBezTo>
                      <a:pt x="51898" y="76863"/>
                      <a:pt x="52244" y="76807"/>
                      <a:pt x="52584" y="76689"/>
                    </a:cubicBezTo>
                    <a:cubicBezTo>
                      <a:pt x="54182" y="76102"/>
                      <a:pt x="54998" y="74341"/>
                      <a:pt x="54411" y="72742"/>
                    </a:cubicBezTo>
                    <a:lnTo>
                      <a:pt x="49779" y="60151"/>
                    </a:lnTo>
                    <a:lnTo>
                      <a:pt x="115345" y="60151"/>
                    </a:lnTo>
                    <a:lnTo>
                      <a:pt x="110713" y="72742"/>
                    </a:lnTo>
                    <a:cubicBezTo>
                      <a:pt x="110125" y="74341"/>
                      <a:pt x="110941" y="76102"/>
                      <a:pt x="112539" y="76689"/>
                    </a:cubicBezTo>
                    <a:cubicBezTo>
                      <a:pt x="112871" y="76809"/>
                      <a:pt x="113215" y="76867"/>
                      <a:pt x="113557" y="76867"/>
                    </a:cubicBezTo>
                    <a:cubicBezTo>
                      <a:pt x="114793" y="76867"/>
                      <a:pt x="115994" y="76115"/>
                      <a:pt x="116454" y="74863"/>
                    </a:cubicBezTo>
                    <a:lnTo>
                      <a:pt x="121836" y="60151"/>
                    </a:lnTo>
                    <a:lnTo>
                      <a:pt x="144670" y="60151"/>
                    </a:lnTo>
                    <a:lnTo>
                      <a:pt x="140625" y="109570"/>
                    </a:lnTo>
                    <a:cubicBezTo>
                      <a:pt x="140462" y="111266"/>
                      <a:pt x="141734" y="112734"/>
                      <a:pt x="143398" y="112897"/>
                    </a:cubicBezTo>
                    <a:lnTo>
                      <a:pt x="143659" y="112897"/>
                    </a:lnTo>
                    <a:cubicBezTo>
                      <a:pt x="145257" y="112897"/>
                      <a:pt x="146594" y="111690"/>
                      <a:pt x="146725" y="110092"/>
                    </a:cubicBezTo>
                    <a:lnTo>
                      <a:pt x="150835" y="59825"/>
                    </a:lnTo>
                    <a:cubicBezTo>
                      <a:pt x="153347" y="58977"/>
                      <a:pt x="155173" y="56628"/>
                      <a:pt x="155173" y="53823"/>
                    </a:cubicBezTo>
                    <a:lnTo>
                      <a:pt x="155173" y="46092"/>
                    </a:lnTo>
                    <a:cubicBezTo>
                      <a:pt x="155173" y="42602"/>
                      <a:pt x="152335" y="39764"/>
                      <a:pt x="148845" y="39764"/>
                    </a:cubicBezTo>
                    <a:lnTo>
                      <a:pt x="144050" y="39764"/>
                    </a:lnTo>
                    <a:lnTo>
                      <a:pt x="135145" y="10797"/>
                    </a:lnTo>
                    <a:cubicBezTo>
                      <a:pt x="133155" y="4338"/>
                      <a:pt x="127283" y="0"/>
                      <a:pt x="12053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6" name="Google Shape;726;p44"/>
          <p:cNvSpPr txBox="1">
            <a:spLocks noGrp="1"/>
          </p:cNvSpPr>
          <p:nvPr>
            <p:ph type="title"/>
          </p:nvPr>
        </p:nvSpPr>
        <p:spPr>
          <a:xfrm>
            <a:off x="713225" y="2064938"/>
            <a:ext cx="4204500" cy="13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dirty="0"/>
              <a:t>INTRODUCTION</a:t>
            </a:r>
            <a:endParaRPr dirty="0"/>
          </a:p>
        </p:txBody>
      </p:sp>
      <p:sp>
        <p:nvSpPr>
          <p:cNvPr id="728" name="Google Shape;728;p44"/>
          <p:cNvSpPr txBox="1">
            <a:spLocks noGrp="1"/>
          </p:cNvSpPr>
          <p:nvPr>
            <p:ph type="title" idx="2"/>
          </p:nvPr>
        </p:nvSpPr>
        <p:spPr>
          <a:xfrm>
            <a:off x="713225" y="711838"/>
            <a:ext cx="1540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grpSp>
        <p:nvGrpSpPr>
          <p:cNvPr id="729" name="Google Shape;729;p44"/>
          <p:cNvGrpSpPr/>
          <p:nvPr/>
        </p:nvGrpSpPr>
        <p:grpSpPr>
          <a:xfrm rot="486382">
            <a:off x="5071238" y="2208553"/>
            <a:ext cx="1432272" cy="1649030"/>
            <a:chOff x="4761425" y="919375"/>
            <a:chExt cx="3226303" cy="3714568"/>
          </a:xfrm>
        </p:grpSpPr>
        <p:sp>
          <p:nvSpPr>
            <p:cNvPr id="730" name="Google Shape;730;p44"/>
            <p:cNvSpPr/>
            <p:nvPr/>
          </p:nvSpPr>
          <p:spPr>
            <a:xfrm>
              <a:off x="4761425" y="919375"/>
              <a:ext cx="3226303" cy="3714568"/>
            </a:xfrm>
            <a:custGeom>
              <a:avLst/>
              <a:gdLst/>
              <a:ahLst/>
              <a:cxnLst/>
              <a:rect l="l" t="t" r="r" b="b"/>
              <a:pathLst>
                <a:path w="76299" h="87846" extrusionOk="0">
                  <a:moveTo>
                    <a:pt x="38165" y="0"/>
                  </a:moveTo>
                  <a:cubicBezTo>
                    <a:pt x="32783" y="0"/>
                    <a:pt x="22084" y="1338"/>
                    <a:pt x="13407" y="4437"/>
                  </a:cubicBezTo>
                  <a:cubicBezTo>
                    <a:pt x="5382" y="7307"/>
                    <a:pt x="0" y="14875"/>
                    <a:pt x="0" y="23421"/>
                  </a:cubicBezTo>
                  <a:lnTo>
                    <a:pt x="0" y="60673"/>
                  </a:lnTo>
                  <a:lnTo>
                    <a:pt x="0" y="61945"/>
                  </a:lnTo>
                  <a:lnTo>
                    <a:pt x="0" y="82953"/>
                  </a:lnTo>
                  <a:cubicBezTo>
                    <a:pt x="0" y="85627"/>
                    <a:pt x="2186" y="87846"/>
                    <a:pt x="4893" y="87846"/>
                  </a:cubicBezTo>
                  <a:lnTo>
                    <a:pt x="71405" y="87846"/>
                  </a:lnTo>
                  <a:cubicBezTo>
                    <a:pt x="74080" y="87846"/>
                    <a:pt x="76298" y="85627"/>
                    <a:pt x="76298" y="82953"/>
                  </a:cubicBezTo>
                  <a:lnTo>
                    <a:pt x="76298" y="62109"/>
                  </a:lnTo>
                  <a:lnTo>
                    <a:pt x="76298" y="61945"/>
                  </a:lnTo>
                  <a:lnTo>
                    <a:pt x="76298" y="23421"/>
                  </a:lnTo>
                  <a:cubicBezTo>
                    <a:pt x="76298" y="14875"/>
                    <a:pt x="70916" y="7307"/>
                    <a:pt x="62859" y="4437"/>
                  </a:cubicBezTo>
                  <a:cubicBezTo>
                    <a:pt x="54182" y="1338"/>
                    <a:pt x="43515" y="0"/>
                    <a:pt x="38165" y="0"/>
                  </a:cubicBezTo>
                  <a:close/>
                </a:path>
              </a:pathLst>
            </a:cu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31" name="Google Shape;731;p44"/>
            <p:cNvGrpSpPr/>
            <p:nvPr/>
          </p:nvGrpSpPr>
          <p:grpSpPr>
            <a:xfrm>
              <a:off x="4982832" y="1173322"/>
              <a:ext cx="2835901" cy="3206676"/>
              <a:chOff x="1492350" y="238125"/>
              <a:chExt cx="4615725" cy="5219200"/>
            </a:xfrm>
          </p:grpSpPr>
          <p:sp>
            <p:nvSpPr>
              <p:cNvPr id="732" name="Google Shape;732;p44"/>
              <p:cNvSpPr/>
              <p:nvPr/>
            </p:nvSpPr>
            <p:spPr>
              <a:xfrm>
                <a:off x="3800200" y="3717025"/>
                <a:ext cx="625500" cy="626325"/>
              </a:xfrm>
              <a:custGeom>
                <a:avLst/>
                <a:gdLst/>
                <a:ahLst/>
                <a:cxnLst/>
                <a:rect l="l" t="t" r="r" b="b"/>
                <a:pathLst>
                  <a:path w="25020" h="25053" extrusionOk="0">
                    <a:moveTo>
                      <a:pt x="17681" y="0"/>
                    </a:moveTo>
                    <a:cubicBezTo>
                      <a:pt x="7927" y="0"/>
                      <a:pt x="1" y="7927"/>
                      <a:pt x="1" y="17680"/>
                    </a:cubicBezTo>
                    <a:lnTo>
                      <a:pt x="1" y="25052"/>
                    </a:lnTo>
                    <a:lnTo>
                      <a:pt x="7373" y="25052"/>
                    </a:lnTo>
                    <a:cubicBezTo>
                      <a:pt x="17126" y="25052"/>
                      <a:pt x="25020" y="17126"/>
                      <a:pt x="25020" y="7372"/>
                    </a:cubicBezTo>
                    <a:lnTo>
                      <a:pt x="25020" y="1631"/>
                    </a:lnTo>
                    <a:cubicBezTo>
                      <a:pt x="25020" y="751"/>
                      <a:pt x="24302" y="0"/>
                      <a:pt x="233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3" name="Google Shape;733;p44"/>
              <p:cNvSpPr/>
              <p:nvPr/>
            </p:nvSpPr>
            <p:spPr>
              <a:xfrm>
                <a:off x="3174725" y="3258700"/>
                <a:ext cx="625500" cy="625525"/>
              </a:xfrm>
              <a:custGeom>
                <a:avLst/>
                <a:gdLst/>
                <a:ahLst/>
                <a:cxnLst/>
                <a:rect l="l" t="t" r="r" b="b"/>
                <a:pathLst>
                  <a:path w="25020" h="25021" extrusionOk="0">
                    <a:moveTo>
                      <a:pt x="1631" y="1"/>
                    </a:moveTo>
                    <a:cubicBezTo>
                      <a:pt x="718" y="1"/>
                      <a:pt x="0" y="719"/>
                      <a:pt x="0" y="1632"/>
                    </a:cubicBezTo>
                    <a:lnTo>
                      <a:pt x="0" y="7340"/>
                    </a:lnTo>
                    <a:cubicBezTo>
                      <a:pt x="0" y="17126"/>
                      <a:pt x="7894" y="25020"/>
                      <a:pt x="17680" y="25020"/>
                    </a:cubicBezTo>
                    <a:lnTo>
                      <a:pt x="25020" y="25020"/>
                    </a:lnTo>
                    <a:lnTo>
                      <a:pt x="25020" y="17681"/>
                    </a:lnTo>
                    <a:cubicBezTo>
                      <a:pt x="25020" y="7895"/>
                      <a:pt x="17093" y="1"/>
                      <a:pt x="7340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4" name="Google Shape;734;p44"/>
              <p:cNvSpPr/>
              <p:nvPr/>
            </p:nvSpPr>
            <p:spPr>
              <a:xfrm>
                <a:off x="3174725" y="4328650"/>
                <a:ext cx="625500" cy="626325"/>
              </a:xfrm>
              <a:custGeom>
                <a:avLst/>
                <a:gdLst/>
                <a:ahLst/>
                <a:cxnLst/>
                <a:rect l="l" t="t" r="r" b="b"/>
                <a:pathLst>
                  <a:path w="25020" h="25053" extrusionOk="0">
                    <a:moveTo>
                      <a:pt x="1631" y="0"/>
                    </a:moveTo>
                    <a:cubicBezTo>
                      <a:pt x="718" y="0"/>
                      <a:pt x="0" y="750"/>
                      <a:pt x="0" y="1631"/>
                    </a:cubicBezTo>
                    <a:lnTo>
                      <a:pt x="0" y="7372"/>
                    </a:lnTo>
                    <a:cubicBezTo>
                      <a:pt x="0" y="17126"/>
                      <a:pt x="7894" y="25052"/>
                      <a:pt x="17680" y="25052"/>
                    </a:cubicBezTo>
                    <a:lnTo>
                      <a:pt x="25020" y="25052"/>
                    </a:lnTo>
                    <a:lnTo>
                      <a:pt x="25020" y="17680"/>
                    </a:lnTo>
                    <a:cubicBezTo>
                      <a:pt x="25020" y="7927"/>
                      <a:pt x="17093" y="0"/>
                      <a:pt x="73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5" name="Google Shape;735;p44"/>
              <p:cNvSpPr/>
              <p:nvPr/>
            </p:nvSpPr>
            <p:spPr>
              <a:xfrm>
                <a:off x="5405925" y="3805100"/>
                <a:ext cx="625500" cy="625500"/>
              </a:xfrm>
              <a:custGeom>
                <a:avLst/>
                <a:gdLst/>
                <a:ahLst/>
                <a:cxnLst/>
                <a:rect l="l" t="t" r="r" b="b"/>
                <a:pathLst>
                  <a:path w="25020" h="25020" extrusionOk="0">
                    <a:moveTo>
                      <a:pt x="17680" y="0"/>
                    </a:moveTo>
                    <a:cubicBezTo>
                      <a:pt x="7894" y="0"/>
                      <a:pt x="0" y="7927"/>
                      <a:pt x="0" y="17680"/>
                    </a:cubicBezTo>
                    <a:lnTo>
                      <a:pt x="0" y="25020"/>
                    </a:lnTo>
                    <a:lnTo>
                      <a:pt x="7340" y="25020"/>
                    </a:lnTo>
                    <a:cubicBezTo>
                      <a:pt x="17093" y="25020"/>
                      <a:pt x="25020" y="17126"/>
                      <a:pt x="25020" y="7372"/>
                    </a:cubicBezTo>
                    <a:lnTo>
                      <a:pt x="25020" y="1631"/>
                    </a:lnTo>
                    <a:cubicBezTo>
                      <a:pt x="25020" y="718"/>
                      <a:pt x="24302" y="0"/>
                      <a:pt x="23389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6" name="Google Shape;736;p44"/>
              <p:cNvSpPr/>
              <p:nvPr/>
            </p:nvSpPr>
            <p:spPr>
              <a:xfrm>
                <a:off x="4779625" y="4180225"/>
                <a:ext cx="626325" cy="626325"/>
              </a:xfrm>
              <a:custGeom>
                <a:avLst/>
                <a:gdLst/>
                <a:ahLst/>
                <a:cxnLst/>
                <a:rect l="l" t="t" r="r" b="b"/>
                <a:pathLst>
                  <a:path w="25053" h="25053" extrusionOk="0">
                    <a:moveTo>
                      <a:pt x="1631" y="0"/>
                    </a:moveTo>
                    <a:cubicBezTo>
                      <a:pt x="750" y="0"/>
                      <a:pt x="0" y="751"/>
                      <a:pt x="0" y="1631"/>
                    </a:cubicBezTo>
                    <a:lnTo>
                      <a:pt x="0" y="7373"/>
                    </a:lnTo>
                    <a:cubicBezTo>
                      <a:pt x="0" y="17126"/>
                      <a:pt x="7927" y="25052"/>
                      <a:pt x="17680" y="25052"/>
                    </a:cubicBezTo>
                    <a:lnTo>
                      <a:pt x="25052" y="25052"/>
                    </a:lnTo>
                    <a:lnTo>
                      <a:pt x="25052" y="17680"/>
                    </a:lnTo>
                    <a:cubicBezTo>
                      <a:pt x="25052" y="7927"/>
                      <a:pt x="17125" y="0"/>
                      <a:pt x="7372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7" name="Google Shape;737;p44"/>
              <p:cNvSpPr/>
              <p:nvPr/>
            </p:nvSpPr>
            <p:spPr>
              <a:xfrm>
                <a:off x="1569000" y="3805100"/>
                <a:ext cx="625525" cy="625500"/>
              </a:xfrm>
              <a:custGeom>
                <a:avLst/>
                <a:gdLst/>
                <a:ahLst/>
                <a:cxnLst/>
                <a:rect l="l" t="t" r="r" b="b"/>
                <a:pathLst>
                  <a:path w="25021" h="25020" extrusionOk="0">
                    <a:moveTo>
                      <a:pt x="1632" y="0"/>
                    </a:moveTo>
                    <a:cubicBezTo>
                      <a:pt x="718" y="0"/>
                      <a:pt x="1" y="718"/>
                      <a:pt x="1" y="1631"/>
                    </a:cubicBezTo>
                    <a:lnTo>
                      <a:pt x="1" y="7372"/>
                    </a:lnTo>
                    <a:cubicBezTo>
                      <a:pt x="1" y="17126"/>
                      <a:pt x="7927" y="25020"/>
                      <a:pt x="17681" y="25020"/>
                    </a:cubicBezTo>
                    <a:lnTo>
                      <a:pt x="25020" y="25020"/>
                    </a:lnTo>
                    <a:lnTo>
                      <a:pt x="25020" y="17680"/>
                    </a:lnTo>
                    <a:cubicBezTo>
                      <a:pt x="25020" y="7927"/>
                      <a:pt x="17126" y="0"/>
                      <a:pt x="73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8" name="Google Shape;738;p44"/>
              <p:cNvSpPr/>
              <p:nvPr/>
            </p:nvSpPr>
            <p:spPr>
              <a:xfrm>
                <a:off x="2194500" y="4180225"/>
                <a:ext cx="626325" cy="626325"/>
              </a:xfrm>
              <a:custGeom>
                <a:avLst/>
                <a:gdLst/>
                <a:ahLst/>
                <a:cxnLst/>
                <a:rect l="l" t="t" r="r" b="b"/>
                <a:pathLst>
                  <a:path w="25053" h="25053" extrusionOk="0">
                    <a:moveTo>
                      <a:pt x="17680" y="0"/>
                    </a:moveTo>
                    <a:cubicBezTo>
                      <a:pt x="7927" y="0"/>
                      <a:pt x="0" y="7927"/>
                      <a:pt x="0" y="17680"/>
                    </a:cubicBezTo>
                    <a:lnTo>
                      <a:pt x="0" y="25052"/>
                    </a:lnTo>
                    <a:lnTo>
                      <a:pt x="7372" y="25052"/>
                    </a:lnTo>
                    <a:cubicBezTo>
                      <a:pt x="17125" y="25052"/>
                      <a:pt x="25052" y="17126"/>
                      <a:pt x="25052" y="7373"/>
                    </a:cubicBezTo>
                    <a:lnTo>
                      <a:pt x="25052" y="1631"/>
                    </a:lnTo>
                    <a:cubicBezTo>
                      <a:pt x="25052" y="751"/>
                      <a:pt x="24302" y="0"/>
                      <a:pt x="2342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39" name="Google Shape;739;p44"/>
              <p:cNvSpPr/>
              <p:nvPr/>
            </p:nvSpPr>
            <p:spPr>
              <a:xfrm>
                <a:off x="2615275" y="314975"/>
                <a:ext cx="2369050" cy="2158225"/>
              </a:xfrm>
              <a:custGeom>
                <a:avLst/>
                <a:gdLst/>
                <a:ahLst/>
                <a:cxnLst/>
                <a:rect l="l" t="t" r="r" b="b"/>
                <a:pathLst>
                  <a:path w="94762" h="86329" extrusionOk="0">
                    <a:moveTo>
                      <a:pt x="47381" y="0"/>
                    </a:moveTo>
                    <a:cubicBezTo>
                      <a:pt x="36339" y="0"/>
                      <a:pt x="25298" y="4217"/>
                      <a:pt x="16865" y="12649"/>
                    </a:cubicBezTo>
                    <a:cubicBezTo>
                      <a:pt x="1" y="29513"/>
                      <a:pt x="1" y="56849"/>
                      <a:pt x="16865" y="73681"/>
                    </a:cubicBezTo>
                    <a:cubicBezTo>
                      <a:pt x="25298" y="82113"/>
                      <a:pt x="36339" y="86329"/>
                      <a:pt x="47381" y="86329"/>
                    </a:cubicBezTo>
                    <a:cubicBezTo>
                      <a:pt x="58423" y="86329"/>
                      <a:pt x="69465" y="82113"/>
                      <a:pt x="77897" y="73681"/>
                    </a:cubicBezTo>
                    <a:cubicBezTo>
                      <a:pt x="94762" y="56849"/>
                      <a:pt x="94762" y="29513"/>
                      <a:pt x="77897" y="12649"/>
                    </a:cubicBezTo>
                    <a:cubicBezTo>
                      <a:pt x="69465" y="4217"/>
                      <a:pt x="58423" y="0"/>
                      <a:pt x="473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0" name="Google Shape;740;p44"/>
              <p:cNvSpPr/>
              <p:nvPr/>
            </p:nvSpPr>
            <p:spPr>
              <a:xfrm>
                <a:off x="3297050" y="660550"/>
                <a:ext cx="1007975" cy="1466750"/>
              </a:xfrm>
              <a:custGeom>
                <a:avLst/>
                <a:gdLst/>
                <a:ahLst/>
                <a:cxnLst/>
                <a:rect l="l" t="t" r="r" b="b"/>
                <a:pathLst>
                  <a:path w="40319" h="58670" extrusionOk="0">
                    <a:moveTo>
                      <a:pt x="28053" y="0"/>
                    </a:moveTo>
                    <a:cubicBezTo>
                      <a:pt x="27205" y="33"/>
                      <a:pt x="26390" y="522"/>
                      <a:pt x="25672" y="1240"/>
                    </a:cubicBezTo>
                    <a:cubicBezTo>
                      <a:pt x="17713" y="8807"/>
                      <a:pt x="9721" y="16343"/>
                      <a:pt x="1762" y="23878"/>
                    </a:cubicBezTo>
                    <a:cubicBezTo>
                      <a:pt x="0" y="25541"/>
                      <a:pt x="261" y="28053"/>
                      <a:pt x="2284" y="29293"/>
                    </a:cubicBezTo>
                    <a:cubicBezTo>
                      <a:pt x="6687" y="31935"/>
                      <a:pt x="11189" y="34447"/>
                      <a:pt x="15625" y="36991"/>
                    </a:cubicBezTo>
                    <a:cubicBezTo>
                      <a:pt x="15886" y="37154"/>
                      <a:pt x="16016" y="37285"/>
                      <a:pt x="15886" y="37643"/>
                    </a:cubicBezTo>
                    <a:cubicBezTo>
                      <a:pt x="14418" y="41069"/>
                      <a:pt x="12983" y="44494"/>
                      <a:pt x="11580" y="47919"/>
                    </a:cubicBezTo>
                    <a:cubicBezTo>
                      <a:pt x="10667" y="50072"/>
                      <a:pt x="9786" y="52192"/>
                      <a:pt x="8938" y="54312"/>
                    </a:cubicBezTo>
                    <a:cubicBezTo>
                      <a:pt x="8318" y="55911"/>
                      <a:pt x="9068" y="57607"/>
                      <a:pt x="10569" y="58324"/>
                    </a:cubicBezTo>
                    <a:cubicBezTo>
                      <a:pt x="11049" y="58553"/>
                      <a:pt x="11521" y="58670"/>
                      <a:pt x="11990" y="58670"/>
                    </a:cubicBezTo>
                    <a:cubicBezTo>
                      <a:pt x="12858" y="58670"/>
                      <a:pt x="13713" y="58270"/>
                      <a:pt x="14581" y="57444"/>
                    </a:cubicBezTo>
                    <a:cubicBezTo>
                      <a:pt x="22573" y="49876"/>
                      <a:pt x="30532" y="42341"/>
                      <a:pt x="38492" y="34805"/>
                    </a:cubicBezTo>
                    <a:cubicBezTo>
                      <a:pt x="40318" y="33077"/>
                      <a:pt x="39959" y="30532"/>
                      <a:pt x="37807" y="29293"/>
                    </a:cubicBezTo>
                    <a:cubicBezTo>
                      <a:pt x="33403" y="26748"/>
                      <a:pt x="29032" y="24204"/>
                      <a:pt x="24628" y="21660"/>
                    </a:cubicBezTo>
                    <a:cubicBezTo>
                      <a:pt x="24335" y="21497"/>
                      <a:pt x="24237" y="21366"/>
                      <a:pt x="24400" y="21040"/>
                    </a:cubicBezTo>
                    <a:cubicBezTo>
                      <a:pt x="26716" y="15495"/>
                      <a:pt x="29130" y="9949"/>
                      <a:pt x="31315" y="4339"/>
                    </a:cubicBezTo>
                    <a:cubicBezTo>
                      <a:pt x="32131" y="2218"/>
                      <a:pt x="30500" y="0"/>
                      <a:pt x="2805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1" name="Google Shape;741;p44"/>
              <p:cNvSpPr/>
              <p:nvPr/>
            </p:nvSpPr>
            <p:spPr>
              <a:xfrm>
                <a:off x="1492350" y="238125"/>
                <a:ext cx="4615725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184629" h="208768" extrusionOk="0">
                    <a:moveTo>
                      <a:pt x="100579" y="13892"/>
                    </a:moveTo>
                    <a:cubicBezTo>
                      <a:pt x="98893" y="13892"/>
                      <a:pt x="97162" y="14572"/>
                      <a:pt x="95740" y="15918"/>
                    </a:cubicBezTo>
                    <a:cubicBezTo>
                      <a:pt x="87715" y="23552"/>
                      <a:pt x="79821" y="30989"/>
                      <a:pt x="71829" y="38557"/>
                    </a:cubicBezTo>
                    <a:cubicBezTo>
                      <a:pt x="70296" y="40025"/>
                      <a:pt x="69546" y="41982"/>
                      <a:pt x="69742" y="44004"/>
                    </a:cubicBezTo>
                    <a:cubicBezTo>
                      <a:pt x="69970" y="45961"/>
                      <a:pt x="71112" y="47723"/>
                      <a:pt x="72906" y="48799"/>
                    </a:cubicBezTo>
                    <a:cubicBezTo>
                      <a:pt x="76722" y="51083"/>
                      <a:pt x="80539" y="53268"/>
                      <a:pt x="84355" y="55454"/>
                    </a:cubicBezTo>
                    <a:cubicBezTo>
                      <a:pt x="82463" y="59988"/>
                      <a:pt x="80147" y="65272"/>
                      <a:pt x="78288" y="70133"/>
                    </a:cubicBezTo>
                    <a:cubicBezTo>
                      <a:pt x="77114" y="73166"/>
                      <a:pt x="78451" y="76526"/>
                      <a:pt x="81420" y="77961"/>
                    </a:cubicBezTo>
                    <a:cubicBezTo>
                      <a:pt x="82297" y="78394"/>
                      <a:pt x="83227" y="78630"/>
                      <a:pt x="84178" y="78630"/>
                    </a:cubicBezTo>
                    <a:cubicBezTo>
                      <a:pt x="85735" y="78630"/>
                      <a:pt x="87350" y="77997"/>
                      <a:pt x="88889" y="76559"/>
                    </a:cubicBezTo>
                    <a:lnTo>
                      <a:pt x="97469" y="68404"/>
                    </a:lnTo>
                    <a:cubicBezTo>
                      <a:pt x="98708" y="67262"/>
                      <a:pt x="98741" y="65305"/>
                      <a:pt x="97599" y="64098"/>
                    </a:cubicBezTo>
                    <a:cubicBezTo>
                      <a:pt x="96992" y="63457"/>
                      <a:pt x="96184" y="63139"/>
                      <a:pt x="95374" y="63139"/>
                    </a:cubicBezTo>
                    <a:cubicBezTo>
                      <a:pt x="94617" y="63139"/>
                      <a:pt x="93859" y="63416"/>
                      <a:pt x="93261" y="63968"/>
                    </a:cubicBezTo>
                    <a:cubicBezTo>
                      <a:pt x="92804" y="64392"/>
                      <a:pt x="84714" y="72253"/>
                      <a:pt x="84160" y="72514"/>
                    </a:cubicBezTo>
                    <a:cubicBezTo>
                      <a:pt x="84094" y="72481"/>
                      <a:pt x="83931" y="72416"/>
                      <a:pt x="83964" y="72318"/>
                    </a:cubicBezTo>
                    <a:cubicBezTo>
                      <a:pt x="86117" y="66773"/>
                      <a:pt x="88726" y="60836"/>
                      <a:pt x="90879" y="55715"/>
                    </a:cubicBezTo>
                    <a:cubicBezTo>
                      <a:pt x="91499" y="54279"/>
                      <a:pt x="91238" y="52355"/>
                      <a:pt x="89346" y="51246"/>
                    </a:cubicBezTo>
                    <a:cubicBezTo>
                      <a:pt x="84910" y="48701"/>
                      <a:pt x="80441" y="46222"/>
                      <a:pt x="76070" y="43548"/>
                    </a:cubicBezTo>
                    <a:cubicBezTo>
                      <a:pt x="75744" y="43352"/>
                      <a:pt x="75744" y="43287"/>
                      <a:pt x="76037" y="42993"/>
                    </a:cubicBezTo>
                    <a:cubicBezTo>
                      <a:pt x="84551" y="34936"/>
                      <a:pt x="99687" y="20453"/>
                      <a:pt x="100437" y="19963"/>
                    </a:cubicBezTo>
                    <a:cubicBezTo>
                      <a:pt x="100600" y="19996"/>
                      <a:pt x="100665" y="20094"/>
                      <a:pt x="100665" y="20126"/>
                    </a:cubicBezTo>
                    <a:cubicBezTo>
                      <a:pt x="98904" y="24661"/>
                      <a:pt x="96947" y="29195"/>
                      <a:pt x="95087" y="33631"/>
                    </a:cubicBezTo>
                    <a:cubicBezTo>
                      <a:pt x="94631" y="34675"/>
                      <a:pt x="94207" y="35686"/>
                      <a:pt x="93750" y="36730"/>
                    </a:cubicBezTo>
                    <a:cubicBezTo>
                      <a:pt x="93032" y="38459"/>
                      <a:pt x="93652" y="40286"/>
                      <a:pt x="95283" y="41232"/>
                    </a:cubicBezTo>
                    <a:cubicBezTo>
                      <a:pt x="97077" y="42243"/>
                      <a:pt x="98871" y="43287"/>
                      <a:pt x="100665" y="44330"/>
                    </a:cubicBezTo>
                    <a:cubicBezTo>
                      <a:pt x="103275" y="45831"/>
                      <a:pt x="105852" y="47331"/>
                      <a:pt x="108461" y="48832"/>
                    </a:cubicBezTo>
                    <a:cubicBezTo>
                      <a:pt x="108918" y="49093"/>
                      <a:pt x="108918" y="49158"/>
                      <a:pt x="108592" y="49484"/>
                    </a:cubicBezTo>
                    <a:cubicBezTo>
                      <a:pt x="106145" y="51800"/>
                      <a:pt x="103699" y="54116"/>
                      <a:pt x="101220" y="56432"/>
                    </a:cubicBezTo>
                    <a:cubicBezTo>
                      <a:pt x="100013" y="57607"/>
                      <a:pt x="99948" y="59531"/>
                      <a:pt x="101122" y="60771"/>
                    </a:cubicBezTo>
                    <a:cubicBezTo>
                      <a:pt x="101712" y="61395"/>
                      <a:pt x="102521" y="61714"/>
                      <a:pt x="103331" y="61714"/>
                    </a:cubicBezTo>
                    <a:cubicBezTo>
                      <a:pt x="104087" y="61714"/>
                      <a:pt x="104845" y="61436"/>
                      <a:pt x="105428" y="60869"/>
                    </a:cubicBezTo>
                    <a:cubicBezTo>
                      <a:pt x="107907" y="58553"/>
                      <a:pt x="110353" y="56237"/>
                      <a:pt x="112800" y="53921"/>
                    </a:cubicBezTo>
                    <a:cubicBezTo>
                      <a:pt x="114366" y="52420"/>
                      <a:pt x="115116" y="50430"/>
                      <a:pt x="114888" y="48440"/>
                    </a:cubicBezTo>
                    <a:cubicBezTo>
                      <a:pt x="114627" y="46418"/>
                      <a:pt x="113420" y="44624"/>
                      <a:pt x="111528" y="43548"/>
                    </a:cubicBezTo>
                    <a:cubicBezTo>
                      <a:pt x="107776" y="41395"/>
                      <a:pt x="104025" y="39209"/>
                      <a:pt x="100274" y="37056"/>
                    </a:cubicBezTo>
                    <a:cubicBezTo>
                      <a:pt x="102329" y="32228"/>
                      <a:pt x="104417" y="27303"/>
                      <a:pt x="106341" y="22345"/>
                    </a:cubicBezTo>
                    <a:cubicBezTo>
                      <a:pt x="107091" y="20453"/>
                      <a:pt x="106830" y="18300"/>
                      <a:pt x="105689" y="16636"/>
                    </a:cubicBezTo>
                    <a:cubicBezTo>
                      <a:pt x="104412" y="14800"/>
                      <a:pt x="102526" y="13892"/>
                      <a:pt x="100579" y="13892"/>
                    </a:cubicBezTo>
                    <a:close/>
                    <a:moveTo>
                      <a:pt x="74635" y="123890"/>
                    </a:moveTo>
                    <a:cubicBezTo>
                      <a:pt x="82692" y="123890"/>
                      <a:pt x="89248" y="130447"/>
                      <a:pt x="89248" y="138504"/>
                    </a:cubicBezTo>
                    <a:lnTo>
                      <a:pt x="89248" y="142777"/>
                    </a:lnTo>
                    <a:lnTo>
                      <a:pt x="84975" y="142777"/>
                    </a:lnTo>
                    <a:cubicBezTo>
                      <a:pt x="76885" y="142777"/>
                      <a:pt x="70329" y="136221"/>
                      <a:pt x="70329" y="128163"/>
                    </a:cubicBezTo>
                    <a:lnTo>
                      <a:pt x="70329" y="123890"/>
                    </a:lnTo>
                    <a:close/>
                    <a:moveTo>
                      <a:pt x="114300" y="142223"/>
                    </a:moveTo>
                    <a:lnTo>
                      <a:pt x="114300" y="146528"/>
                    </a:lnTo>
                    <a:cubicBezTo>
                      <a:pt x="114300" y="154586"/>
                      <a:pt x="107744" y="161142"/>
                      <a:pt x="99687" y="161142"/>
                    </a:cubicBezTo>
                    <a:lnTo>
                      <a:pt x="95381" y="161142"/>
                    </a:lnTo>
                    <a:lnTo>
                      <a:pt x="95381" y="156836"/>
                    </a:lnTo>
                    <a:cubicBezTo>
                      <a:pt x="95381" y="148779"/>
                      <a:pt x="101937" y="142223"/>
                      <a:pt x="109995" y="142223"/>
                    </a:cubicBezTo>
                    <a:close/>
                    <a:moveTo>
                      <a:pt x="10406" y="145746"/>
                    </a:moveTo>
                    <a:cubicBezTo>
                      <a:pt x="18496" y="145746"/>
                      <a:pt x="25052" y="152302"/>
                      <a:pt x="25052" y="160359"/>
                    </a:cubicBezTo>
                    <a:lnTo>
                      <a:pt x="25052" y="164665"/>
                    </a:lnTo>
                    <a:lnTo>
                      <a:pt x="20747" y="164665"/>
                    </a:lnTo>
                    <a:cubicBezTo>
                      <a:pt x="12689" y="164665"/>
                      <a:pt x="6133" y="158108"/>
                      <a:pt x="6133" y="150051"/>
                    </a:cubicBezTo>
                    <a:lnTo>
                      <a:pt x="6133" y="145746"/>
                    </a:lnTo>
                    <a:close/>
                    <a:moveTo>
                      <a:pt x="178496" y="145746"/>
                    </a:moveTo>
                    <a:lnTo>
                      <a:pt x="178496" y="150051"/>
                    </a:lnTo>
                    <a:cubicBezTo>
                      <a:pt x="178496" y="158108"/>
                      <a:pt x="171940" y="164665"/>
                      <a:pt x="163883" y="164665"/>
                    </a:cubicBezTo>
                    <a:lnTo>
                      <a:pt x="159609" y="164665"/>
                    </a:lnTo>
                    <a:lnTo>
                      <a:pt x="159609" y="160359"/>
                    </a:lnTo>
                    <a:cubicBezTo>
                      <a:pt x="159609" y="152302"/>
                      <a:pt x="166133" y="145746"/>
                      <a:pt x="174223" y="145746"/>
                    </a:cubicBezTo>
                    <a:close/>
                    <a:moveTo>
                      <a:pt x="50072" y="160751"/>
                    </a:moveTo>
                    <a:lnTo>
                      <a:pt x="50072" y="165057"/>
                    </a:lnTo>
                    <a:cubicBezTo>
                      <a:pt x="50072" y="173114"/>
                      <a:pt x="43515" y="179670"/>
                      <a:pt x="35458" y="179670"/>
                    </a:cubicBezTo>
                    <a:lnTo>
                      <a:pt x="31152" y="179670"/>
                    </a:lnTo>
                    <a:lnTo>
                      <a:pt x="31152" y="175364"/>
                    </a:lnTo>
                    <a:cubicBezTo>
                      <a:pt x="31152" y="167307"/>
                      <a:pt x="37709" y="160751"/>
                      <a:pt x="45766" y="160751"/>
                    </a:cubicBezTo>
                    <a:close/>
                    <a:moveTo>
                      <a:pt x="138863" y="160751"/>
                    </a:moveTo>
                    <a:cubicBezTo>
                      <a:pt x="146920" y="160751"/>
                      <a:pt x="153477" y="167307"/>
                      <a:pt x="153477" y="175364"/>
                    </a:cubicBezTo>
                    <a:lnTo>
                      <a:pt x="153477" y="179670"/>
                    </a:lnTo>
                    <a:lnTo>
                      <a:pt x="149171" y="179670"/>
                    </a:lnTo>
                    <a:cubicBezTo>
                      <a:pt x="141114" y="179670"/>
                      <a:pt x="134557" y="173114"/>
                      <a:pt x="134557" y="165057"/>
                    </a:cubicBezTo>
                    <a:lnTo>
                      <a:pt x="134557" y="160751"/>
                    </a:lnTo>
                    <a:close/>
                    <a:moveTo>
                      <a:pt x="74635" y="166688"/>
                    </a:moveTo>
                    <a:cubicBezTo>
                      <a:pt x="82692" y="166688"/>
                      <a:pt x="89248" y="173244"/>
                      <a:pt x="89248" y="181301"/>
                    </a:cubicBezTo>
                    <a:lnTo>
                      <a:pt x="89248" y="185607"/>
                    </a:lnTo>
                    <a:lnTo>
                      <a:pt x="84975" y="185607"/>
                    </a:lnTo>
                    <a:cubicBezTo>
                      <a:pt x="76885" y="185607"/>
                      <a:pt x="70329" y="179050"/>
                      <a:pt x="70329" y="170993"/>
                    </a:cubicBezTo>
                    <a:lnTo>
                      <a:pt x="70329" y="166688"/>
                    </a:lnTo>
                    <a:close/>
                    <a:moveTo>
                      <a:pt x="92315" y="0"/>
                    </a:moveTo>
                    <a:cubicBezTo>
                      <a:pt x="81974" y="0"/>
                      <a:pt x="72221" y="3327"/>
                      <a:pt x="64066" y="9623"/>
                    </a:cubicBezTo>
                    <a:cubicBezTo>
                      <a:pt x="62728" y="10667"/>
                      <a:pt x="62467" y="12591"/>
                      <a:pt x="63511" y="13929"/>
                    </a:cubicBezTo>
                    <a:cubicBezTo>
                      <a:pt x="64120" y="14708"/>
                      <a:pt x="65028" y="15111"/>
                      <a:pt x="65944" y="15111"/>
                    </a:cubicBezTo>
                    <a:cubicBezTo>
                      <a:pt x="66599" y="15111"/>
                      <a:pt x="67259" y="14905"/>
                      <a:pt x="67817" y="14483"/>
                    </a:cubicBezTo>
                    <a:cubicBezTo>
                      <a:pt x="74863" y="9003"/>
                      <a:pt x="83344" y="6133"/>
                      <a:pt x="92315" y="6133"/>
                    </a:cubicBezTo>
                    <a:cubicBezTo>
                      <a:pt x="114431" y="6133"/>
                      <a:pt x="132437" y="24106"/>
                      <a:pt x="132437" y="46222"/>
                    </a:cubicBezTo>
                    <a:cubicBezTo>
                      <a:pt x="132437" y="68371"/>
                      <a:pt x="114431" y="86345"/>
                      <a:pt x="92315" y="86345"/>
                    </a:cubicBezTo>
                    <a:cubicBezTo>
                      <a:pt x="70198" y="86345"/>
                      <a:pt x="52192" y="68371"/>
                      <a:pt x="52192" y="46222"/>
                    </a:cubicBezTo>
                    <a:cubicBezTo>
                      <a:pt x="52192" y="37317"/>
                      <a:pt x="55063" y="28869"/>
                      <a:pt x="60478" y="21790"/>
                    </a:cubicBezTo>
                    <a:cubicBezTo>
                      <a:pt x="61521" y="20453"/>
                      <a:pt x="61260" y="18561"/>
                      <a:pt x="59923" y="17517"/>
                    </a:cubicBezTo>
                    <a:cubicBezTo>
                      <a:pt x="59368" y="17084"/>
                      <a:pt x="58712" y="16875"/>
                      <a:pt x="58061" y="16875"/>
                    </a:cubicBezTo>
                    <a:cubicBezTo>
                      <a:pt x="57145" y="16875"/>
                      <a:pt x="56241" y="17289"/>
                      <a:pt x="55650" y="18071"/>
                    </a:cubicBezTo>
                    <a:cubicBezTo>
                      <a:pt x="49387" y="26226"/>
                      <a:pt x="46092" y="35947"/>
                      <a:pt x="46092" y="46222"/>
                    </a:cubicBezTo>
                    <a:cubicBezTo>
                      <a:pt x="46092" y="70687"/>
                      <a:pt x="65175" y="90781"/>
                      <a:pt x="89248" y="92379"/>
                    </a:cubicBezTo>
                    <a:lnTo>
                      <a:pt x="89248" y="123792"/>
                    </a:lnTo>
                    <a:cubicBezTo>
                      <a:pt x="85497" y="120074"/>
                      <a:pt x="80343" y="117758"/>
                      <a:pt x="74635" y="117758"/>
                    </a:cubicBezTo>
                    <a:lnTo>
                      <a:pt x="68926" y="117758"/>
                    </a:lnTo>
                    <a:cubicBezTo>
                      <a:pt x="66317" y="117758"/>
                      <a:pt x="64229" y="119878"/>
                      <a:pt x="64229" y="122455"/>
                    </a:cubicBezTo>
                    <a:lnTo>
                      <a:pt x="64229" y="128163"/>
                    </a:lnTo>
                    <a:cubicBezTo>
                      <a:pt x="64229" y="139613"/>
                      <a:pt x="73526" y="148910"/>
                      <a:pt x="84942" y="148910"/>
                    </a:cubicBezTo>
                    <a:lnTo>
                      <a:pt x="89248" y="148910"/>
                    </a:lnTo>
                    <a:lnTo>
                      <a:pt x="89248" y="166622"/>
                    </a:lnTo>
                    <a:cubicBezTo>
                      <a:pt x="85497" y="162871"/>
                      <a:pt x="80343" y="160588"/>
                      <a:pt x="74635" y="160588"/>
                    </a:cubicBezTo>
                    <a:lnTo>
                      <a:pt x="68926" y="160588"/>
                    </a:lnTo>
                    <a:cubicBezTo>
                      <a:pt x="66317" y="160588"/>
                      <a:pt x="64229" y="162675"/>
                      <a:pt x="64229" y="165252"/>
                    </a:cubicBezTo>
                    <a:lnTo>
                      <a:pt x="64229" y="170993"/>
                    </a:lnTo>
                    <a:cubicBezTo>
                      <a:pt x="64229" y="182410"/>
                      <a:pt x="73526" y="191707"/>
                      <a:pt x="84942" y="191707"/>
                    </a:cubicBezTo>
                    <a:lnTo>
                      <a:pt x="89248" y="191707"/>
                    </a:lnTo>
                    <a:lnTo>
                      <a:pt x="89248" y="202667"/>
                    </a:lnTo>
                    <a:lnTo>
                      <a:pt x="31152" y="202667"/>
                    </a:lnTo>
                    <a:lnTo>
                      <a:pt x="31152" y="185803"/>
                    </a:lnTo>
                    <a:lnTo>
                      <a:pt x="35458" y="185803"/>
                    </a:lnTo>
                    <a:cubicBezTo>
                      <a:pt x="46875" y="185803"/>
                      <a:pt x="56172" y="176473"/>
                      <a:pt x="56172" y="165057"/>
                    </a:cubicBezTo>
                    <a:lnTo>
                      <a:pt x="56172" y="159315"/>
                    </a:lnTo>
                    <a:cubicBezTo>
                      <a:pt x="56172" y="156738"/>
                      <a:pt x="54084" y="154651"/>
                      <a:pt x="51507" y="154651"/>
                    </a:cubicBezTo>
                    <a:lnTo>
                      <a:pt x="45766" y="154651"/>
                    </a:lnTo>
                    <a:cubicBezTo>
                      <a:pt x="40058" y="154651"/>
                      <a:pt x="34904" y="156967"/>
                      <a:pt x="31152" y="160685"/>
                    </a:cubicBezTo>
                    <a:lnTo>
                      <a:pt x="31152" y="160359"/>
                    </a:lnTo>
                    <a:cubicBezTo>
                      <a:pt x="31152" y="148910"/>
                      <a:pt x="21856" y="139613"/>
                      <a:pt x="10406" y="139613"/>
                    </a:cubicBezTo>
                    <a:lnTo>
                      <a:pt x="4698" y="139613"/>
                    </a:lnTo>
                    <a:cubicBezTo>
                      <a:pt x="2121" y="139613"/>
                      <a:pt x="0" y="141733"/>
                      <a:pt x="0" y="144310"/>
                    </a:cubicBezTo>
                    <a:lnTo>
                      <a:pt x="0" y="150051"/>
                    </a:lnTo>
                    <a:cubicBezTo>
                      <a:pt x="0" y="161468"/>
                      <a:pt x="9297" y="170765"/>
                      <a:pt x="20747" y="170765"/>
                    </a:cubicBezTo>
                    <a:lnTo>
                      <a:pt x="25020" y="170765"/>
                    </a:lnTo>
                    <a:lnTo>
                      <a:pt x="25020" y="202667"/>
                    </a:lnTo>
                    <a:lnTo>
                      <a:pt x="13962" y="202667"/>
                    </a:lnTo>
                    <a:cubicBezTo>
                      <a:pt x="12265" y="202667"/>
                      <a:pt x="10895" y="204005"/>
                      <a:pt x="10895" y="205701"/>
                    </a:cubicBezTo>
                    <a:cubicBezTo>
                      <a:pt x="10895" y="207397"/>
                      <a:pt x="12265" y="208767"/>
                      <a:pt x="13962" y="208767"/>
                    </a:cubicBezTo>
                    <a:lnTo>
                      <a:pt x="170667" y="208767"/>
                    </a:lnTo>
                    <a:cubicBezTo>
                      <a:pt x="172364" y="208767"/>
                      <a:pt x="173734" y="207397"/>
                      <a:pt x="173734" y="205701"/>
                    </a:cubicBezTo>
                    <a:cubicBezTo>
                      <a:pt x="173734" y="204005"/>
                      <a:pt x="172364" y="202667"/>
                      <a:pt x="170667" y="202667"/>
                    </a:cubicBezTo>
                    <a:lnTo>
                      <a:pt x="159609" y="202667"/>
                    </a:lnTo>
                    <a:lnTo>
                      <a:pt x="159609" y="170765"/>
                    </a:lnTo>
                    <a:lnTo>
                      <a:pt x="163883" y="170765"/>
                    </a:lnTo>
                    <a:cubicBezTo>
                      <a:pt x="175332" y="170765"/>
                      <a:pt x="184629" y="161468"/>
                      <a:pt x="184629" y="150051"/>
                    </a:cubicBezTo>
                    <a:lnTo>
                      <a:pt x="184629" y="144310"/>
                    </a:lnTo>
                    <a:cubicBezTo>
                      <a:pt x="184629" y="141733"/>
                      <a:pt x="182508" y="139613"/>
                      <a:pt x="179932" y="139613"/>
                    </a:cubicBezTo>
                    <a:lnTo>
                      <a:pt x="174223" y="139613"/>
                    </a:lnTo>
                    <a:cubicBezTo>
                      <a:pt x="162773" y="139613"/>
                      <a:pt x="153477" y="148910"/>
                      <a:pt x="153477" y="160359"/>
                    </a:cubicBezTo>
                    <a:lnTo>
                      <a:pt x="153477" y="160685"/>
                    </a:lnTo>
                    <a:cubicBezTo>
                      <a:pt x="149726" y="156967"/>
                      <a:pt x="144572" y="154651"/>
                      <a:pt x="138863" y="154651"/>
                    </a:cubicBezTo>
                    <a:lnTo>
                      <a:pt x="133122" y="154651"/>
                    </a:lnTo>
                    <a:cubicBezTo>
                      <a:pt x="130545" y="154651"/>
                      <a:pt x="128457" y="156738"/>
                      <a:pt x="128457" y="159315"/>
                    </a:cubicBezTo>
                    <a:lnTo>
                      <a:pt x="128457" y="165057"/>
                    </a:lnTo>
                    <a:cubicBezTo>
                      <a:pt x="128457" y="176473"/>
                      <a:pt x="137754" y="185803"/>
                      <a:pt x="149171" y="185803"/>
                    </a:cubicBezTo>
                    <a:lnTo>
                      <a:pt x="153477" y="185803"/>
                    </a:lnTo>
                    <a:lnTo>
                      <a:pt x="153477" y="202667"/>
                    </a:lnTo>
                    <a:lnTo>
                      <a:pt x="95381" y="202667"/>
                    </a:lnTo>
                    <a:lnTo>
                      <a:pt x="95381" y="167242"/>
                    </a:lnTo>
                    <a:lnTo>
                      <a:pt x="99687" y="167242"/>
                    </a:lnTo>
                    <a:cubicBezTo>
                      <a:pt x="111104" y="167242"/>
                      <a:pt x="120400" y="157945"/>
                      <a:pt x="120400" y="146528"/>
                    </a:cubicBezTo>
                    <a:lnTo>
                      <a:pt x="120400" y="140787"/>
                    </a:lnTo>
                    <a:cubicBezTo>
                      <a:pt x="120400" y="138210"/>
                      <a:pt x="118313" y="136123"/>
                      <a:pt x="115703" y="136123"/>
                    </a:cubicBezTo>
                    <a:lnTo>
                      <a:pt x="109995" y="136123"/>
                    </a:lnTo>
                    <a:cubicBezTo>
                      <a:pt x="104286" y="136123"/>
                      <a:pt x="99132" y="138406"/>
                      <a:pt x="95381" y="142157"/>
                    </a:cubicBezTo>
                    <a:lnTo>
                      <a:pt x="95381" y="92379"/>
                    </a:lnTo>
                    <a:cubicBezTo>
                      <a:pt x="119454" y="90781"/>
                      <a:pt x="138537" y="70687"/>
                      <a:pt x="138537" y="46222"/>
                    </a:cubicBezTo>
                    <a:cubicBezTo>
                      <a:pt x="138537" y="20746"/>
                      <a:pt x="117823" y="0"/>
                      <a:pt x="92315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42" name="Google Shape;742;p44"/>
          <p:cNvGrpSpPr/>
          <p:nvPr/>
        </p:nvGrpSpPr>
        <p:grpSpPr>
          <a:xfrm>
            <a:off x="5975788" y="1185336"/>
            <a:ext cx="1686204" cy="1686204"/>
            <a:chOff x="6713825" y="472250"/>
            <a:chExt cx="2226600" cy="2226600"/>
          </a:xfrm>
        </p:grpSpPr>
        <p:sp>
          <p:nvSpPr>
            <p:cNvPr id="743" name="Google Shape;743;p44"/>
            <p:cNvSpPr/>
            <p:nvPr/>
          </p:nvSpPr>
          <p:spPr>
            <a:xfrm>
              <a:off x="6713825" y="472250"/>
              <a:ext cx="2226600" cy="2226600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44" name="Google Shape;744;p44"/>
            <p:cNvGrpSpPr/>
            <p:nvPr/>
          </p:nvGrpSpPr>
          <p:grpSpPr>
            <a:xfrm>
              <a:off x="7001823" y="774089"/>
              <a:ext cx="1650613" cy="1569413"/>
              <a:chOff x="1148200" y="238125"/>
              <a:chExt cx="5304025" cy="5219200"/>
            </a:xfrm>
          </p:grpSpPr>
          <p:sp>
            <p:nvSpPr>
              <p:cNvPr id="745" name="Google Shape;745;p44"/>
              <p:cNvSpPr/>
              <p:nvPr/>
            </p:nvSpPr>
            <p:spPr>
              <a:xfrm>
                <a:off x="1149025" y="2943725"/>
                <a:ext cx="2673225" cy="2435500"/>
              </a:xfrm>
              <a:custGeom>
                <a:avLst/>
                <a:gdLst/>
                <a:ahLst/>
                <a:cxnLst/>
                <a:rect l="l" t="t" r="r" b="b"/>
                <a:pathLst>
                  <a:path w="106929" h="97420" extrusionOk="0">
                    <a:moveTo>
                      <a:pt x="53464" y="1"/>
                    </a:moveTo>
                    <a:cubicBezTo>
                      <a:pt x="40995" y="1"/>
                      <a:pt x="28526" y="4755"/>
                      <a:pt x="19018" y="14264"/>
                    </a:cubicBezTo>
                    <a:cubicBezTo>
                      <a:pt x="0" y="33281"/>
                      <a:pt x="0" y="64139"/>
                      <a:pt x="19018" y="83157"/>
                    </a:cubicBezTo>
                    <a:cubicBezTo>
                      <a:pt x="28526" y="92665"/>
                      <a:pt x="40995" y="97420"/>
                      <a:pt x="53464" y="97420"/>
                    </a:cubicBezTo>
                    <a:cubicBezTo>
                      <a:pt x="65933" y="97420"/>
                      <a:pt x="78402" y="92665"/>
                      <a:pt x="87911" y="83157"/>
                    </a:cubicBezTo>
                    <a:cubicBezTo>
                      <a:pt x="106928" y="64139"/>
                      <a:pt x="106928" y="33281"/>
                      <a:pt x="87911" y="14264"/>
                    </a:cubicBezTo>
                    <a:cubicBezTo>
                      <a:pt x="78402" y="4755"/>
                      <a:pt x="65933" y="1"/>
                      <a:pt x="53464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6" name="Google Shape;746;p44"/>
              <p:cNvSpPr/>
              <p:nvPr/>
            </p:nvSpPr>
            <p:spPr>
              <a:xfrm>
                <a:off x="1918850" y="3334550"/>
                <a:ext cx="1136825" cy="1654650"/>
              </a:xfrm>
              <a:custGeom>
                <a:avLst/>
                <a:gdLst/>
                <a:ahLst/>
                <a:cxnLst/>
                <a:rect l="l" t="t" r="r" b="b"/>
                <a:pathLst>
                  <a:path w="45473" h="66186" extrusionOk="0">
                    <a:moveTo>
                      <a:pt x="31695" y="0"/>
                    </a:moveTo>
                    <a:cubicBezTo>
                      <a:pt x="31677" y="0"/>
                      <a:pt x="31659" y="0"/>
                      <a:pt x="31642" y="1"/>
                    </a:cubicBezTo>
                    <a:cubicBezTo>
                      <a:pt x="30696" y="33"/>
                      <a:pt x="29782" y="588"/>
                      <a:pt x="28934" y="1371"/>
                    </a:cubicBezTo>
                    <a:cubicBezTo>
                      <a:pt x="19964" y="9917"/>
                      <a:pt x="10961" y="18398"/>
                      <a:pt x="1958" y="26945"/>
                    </a:cubicBezTo>
                    <a:cubicBezTo>
                      <a:pt x="1" y="28804"/>
                      <a:pt x="262" y="31642"/>
                      <a:pt x="2578" y="33012"/>
                    </a:cubicBezTo>
                    <a:cubicBezTo>
                      <a:pt x="7536" y="36013"/>
                      <a:pt x="12592" y="38851"/>
                      <a:pt x="17615" y="41721"/>
                    </a:cubicBezTo>
                    <a:cubicBezTo>
                      <a:pt x="17909" y="41917"/>
                      <a:pt x="18072" y="42048"/>
                      <a:pt x="17909" y="42439"/>
                    </a:cubicBezTo>
                    <a:cubicBezTo>
                      <a:pt x="16245" y="46321"/>
                      <a:pt x="14647" y="50170"/>
                      <a:pt x="13048" y="54052"/>
                    </a:cubicBezTo>
                    <a:cubicBezTo>
                      <a:pt x="12037" y="56466"/>
                      <a:pt x="10993" y="58847"/>
                      <a:pt x="10080" y="61293"/>
                    </a:cubicBezTo>
                    <a:cubicBezTo>
                      <a:pt x="9395" y="63055"/>
                      <a:pt x="10211" y="64979"/>
                      <a:pt x="11907" y="65795"/>
                    </a:cubicBezTo>
                    <a:cubicBezTo>
                      <a:pt x="12438" y="66055"/>
                      <a:pt x="12966" y="66186"/>
                      <a:pt x="13491" y="66186"/>
                    </a:cubicBezTo>
                    <a:cubicBezTo>
                      <a:pt x="14480" y="66186"/>
                      <a:pt x="15461" y="65721"/>
                      <a:pt x="16441" y="64784"/>
                    </a:cubicBezTo>
                    <a:cubicBezTo>
                      <a:pt x="25444" y="56270"/>
                      <a:pt x="34447" y="47756"/>
                      <a:pt x="43418" y="39242"/>
                    </a:cubicBezTo>
                    <a:cubicBezTo>
                      <a:pt x="45473" y="37318"/>
                      <a:pt x="45081" y="34447"/>
                      <a:pt x="42635" y="33045"/>
                    </a:cubicBezTo>
                    <a:cubicBezTo>
                      <a:pt x="37676" y="30174"/>
                      <a:pt x="32718" y="27303"/>
                      <a:pt x="27760" y="24433"/>
                    </a:cubicBezTo>
                    <a:cubicBezTo>
                      <a:pt x="27466" y="24270"/>
                      <a:pt x="27336" y="24107"/>
                      <a:pt x="27499" y="23715"/>
                    </a:cubicBezTo>
                    <a:cubicBezTo>
                      <a:pt x="30141" y="17452"/>
                      <a:pt x="32849" y="11222"/>
                      <a:pt x="35328" y="4894"/>
                    </a:cubicBezTo>
                    <a:cubicBezTo>
                      <a:pt x="36235" y="2527"/>
                      <a:pt x="34438" y="0"/>
                      <a:pt x="31695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7" name="Google Shape;747;p44"/>
              <p:cNvSpPr/>
              <p:nvPr/>
            </p:nvSpPr>
            <p:spPr>
              <a:xfrm>
                <a:off x="3771650" y="316400"/>
                <a:ext cx="2678950" cy="2440600"/>
              </a:xfrm>
              <a:custGeom>
                <a:avLst/>
                <a:gdLst/>
                <a:ahLst/>
                <a:cxnLst/>
                <a:rect l="l" t="t" r="r" b="b"/>
                <a:pathLst>
                  <a:path w="107158" h="97624" extrusionOk="0">
                    <a:moveTo>
                      <a:pt x="53579" y="1"/>
                    </a:moveTo>
                    <a:cubicBezTo>
                      <a:pt x="41086" y="1"/>
                      <a:pt x="28592" y="4763"/>
                      <a:pt x="19051" y="14288"/>
                    </a:cubicBezTo>
                    <a:cubicBezTo>
                      <a:pt x="1" y="33338"/>
                      <a:pt x="1" y="64262"/>
                      <a:pt x="19051" y="83312"/>
                    </a:cubicBezTo>
                    <a:cubicBezTo>
                      <a:pt x="28592" y="92853"/>
                      <a:pt x="41086" y="97624"/>
                      <a:pt x="53579" y="97624"/>
                    </a:cubicBezTo>
                    <a:cubicBezTo>
                      <a:pt x="66072" y="97624"/>
                      <a:pt x="78566" y="92853"/>
                      <a:pt x="88107" y="83312"/>
                    </a:cubicBezTo>
                    <a:cubicBezTo>
                      <a:pt x="107157" y="64262"/>
                      <a:pt x="107157" y="33338"/>
                      <a:pt x="88107" y="14288"/>
                    </a:cubicBezTo>
                    <a:cubicBezTo>
                      <a:pt x="78566" y="4763"/>
                      <a:pt x="66072" y="1"/>
                      <a:pt x="53579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8" name="Google Shape;748;p44"/>
              <p:cNvSpPr/>
              <p:nvPr/>
            </p:nvSpPr>
            <p:spPr>
              <a:xfrm>
                <a:off x="4855450" y="315575"/>
                <a:ext cx="1458950" cy="1075175"/>
              </a:xfrm>
              <a:custGeom>
                <a:avLst/>
                <a:gdLst/>
                <a:ahLst/>
                <a:cxnLst/>
                <a:rect l="l" t="t" r="r" b="b"/>
                <a:pathLst>
                  <a:path w="58358" h="43007" extrusionOk="0">
                    <a:moveTo>
                      <a:pt x="10243" y="1"/>
                    </a:moveTo>
                    <a:cubicBezTo>
                      <a:pt x="6720" y="1"/>
                      <a:pt x="3295" y="392"/>
                      <a:pt x="1" y="1110"/>
                    </a:cubicBezTo>
                    <a:cubicBezTo>
                      <a:pt x="947" y="5024"/>
                      <a:pt x="1958" y="9624"/>
                      <a:pt x="2839" y="15071"/>
                    </a:cubicBezTo>
                    <a:cubicBezTo>
                      <a:pt x="4306" y="23944"/>
                      <a:pt x="4926" y="31479"/>
                      <a:pt x="9167" y="32849"/>
                    </a:cubicBezTo>
                    <a:cubicBezTo>
                      <a:pt x="9582" y="32981"/>
                      <a:pt x="9989" y="33039"/>
                      <a:pt x="10392" y="33039"/>
                    </a:cubicBezTo>
                    <a:cubicBezTo>
                      <a:pt x="13632" y="33039"/>
                      <a:pt x="16583" y="29251"/>
                      <a:pt x="20904" y="29251"/>
                    </a:cubicBezTo>
                    <a:cubicBezTo>
                      <a:pt x="21368" y="29251"/>
                      <a:pt x="21848" y="29295"/>
                      <a:pt x="22345" y="29391"/>
                    </a:cubicBezTo>
                    <a:cubicBezTo>
                      <a:pt x="27140" y="30337"/>
                      <a:pt x="27825" y="35067"/>
                      <a:pt x="32099" y="38590"/>
                    </a:cubicBezTo>
                    <a:cubicBezTo>
                      <a:pt x="35525" y="41401"/>
                      <a:pt x="40735" y="43007"/>
                      <a:pt x="46388" y="43007"/>
                    </a:cubicBezTo>
                    <a:cubicBezTo>
                      <a:pt x="50314" y="43007"/>
                      <a:pt x="54454" y="42232"/>
                      <a:pt x="58358" y="40547"/>
                    </a:cubicBezTo>
                    <a:cubicBezTo>
                      <a:pt x="54411" y="17518"/>
                      <a:pt x="34382" y="1"/>
                      <a:pt x="10243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49" name="Google Shape;749;p44"/>
              <p:cNvSpPr/>
              <p:nvPr/>
            </p:nvSpPr>
            <p:spPr>
              <a:xfrm>
                <a:off x="3891525" y="815475"/>
                <a:ext cx="614100" cy="1559275"/>
              </a:xfrm>
              <a:custGeom>
                <a:avLst/>
                <a:gdLst/>
                <a:ahLst/>
                <a:cxnLst/>
                <a:rect l="l" t="t" r="r" b="b"/>
                <a:pathLst>
                  <a:path w="24564" h="62371" extrusionOk="0">
                    <a:moveTo>
                      <a:pt x="9396" y="1"/>
                    </a:moveTo>
                    <a:cubicBezTo>
                      <a:pt x="3491" y="8091"/>
                      <a:pt x="1" y="18040"/>
                      <a:pt x="1" y="28837"/>
                    </a:cubicBezTo>
                    <a:cubicBezTo>
                      <a:pt x="1" y="41820"/>
                      <a:pt x="5057" y="53628"/>
                      <a:pt x="13343" y="62370"/>
                    </a:cubicBezTo>
                    <a:cubicBezTo>
                      <a:pt x="19475" y="58293"/>
                      <a:pt x="23879" y="51736"/>
                      <a:pt x="24270" y="45864"/>
                    </a:cubicBezTo>
                    <a:cubicBezTo>
                      <a:pt x="24564" y="41950"/>
                      <a:pt x="22835" y="41591"/>
                      <a:pt x="21367" y="33795"/>
                    </a:cubicBezTo>
                    <a:cubicBezTo>
                      <a:pt x="19116" y="22150"/>
                      <a:pt x="22117" y="18627"/>
                      <a:pt x="20258" y="12625"/>
                    </a:cubicBezTo>
                    <a:cubicBezTo>
                      <a:pt x="18725" y="7667"/>
                      <a:pt x="14517" y="3067"/>
                      <a:pt x="939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0" name="Google Shape;750;p44"/>
              <p:cNvSpPr/>
              <p:nvPr/>
            </p:nvSpPr>
            <p:spPr>
              <a:xfrm>
                <a:off x="4698075" y="1811825"/>
                <a:ext cx="1321925" cy="944575"/>
              </a:xfrm>
              <a:custGeom>
                <a:avLst/>
                <a:gdLst/>
                <a:ahLst/>
                <a:cxnLst/>
                <a:rect l="l" t="t" r="r" b="b"/>
                <a:pathLst>
                  <a:path w="52877" h="37783" extrusionOk="0">
                    <a:moveTo>
                      <a:pt x="25634" y="1"/>
                    </a:moveTo>
                    <a:cubicBezTo>
                      <a:pt x="24759" y="1"/>
                      <a:pt x="23928" y="164"/>
                      <a:pt x="23160" y="530"/>
                    </a:cubicBezTo>
                    <a:cubicBezTo>
                      <a:pt x="18724" y="2651"/>
                      <a:pt x="20909" y="9435"/>
                      <a:pt x="17028" y="18243"/>
                    </a:cubicBezTo>
                    <a:cubicBezTo>
                      <a:pt x="13015" y="27376"/>
                      <a:pt x="5448" y="31943"/>
                      <a:pt x="0" y="34912"/>
                    </a:cubicBezTo>
                    <a:cubicBezTo>
                      <a:pt x="5154" y="36771"/>
                      <a:pt x="10732" y="37782"/>
                      <a:pt x="16538" y="37782"/>
                    </a:cubicBezTo>
                    <a:cubicBezTo>
                      <a:pt x="30956" y="37782"/>
                      <a:pt x="43939" y="31552"/>
                      <a:pt x="52877" y="21603"/>
                    </a:cubicBezTo>
                    <a:cubicBezTo>
                      <a:pt x="49582" y="16742"/>
                      <a:pt x="44689" y="12273"/>
                      <a:pt x="41884" y="9729"/>
                    </a:cubicBezTo>
                    <a:cubicBezTo>
                      <a:pt x="38555" y="6682"/>
                      <a:pt x="31226" y="1"/>
                      <a:pt x="256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1" name="Google Shape;751;p44"/>
              <p:cNvSpPr/>
              <p:nvPr/>
            </p:nvSpPr>
            <p:spPr>
              <a:xfrm>
                <a:off x="4097850" y="3080675"/>
                <a:ext cx="2329900" cy="2299200"/>
              </a:xfrm>
              <a:custGeom>
                <a:avLst/>
                <a:gdLst/>
                <a:ahLst/>
                <a:cxnLst/>
                <a:rect l="l" t="t" r="r" b="b"/>
                <a:pathLst>
                  <a:path w="93196" h="91968" extrusionOk="0">
                    <a:moveTo>
                      <a:pt x="86887" y="0"/>
                    </a:moveTo>
                    <a:cubicBezTo>
                      <a:pt x="86034" y="0"/>
                      <a:pt x="85178" y="508"/>
                      <a:pt x="84943" y="1544"/>
                    </a:cubicBezTo>
                    <a:cubicBezTo>
                      <a:pt x="79104" y="27085"/>
                      <a:pt x="58195" y="47505"/>
                      <a:pt x="31022" y="51681"/>
                    </a:cubicBezTo>
                    <a:cubicBezTo>
                      <a:pt x="30923" y="51696"/>
                      <a:pt x="30825" y="51703"/>
                      <a:pt x="30728" y="51703"/>
                    </a:cubicBezTo>
                    <a:cubicBezTo>
                      <a:pt x="29773" y="51703"/>
                      <a:pt x="28955" y="50995"/>
                      <a:pt x="28837" y="50017"/>
                    </a:cubicBezTo>
                    <a:lnTo>
                      <a:pt x="27238" y="37002"/>
                    </a:lnTo>
                    <a:cubicBezTo>
                      <a:pt x="27096" y="35946"/>
                      <a:pt x="26209" y="35320"/>
                      <a:pt x="25307" y="35320"/>
                    </a:cubicBezTo>
                    <a:cubicBezTo>
                      <a:pt x="24760" y="35320"/>
                      <a:pt x="24208" y="35551"/>
                      <a:pt x="23813" y="36056"/>
                    </a:cubicBezTo>
                    <a:lnTo>
                      <a:pt x="653" y="65707"/>
                    </a:lnTo>
                    <a:cubicBezTo>
                      <a:pt x="1" y="66523"/>
                      <a:pt x="164" y="67730"/>
                      <a:pt x="979" y="68382"/>
                    </a:cubicBezTo>
                    <a:lnTo>
                      <a:pt x="30631" y="91542"/>
                    </a:lnTo>
                    <a:cubicBezTo>
                      <a:pt x="30997" y="91837"/>
                      <a:pt x="31409" y="91968"/>
                      <a:pt x="31811" y="91968"/>
                    </a:cubicBezTo>
                    <a:cubicBezTo>
                      <a:pt x="32876" y="91968"/>
                      <a:pt x="33863" y="91045"/>
                      <a:pt x="33697" y="89813"/>
                    </a:cubicBezTo>
                    <a:lnTo>
                      <a:pt x="32099" y="76700"/>
                    </a:lnTo>
                    <a:cubicBezTo>
                      <a:pt x="31968" y="75656"/>
                      <a:pt x="32686" y="74710"/>
                      <a:pt x="33730" y="74580"/>
                    </a:cubicBezTo>
                    <a:cubicBezTo>
                      <a:pt x="68633" y="69295"/>
                      <a:pt x="93196" y="37132"/>
                      <a:pt x="88890" y="1838"/>
                    </a:cubicBezTo>
                    <a:cubicBezTo>
                      <a:pt x="88890" y="1805"/>
                      <a:pt x="88857" y="1772"/>
                      <a:pt x="88857" y="1740"/>
                    </a:cubicBezTo>
                    <a:cubicBezTo>
                      <a:pt x="88722" y="589"/>
                      <a:pt x="87806" y="0"/>
                      <a:pt x="8688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2" name="Google Shape;752;p44"/>
              <p:cNvSpPr/>
              <p:nvPr/>
            </p:nvSpPr>
            <p:spPr>
              <a:xfrm>
                <a:off x="1172675" y="315550"/>
                <a:ext cx="2329900" cy="2299200"/>
              </a:xfrm>
              <a:custGeom>
                <a:avLst/>
                <a:gdLst/>
                <a:ahLst/>
                <a:cxnLst/>
                <a:rect l="l" t="t" r="r" b="b"/>
                <a:pathLst>
                  <a:path w="93196" h="91968" extrusionOk="0">
                    <a:moveTo>
                      <a:pt x="61386" y="0"/>
                    </a:moveTo>
                    <a:cubicBezTo>
                      <a:pt x="60320" y="0"/>
                      <a:pt x="59333" y="923"/>
                      <a:pt x="59499" y="2155"/>
                    </a:cubicBezTo>
                    <a:lnTo>
                      <a:pt x="61097" y="15268"/>
                    </a:lnTo>
                    <a:cubicBezTo>
                      <a:pt x="61228" y="16312"/>
                      <a:pt x="60510" y="17258"/>
                      <a:pt x="59466" y="17388"/>
                    </a:cubicBezTo>
                    <a:cubicBezTo>
                      <a:pt x="24563" y="22673"/>
                      <a:pt x="0" y="54836"/>
                      <a:pt x="4306" y="90131"/>
                    </a:cubicBezTo>
                    <a:cubicBezTo>
                      <a:pt x="4306" y="90163"/>
                      <a:pt x="4339" y="90196"/>
                      <a:pt x="4339" y="90228"/>
                    </a:cubicBezTo>
                    <a:cubicBezTo>
                      <a:pt x="4474" y="91379"/>
                      <a:pt x="5390" y="91968"/>
                      <a:pt x="6309" y="91968"/>
                    </a:cubicBezTo>
                    <a:cubicBezTo>
                      <a:pt x="7162" y="91968"/>
                      <a:pt x="8018" y="91460"/>
                      <a:pt x="8253" y="90424"/>
                    </a:cubicBezTo>
                    <a:cubicBezTo>
                      <a:pt x="14092" y="64883"/>
                      <a:pt x="35001" y="44463"/>
                      <a:pt x="62174" y="40287"/>
                    </a:cubicBezTo>
                    <a:cubicBezTo>
                      <a:pt x="62273" y="40272"/>
                      <a:pt x="62371" y="40265"/>
                      <a:pt x="62468" y="40265"/>
                    </a:cubicBezTo>
                    <a:cubicBezTo>
                      <a:pt x="63423" y="40265"/>
                      <a:pt x="64241" y="40974"/>
                      <a:pt x="64359" y="41951"/>
                    </a:cubicBezTo>
                    <a:lnTo>
                      <a:pt x="65958" y="54966"/>
                    </a:lnTo>
                    <a:cubicBezTo>
                      <a:pt x="66100" y="56022"/>
                      <a:pt x="66987" y="56648"/>
                      <a:pt x="67889" y="56648"/>
                    </a:cubicBezTo>
                    <a:cubicBezTo>
                      <a:pt x="68436" y="56648"/>
                      <a:pt x="68989" y="56417"/>
                      <a:pt x="69383" y="55912"/>
                    </a:cubicBezTo>
                    <a:lnTo>
                      <a:pt x="92543" y="26261"/>
                    </a:lnTo>
                    <a:cubicBezTo>
                      <a:pt x="93195" y="25445"/>
                      <a:pt x="93032" y="24238"/>
                      <a:pt x="92217" y="23586"/>
                    </a:cubicBezTo>
                    <a:lnTo>
                      <a:pt x="62565" y="426"/>
                    </a:lnTo>
                    <a:cubicBezTo>
                      <a:pt x="62199" y="131"/>
                      <a:pt x="61787" y="0"/>
                      <a:pt x="6138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3" name="Google Shape;753;p44"/>
              <p:cNvSpPr/>
              <p:nvPr/>
            </p:nvSpPr>
            <p:spPr>
              <a:xfrm>
                <a:off x="1148200" y="238125"/>
                <a:ext cx="5304025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212161" h="208768" extrusionOk="0">
                    <a:moveTo>
                      <a:pt x="119977" y="27303"/>
                    </a:moveTo>
                    <a:cubicBezTo>
                      <a:pt x="123467" y="29978"/>
                      <a:pt x="126077" y="33305"/>
                      <a:pt x="127088" y="36599"/>
                    </a:cubicBezTo>
                    <a:cubicBezTo>
                      <a:pt x="127773" y="38818"/>
                      <a:pt x="127610" y="40677"/>
                      <a:pt x="127414" y="43254"/>
                    </a:cubicBezTo>
                    <a:cubicBezTo>
                      <a:pt x="127153" y="46614"/>
                      <a:pt x="126827" y="50789"/>
                      <a:pt x="128099" y="57444"/>
                    </a:cubicBezTo>
                    <a:cubicBezTo>
                      <a:pt x="128849" y="61391"/>
                      <a:pt x="129665" y="63609"/>
                      <a:pt x="130285" y="65207"/>
                    </a:cubicBezTo>
                    <a:cubicBezTo>
                      <a:pt x="130839" y="66740"/>
                      <a:pt x="131067" y="67327"/>
                      <a:pt x="130970" y="68730"/>
                    </a:cubicBezTo>
                    <a:cubicBezTo>
                      <a:pt x="130676" y="72971"/>
                      <a:pt x="127773" y="77766"/>
                      <a:pt x="123500" y="81321"/>
                    </a:cubicBezTo>
                    <a:cubicBezTo>
                      <a:pt x="116813" y="73362"/>
                      <a:pt x="112768" y="63087"/>
                      <a:pt x="112768" y="51898"/>
                    </a:cubicBezTo>
                    <a:cubicBezTo>
                      <a:pt x="112768" y="42863"/>
                      <a:pt x="115410" y="34414"/>
                      <a:pt x="119977" y="27303"/>
                    </a:cubicBezTo>
                    <a:close/>
                    <a:moveTo>
                      <a:pt x="63805" y="7568"/>
                    </a:moveTo>
                    <a:lnTo>
                      <a:pt x="90390" y="28347"/>
                    </a:lnTo>
                    <a:lnTo>
                      <a:pt x="69644" y="54932"/>
                    </a:lnTo>
                    <a:lnTo>
                      <a:pt x="68372" y="44657"/>
                    </a:lnTo>
                    <a:cubicBezTo>
                      <a:pt x="68209" y="43319"/>
                      <a:pt x="67491" y="42112"/>
                      <a:pt x="66447" y="41297"/>
                    </a:cubicBezTo>
                    <a:cubicBezTo>
                      <a:pt x="65585" y="40643"/>
                      <a:pt x="64534" y="40283"/>
                      <a:pt x="63463" y="40283"/>
                    </a:cubicBezTo>
                    <a:cubicBezTo>
                      <a:pt x="63197" y="40283"/>
                      <a:pt x="62929" y="40305"/>
                      <a:pt x="62664" y="40351"/>
                    </a:cubicBezTo>
                    <a:cubicBezTo>
                      <a:pt x="48865" y="42438"/>
                      <a:pt x="36209" y="48636"/>
                      <a:pt x="26064" y="58194"/>
                    </a:cubicBezTo>
                    <a:cubicBezTo>
                      <a:pt x="17615" y="66186"/>
                      <a:pt x="11385" y="76037"/>
                      <a:pt x="7830" y="86965"/>
                    </a:cubicBezTo>
                    <a:cubicBezTo>
                      <a:pt x="7438" y="72742"/>
                      <a:pt x="11842" y="58879"/>
                      <a:pt x="20551" y="47429"/>
                    </a:cubicBezTo>
                    <a:cubicBezTo>
                      <a:pt x="30435" y="34414"/>
                      <a:pt x="44755" y="25933"/>
                      <a:pt x="60902" y="23486"/>
                    </a:cubicBezTo>
                    <a:cubicBezTo>
                      <a:pt x="63577" y="23095"/>
                      <a:pt x="65436" y="20648"/>
                      <a:pt x="65077" y="17974"/>
                    </a:cubicBezTo>
                    <a:lnTo>
                      <a:pt x="63805" y="7568"/>
                    </a:lnTo>
                    <a:close/>
                    <a:moveTo>
                      <a:pt x="146040" y="7861"/>
                    </a:moveTo>
                    <a:cubicBezTo>
                      <a:pt x="146823" y="11352"/>
                      <a:pt x="147540" y="14907"/>
                      <a:pt x="148128" y="18626"/>
                    </a:cubicBezTo>
                    <a:cubicBezTo>
                      <a:pt x="148323" y="19702"/>
                      <a:pt x="148486" y="20746"/>
                      <a:pt x="148649" y="21790"/>
                    </a:cubicBezTo>
                    <a:cubicBezTo>
                      <a:pt x="149922" y="29978"/>
                      <a:pt x="151031" y="37056"/>
                      <a:pt x="156543" y="38818"/>
                    </a:cubicBezTo>
                    <a:cubicBezTo>
                      <a:pt x="157295" y="39061"/>
                      <a:pt x="158020" y="39164"/>
                      <a:pt x="158717" y="39164"/>
                    </a:cubicBezTo>
                    <a:cubicBezTo>
                      <a:pt x="161018" y="39164"/>
                      <a:pt x="163021" y="38040"/>
                      <a:pt x="164698" y="37089"/>
                    </a:cubicBezTo>
                    <a:cubicBezTo>
                      <a:pt x="166305" y="36175"/>
                      <a:pt x="167723" y="35378"/>
                      <a:pt x="169253" y="35378"/>
                    </a:cubicBezTo>
                    <a:cubicBezTo>
                      <a:pt x="169525" y="35378"/>
                      <a:pt x="169800" y="35404"/>
                      <a:pt x="170081" y="35458"/>
                    </a:cubicBezTo>
                    <a:cubicBezTo>
                      <a:pt x="171712" y="35784"/>
                      <a:pt x="172527" y="36828"/>
                      <a:pt x="174060" y="38981"/>
                    </a:cubicBezTo>
                    <a:cubicBezTo>
                      <a:pt x="175202" y="40579"/>
                      <a:pt x="176474" y="42373"/>
                      <a:pt x="178497" y="44004"/>
                    </a:cubicBezTo>
                    <a:cubicBezTo>
                      <a:pt x="182574" y="47364"/>
                      <a:pt x="188478" y="49093"/>
                      <a:pt x="194709" y="49093"/>
                    </a:cubicBezTo>
                    <a:cubicBezTo>
                      <a:pt x="197840" y="49093"/>
                      <a:pt x="201070" y="48669"/>
                      <a:pt x="204136" y="47755"/>
                    </a:cubicBezTo>
                    <a:cubicBezTo>
                      <a:pt x="204266" y="49126"/>
                      <a:pt x="204332" y="50496"/>
                      <a:pt x="204332" y="51898"/>
                    </a:cubicBezTo>
                    <a:cubicBezTo>
                      <a:pt x="204332" y="62304"/>
                      <a:pt x="200874" y="71894"/>
                      <a:pt x="195002" y="79592"/>
                    </a:cubicBezTo>
                    <a:cubicBezTo>
                      <a:pt x="191838" y="75743"/>
                      <a:pt x="188185" y="72383"/>
                      <a:pt x="185967" y="70394"/>
                    </a:cubicBezTo>
                    <a:cubicBezTo>
                      <a:pt x="181999" y="66782"/>
                      <a:pt x="174429" y="59866"/>
                      <a:pt x="167645" y="59866"/>
                    </a:cubicBezTo>
                    <a:cubicBezTo>
                      <a:pt x="166341" y="59866"/>
                      <a:pt x="165065" y="60122"/>
                      <a:pt x="163850" y="60706"/>
                    </a:cubicBezTo>
                    <a:cubicBezTo>
                      <a:pt x="159936" y="62598"/>
                      <a:pt x="159316" y="66447"/>
                      <a:pt x="158696" y="70524"/>
                    </a:cubicBezTo>
                    <a:cubicBezTo>
                      <a:pt x="158272" y="73297"/>
                      <a:pt x="157783" y="76461"/>
                      <a:pt x="156250" y="79951"/>
                    </a:cubicBezTo>
                    <a:cubicBezTo>
                      <a:pt x="153086" y="87128"/>
                      <a:pt x="147508" y="91238"/>
                      <a:pt x="141767" y="94500"/>
                    </a:cubicBezTo>
                    <a:cubicBezTo>
                      <a:pt x="136548" y="92445"/>
                      <a:pt x="131818" y="89444"/>
                      <a:pt x="127773" y="85758"/>
                    </a:cubicBezTo>
                    <a:cubicBezTo>
                      <a:pt x="133122" y="81158"/>
                      <a:pt x="136678" y="74928"/>
                      <a:pt x="137069" y="69154"/>
                    </a:cubicBezTo>
                    <a:cubicBezTo>
                      <a:pt x="137265" y="66447"/>
                      <a:pt x="136678" y="64881"/>
                      <a:pt x="135993" y="63054"/>
                    </a:cubicBezTo>
                    <a:cubicBezTo>
                      <a:pt x="135438" y="61586"/>
                      <a:pt x="134753" y="59760"/>
                      <a:pt x="134101" y="56302"/>
                    </a:cubicBezTo>
                    <a:cubicBezTo>
                      <a:pt x="132992" y="50463"/>
                      <a:pt x="133253" y="46875"/>
                      <a:pt x="133514" y="43711"/>
                    </a:cubicBezTo>
                    <a:cubicBezTo>
                      <a:pt x="133742" y="40840"/>
                      <a:pt x="133971" y="38133"/>
                      <a:pt x="132927" y="34773"/>
                    </a:cubicBezTo>
                    <a:cubicBezTo>
                      <a:pt x="131524" y="30206"/>
                      <a:pt x="128164" y="25835"/>
                      <a:pt x="123597" y="22377"/>
                    </a:cubicBezTo>
                    <a:cubicBezTo>
                      <a:pt x="129404" y="15527"/>
                      <a:pt x="137167" y="10373"/>
                      <a:pt x="146040" y="7861"/>
                    </a:cubicBezTo>
                    <a:close/>
                    <a:moveTo>
                      <a:pt x="167764" y="65962"/>
                    </a:moveTo>
                    <a:cubicBezTo>
                      <a:pt x="171250" y="65962"/>
                      <a:pt x="177216" y="70662"/>
                      <a:pt x="181857" y="74928"/>
                    </a:cubicBezTo>
                    <a:cubicBezTo>
                      <a:pt x="184075" y="76950"/>
                      <a:pt x="187924" y="80441"/>
                      <a:pt x="190925" y="84257"/>
                    </a:cubicBezTo>
                    <a:cubicBezTo>
                      <a:pt x="182607" y="92543"/>
                      <a:pt x="171190" y="97696"/>
                      <a:pt x="158566" y="97696"/>
                    </a:cubicBezTo>
                    <a:cubicBezTo>
                      <a:pt x="155500" y="97696"/>
                      <a:pt x="152531" y="97370"/>
                      <a:pt x="149628" y="96816"/>
                    </a:cubicBezTo>
                    <a:cubicBezTo>
                      <a:pt x="153934" y="93815"/>
                      <a:pt x="158827" y="89281"/>
                      <a:pt x="161861" y="82398"/>
                    </a:cubicBezTo>
                    <a:cubicBezTo>
                      <a:pt x="163720" y="78190"/>
                      <a:pt x="164274" y="74439"/>
                      <a:pt x="164731" y="71438"/>
                    </a:cubicBezTo>
                    <a:cubicBezTo>
                      <a:pt x="165253" y="68078"/>
                      <a:pt x="165579" y="66675"/>
                      <a:pt x="166525" y="66218"/>
                    </a:cubicBezTo>
                    <a:cubicBezTo>
                      <a:pt x="166889" y="66044"/>
                      <a:pt x="167305" y="65962"/>
                      <a:pt x="167764" y="65962"/>
                    </a:cubicBezTo>
                    <a:close/>
                    <a:moveTo>
                      <a:pt x="62364" y="8"/>
                    </a:moveTo>
                    <a:cubicBezTo>
                      <a:pt x="61517" y="8"/>
                      <a:pt x="60663" y="223"/>
                      <a:pt x="59891" y="652"/>
                    </a:cubicBezTo>
                    <a:cubicBezTo>
                      <a:pt x="58129" y="1664"/>
                      <a:pt x="57151" y="3588"/>
                      <a:pt x="57412" y="5578"/>
                    </a:cubicBezTo>
                    <a:lnTo>
                      <a:pt x="58880" y="17615"/>
                    </a:lnTo>
                    <a:cubicBezTo>
                      <a:pt x="41624" y="20518"/>
                      <a:pt x="26325" y="29749"/>
                      <a:pt x="15691" y="43743"/>
                    </a:cubicBezTo>
                    <a:cubicBezTo>
                      <a:pt x="4796" y="58063"/>
                      <a:pt x="1" y="75841"/>
                      <a:pt x="2219" y="93717"/>
                    </a:cubicBezTo>
                    <a:cubicBezTo>
                      <a:pt x="2545" y="96163"/>
                      <a:pt x="4502" y="97990"/>
                      <a:pt x="6981" y="98121"/>
                    </a:cubicBezTo>
                    <a:cubicBezTo>
                      <a:pt x="7074" y="98125"/>
                      <a:pt x="7166" y="98128"/>
                      <a:pt x="7258" y="98128"/>
                    </a:cubicBezTo>
                    <a:cubicBezTo>
                      <a:pt x="9619" y="98128"/>
                      <a:pt x="11635" y="96529"/>
                      <a:pt x="12201" y="94174"/>
                    </a:cubicBezTo>
                    <a:cubicBezTo>
                      <a:pt x="14941" y="82104"/>
                      <a:pt x="21204" y="71177"/>
                      <a:pt x="30272" y="62630"/>
                    </a:cubicBezTo>
                    <a:cubicBezTo>
                      <a:pt x="39210" y="54182"/>
                      <a:pt x="50333" y="48669"/>
                      <a:pt x="62435" y="46581"/>
                    </a:cubicBezTo>
                    <a:lnTo>
                      <a:pt x="63903" y="58390"/>
                    </a:lnTo>
                    <a:cubicBezTo>
                      <a:pt x="64131" y="60412"/>
                      <a:pt x="65567" y="62043"/>
                      <a:pt x="67491" y="62598"/>
                    </a:cubicBezTo>
                    <a:cubicBezTo>
                      <a:pt x="67943" y="62725"/>
                      <a:pt x="68399" y="62787"/>
                      <a:pt x="68851" y="62787"/>
                    </a:cubicBezTo>
                    <a:cubicBezTo>
                      <a:pt x="70355" y="62787"/>
                      <a:pt x="71797" y="62098"/>
                      <a:pt x="72776" y="60869"/>
                    </a:cubicBezTo>
                    <a:lnTo>
                      <a:pt x="95936" y="31217"/>
                    </a:lnTo>
                    <a:cubicBezTo>
                      <a:pt x="96751" y="30173"/>
                      <a:pt x="97110" y="28869"/>
                      <a:pt x="96947" y="27531"/>
                    </a:cubicBezTo>
                    <a:cubicBezTo>
                      <a:pt x="96784" y="26226"/>
                      <a:pt x="96099" y="25052"/>
                      <a:pt x="95055" y="24237"/>
                    </a:cubicBezTo>
                    <a:lnTo>
                      <a:pt x="65404" y="1076"/>
                    </a:lnTo>
                    <a:cubicBezTo>
                      <a:pt x="64524" y="362"/>
                      <a:pt x="63449" y="8"/>
                      <a:pt x="62364" y="8"/>
                    </a:cubicBezTo>
                    <a:close/>
                    <a:moveTo>
                      <a:pt x="158566" y="0"/>
                    </a:moveTo>
                    <a:cubicBezTo>
                      <a:pt x="129926" y="0"/>
                      <a:pt x="106668" y="23747"/>
                      <a:pt x="106668" y="51898"/>
                    </a:cubicBezTo>
                    <a:cubicBezTo>
                      <a:pt x="106668" y="80310"/>
                      <a:pt x="130774" y="103796"/>
                      <a:pt x="158566" y="103796"/>
                    </a:cubicBezTo>
                    <a:cubicBezTo>
                      <a:pt x="187206" y="103796"/>
                      <a:pt x="210464" y="80277"/>
                      <a:pt x="210464" y="51898"/>
                    </a:cubicBezTo>
                    <a:cubicBezTo>
                      <a:pt x="210464" y="31707"/>
                      <a:pt x="198558" y="13015"/>
                      <a:pt x="179965" y="4599"/>
                    </a:cubicBezTo>
                    <a:cubicBezTo>
                      <a:pt x="179561" y="4419"/>
                      <a:pt x="179137" y="4334"/>
                      <a:pt x="178719" y="4334"/>
                    </a:cubicBezTo>
                    <a:cubicBezTo>
                      <a:pt x="177549" y="4334"/>
                      <a:pt x="176424" y="5003"/>
                      <a:pt x="175920" y="6133"/>
                    </a:cubicBezTo>
                    <a:cubicBezTo>
                      <a:pt x="175202" y="7666"/>
                      <a:pt x="175887" y="9492"/>
                      <a:pt x="177420" y="10177"/>
                    </a:cubicBezTo>
                    <a:cubicBezTo>
                      <a:pt x="190599" y="16147"/>
                      <a:pt x="200026" y="27923"/>
                      <a:pt x="203190" y="41656"/>
                    </a:cubicBezTo>
                    <a:cubicBezTo>
                      <a:pt x="200400" y="42553"/>
                      <a:pt x="197462" y="42995"/>
                      <a:pt x="194628" y="42995"/>
                    </a:cubicBezTo>
                    <a:cubicBezTo>
                      <a:pt x="189840" y="42995"/>
                      <a:pt x="185350" y="41733"/>
                      <a:pt x="182378" y="39274"/>
                    </a:cubicBezTo>
                    <a:cubicBezTo>
                      <a:pt x="180976" y="38165"/>
                      <a:pt x="180062" y="36828"/>
                      <a:pt x="179051" y="35425"/>
                    </a:cubicBezTo>
                    <a:cubicBezTo>
                      <a:pt x="177322" y="33011"/>
                      <a:pt x="175365" y="30271"/>
                      <a:pt x="171255" y="29456"/>
                    </a:cubicBezTo>
                    <a:cubicBezTo>
                      <a:pt x="170567" y="29324"/>
                      <a:pt x="169904" y="29265"/>
                      <a:pt x="169267" y="29265"/>
                    </a:cubicBezTo>
                    <a:cubicBezTo>
                      <a:pt x="166133" y="29265"/>
                      <a:pt x="163622" y="30687"/>
                      <a:pt x="161697" y="31772"/>
                    </a:cubicBezTo>
                    <a:cubicBezTo>
                      <a:pt x="160324" y="32556"/>
                      <a:pt x="159360" y="33052"/>
                      <a:pt x="158702" y="33052"/>
                    </a:cubicBezTo>
                    <a:cubicBezTo>
                      <a:pt x="158594" y="33052"/>
                      <a:pt x="158495" y="33039"/>
                      <a:pt x="158403" y="33011"/>
                    </a:cubicBezTo>
                    <a:cubicBezTo>
                      <a:pt x="156478" y="32392"/>
                      <a:pt x="155532" y="26259"/>
                      <a:pt x="154684" y="20844"/>
                    </a:cubicBezTo>
                    <a:cubicBezTo>
                      <a:pt x="153934" y="16082"/>
                      <a:pt x="153053" y="11156"/>
                      <a:pt x="152009" y="6589"/>
                    </a:cubicBezTo>
                    <a:cubicBezTo>
                      <a:pt x="154162" y="6296"/>
                      <a:pt x="156348" y="6133"/>
                      <a:pt x="158566" y="6133"/>
                    </a:cubicBezTo>
                    <a:cubicBezTo>
                      <a:pt x="161306" y="6133"/>
                      <a:pt x="164079" y="6361"/>
                      <a:pt x="166754" y="6850"/>
                    </a:cubicBezTo>
                    <a:cubicBezTo>
                      <a:pt x="166934" y="6882"/>
                      <a:pt x="167113" y="6897"/>
                      <a:pt x="167290" y="6897"/>
                    </a:cubicBezTo>
                    <a:cubicBezTo>
                      <a:pt x="168748" y="6897"/>
                      <a:pt x="170047" y="5855"/>
                      <a:pt x="170309" y="4371"/>
                    </a:cubicBezTo>
                    <a:cubicBezTo>
                      <a:pt x="170603" y="2707"/>
                      <a:pt x="169494" y="1142"/>
                      <a:pt x="167830" y="815"/>
                    </a:cubicBezTo>
                    <a:cubicBezTo>
                      <a:pt x="164796" y="294"/>
                      <a:pt x="161665" y="0"/>
                      <a:pt x="158566" y="0"/>
                    </a:cubicBezTo>
                    <a:close/>
                    <a:moveTo>
                      <a:pt x="62566" y="126924"/>
                    </a:moveTo>
                    <a:cubicBezTo>
                      <a:pt x="63153" y="126957"/>
                      <a:pt x="63414" y="127315"/>
                      <a:pt x="63283" y="127642"/>
                    </a:cubicBezTo>
                    <a:cubicBezTo>
                      <a:pt x="60804" y="133937"/>
                      <a:pt x="58097" y="140233"/>
                      <a:pt x="55487" y="146398"/>
                    </a:cubicBezTo>
                    <a:cubicBezTo>
                      <a:pt x="54737" y="148159"/>
                      <a:pt x="55357" y="149986"/>
                      <a:pt x="57053" y="150965"/>
                    </a:cubicBezTo>
                    <a:cubicBezTo>
                      <a:pt x="59075" y="152139"/>
                      <a:pt x="61098" y="153313"/>
                      <a:pt x="63120" y="154488"/>
                    </a:cubicBezTo>
                    <a:cubicBezTo>
                      <a:pt x="66056" y="156184"/>
                      <a:pt x="68992" y="157880"/>
                      <a:pt x="71928" y="159576"/>
                    </a:cubicBezTo>
                    <a:cubicBezTo>
                      <a:pt x="72254" y="159772"/>
                      <a:pt x="72482" y="160000"/>
                      <a:pt x="72482" y="160229"/>
                    </a:cubicBezTo>
                    <a:cubicBezTo>
                      <a:pt x="72515" y="160424"/>
                      <a:pt x="72384" y="160653"/>
                      <a:pt x="72123" y="160914"/>
                    </a:cubicBezTo>
                    <a:cubicBezTo>
                      <a:pt x="64849" y="167797"/>
                      <a:pt x="57575" y="174712"/>
                      <a:pt x="50268" y="181595"/>
                    </a:cubicBezTo>
                    <a:lnTo>
                      <a:pt x="45147" y="186455"/>
                    </a:lnTo>
                    <a:cubicBezTo>
                      <a:pt x="44683" y="186898"/>
                      <a:pt x="44437" y="187014"/>
                      <a:pt x="44268" y="187014"/>
                    </a:cubicBezTo>
                    <a:cubicBezTo>
                      <a:pt x="44176" y="187014"/>
                      <a:pt x="44107" y="186979"/>
                      <a:pt x="44038" y="186944"/>
                    </a:cubicBezTo>
                    <a:cubicBezTo>
                      <a:pt x="43777" y="186814"/>
                      <a:pt x="43614" y="186586"/>
                      <a:pt x="43711" y="186292"/>
                    </a:cubicBezTo>
                    <a:cubicBezTo>
                      <a:pt x="46158" y="179996"/>
                      <a:pt x="48833" y="173831"/>
                      <a:pt x="51508" y="167503"/>
                    </a:cubicBezTo>
                    <a:cubicBezTo>
                      <a:pt x="52258" y="165742"/>
                      <a:pt x="51638" y="163947"/>
                      <a:pt x="49942" y="162969"/>
                    </a:cubicBezTo>
                    <a:cubicBezTo>
                      <a:pt x="44951" y="160098"/>
                      <a:pt x="39895" y="157293"/>
                      <a:pt x="34937" y="154292"/>
                    </a:cubicBezTo>
                    <a:cubicBezTo>
                      <a:pt x="34447" y="153998"/>
                      <a:pt x="34349" y="153509"/>
                      <a:pt x="34839" y="153020"/>
                    </a:cubicBezTo>
                    <a:cubicBezTo>
                      <a:pt x="44592" y="143821"/>
                      <a:pt x="61489" y="127446"/>
                      <a:pt x="62566" y="126924"/>
                    </a:cubicBezTo>
                    <a:close/>
                    <a:moveTo>
                      <a:pt x="62815" y="120840"/>
                    </a:moveTo>
                    <a:cubicBezTo>
                      <a:pt x="61012" y="120840"/>
                      <a:pt x="59157" y="121569"/>
                      <a:pt x="57640" y="123010"/>
                    </a:cubicBezTo>
                    <a:cubicBezTo>
                      <a:pt x="48604" y="131621"/>
                      <a:pt x="39667" y="140037"/>
                      <a:pt x="30663" y="148583"/>
                    </a:cubicBezTo>
                    <a:cubicBezTo>
                      <a:pt x="29000" y="150149"/>
                      <a:pt x="28184" y="152270"/>
                      <a:pt x="28413" y="154390"/>
                    </a:cubicBezTo>
                    <a:cubicBezTo>
                      <a:pt x="28641" y="156510"/>
                      <a:pt x="29881" y="158369"/>
                      <a:pt x="31773" y="159511"/>
                    </a:cubicBezTo>
                    <a:cubicBezTo>
                      <a:pt x="36176" y="162186"/>
                      <a:pt x="40613" y="164665"/>
                      <a:pt x="45016" y="167177"/>
                    </a:cubicBezTo>
                    <a:cubicBezTo>
                      <a:pt x="42602" y="172918"/>
                      <a:pt x="40221" y="178333"/>
                      <a:pt x="38003" y="184074"/>
                    </a:cubicBezTo>
                    <a:cubicBezTo>
                      <a:pt x="36763" y="187303"/>
                      <a:pt x="38199" y="190924"/>
                      <a:pt x="41363" y="192425"/>
                    </a:cubicBezTo>
                    <a:cubicBezTo>
                      <a:pt x="42300" y="192881"/>
                      <a:pt x="43294" y="193132"/>
                      <a:pt x="44310" y="193132"/>
                    </a:cubicBezTo>
                    <a:cubicBezTo>
                      <a:pt x="45980" y="193132"/>
                      <a:pt x="47712" y="192453"/>
                      <a:pt x="49355" y="190891"/>
                    </a:cubicBezTo>
                    <a:cubicBezTo>
                      <a:pt x="57868" y="182834"/>
                      <a:pt x="67720" y="173538"/>
                      <a:pt x="76331" y="165350"/>
                    </a:cubicBezTo>
                    <a:cubicBezTo>
                      <a:pt x="77995" y="163752"/>
                      <a:pt x="78810" y="161631"/>
                      <a:pt x="78549" y="159511"/>
                    </a:cubicBezTo>
                    <a:cubicBezTo>
                      <a:pt x="78321" y="157326"/>
                      <a:pt x="76984" y="155434"/>
                      <a:pt x="74961" y="154259"/>
                    </a:cubicBezTo>
                    <a:cubicBezTo>
                      <a:pt x="70623" y="151780"/>
                      <a:pt x="66317" y="149269"/>
                      <a:pt x="61979" y="146757"/>
                    </a:cubicBezTo>
                    <a:cubicBezTo>
                      <a:pt x="62207" y="146267"/>
                      <a:pt x="62403" y="145746"/>
                      <a:pt x="62631" y="145256"/>
                    </a:cubicBezTo>
                    <a:cubicBezTo>
                      <a:pt x="64751" y="140233"/>
                      <a:pt x="66969" y="135046"/>
                      <a:pt x="68959" y="129860"/>
                    </a:cubicBezTo>
                    <a:cubicBezTo>
                      <a:pt x="69775" y="127837"/>
                      <a:pt x="69481" y="125554"/>
                      <a:pt x="68242" y="123760"/>
                    </a:cubicBezTo>
                    <a:cubicBezTo>
                      <a:pt x="66898" y="121805"/>
                      <a:pt x="64891" y="120840"/>
                      <a:pt x="62815" y="120840"/>
                    </a:cubicBezTo>
                    <a:close/>
                    <a:moveTo>
                      <a:pt x="204332" y="121803"/>
                    </a:moveTo>
                    <a:lnTo>
                      <a:pt x="204332" y="121803"/>
                    </a:lnTo>
                    <a:cubicBezTo>
                      <a:pt x="204723" y="136025"/>
                      <a:pt x="200319" y="149888"/>
                      <a:pt x="191610" y="161338"/>
                    </a:cubicBezTo>
                    <a:cubicBezTo>
                      <a:pt x="181726" y="174353"/>
                      <a:pt x="167406" y="182834"/>
                      <a:pt x="151259" y="185281"/>
                    </a:cubicBezTo>
                    <a:cubicBezTo>
                      <a:pt x="148584" y="185672"/>
                      <a:pt x="146725" y="188119"/>
                      <a:pt x="147084" y="190794"/>
                    </a:cubicBezTo>
                    <a:lnTo>
                      <a:pt x="148356" y="201199"/>
                    </a:lnTo>
                    <a:lnTo>
                      <a:pt x="121771" y="180420"/>
                    </a:lnTo>
                    <a:lnTo>
                      <a:pt x="142517" y="153835"/>
                    </a:lnTo>
                    <a:lnTo>
                      <a:pt x="143789" y="164111"/>
                    </a:lnTo>
                    <a:cubicBezTo>
                      <a:pt x="143952" y="165448"/>
                      <a:pt x="144670" y="166655"/>
                      <a:pt x="145714" y="167470"/>
                    </a:cubicBezTo>
                    <a:cubicBezTo>
                      <a:pt x="146576" y="168124"/>
                      <a:pt x="147627" y="168484"/>
                      <a:pt x="148699" y="168484"/>
                    </a:cubicBezTo>
                    <a:cubicBezTo>
                      <a:pt x="148964" y="168484"/>
                      <a:pt x="149232" y="168462"/>
                      <a:pt x="149498" y="168416"/>
                    </a:cubicBezTo>
                    <a:cubicBezTo>
                      <a:pt x="163296" y="166329"/>
                      <a:pt x="175952" y="160131"/>
                      <a:pt x="186097" y="150573"/>
                    </a:cubicBezTo>
                    <a:cubicBezTo>
                      <a:pt x="194546" y="142581"/>
                      <a:pt x="200776" y="132730"/>
                      <a:pt x="204332" y="121803"/>
                    </a:cubicBezTo>
                    <a:close/>
                    <a:moveTo>
                      <a:pt x="204900" y="110639"/>
                    </a:moveTo>
                    <a:cubicBezTo>
                      <a:pt x="202511" y="110639"/>
                      <a:pt x="200526" y="112239"/>
                      <a:pt x="199961" y="114594"/>
                    </a:cubicBezTo>
                    <a:cubicBezTo>
                      <a:pt x="197220" y="126663"/>
                      <a:pt x="190957" y="137591"/>
                      <a:pt x="181889" y="146137"/>
                    </a:cubicBezTo>
                    <a:cubicBezTo>
                      <a:pt x="172951" y="154586"/>
                      <a:pt x="161828" y="160098"/>
                      <a:pt x="149726" y="162186"/>
                    </a:cubicBezTo>
                    <a:lnTo>
                      <a:pt x="148258" y="150378"/>
                    </a:lnTo>
                    <a:cubicBezTo>
                      <a:pt x="148030" y="148355"/>
                      <a:pt x="146594" y="146724"/>
                      <a:pt x="144670" y="146170"/>
                    </a:cubicBezTo>
                    <a:cubicBezTo>
                      <a:pt x="144218" y="146042"/>
                      <a:pt x="143762" y="145980"/>
                      <a:pt x="143311" y="145980"/>
                    </a:cubicBezTo>
                    <a:cubicBezTo>
                      <a:pt x="141806" y="145980"/>
                      <a:pt x="140364" y="146669"/>
                      <a:pt x="139385" y="147898"/>
                    </a:cubicBezTo>
                    <a:lnTo>
                      <a:pt x="116225" y="177550"/>
                    </a:lnTo>
                    <a:cubicBezTo>
                      <a:pt x="115410" y="178594"/>
                      <a:pt x="115051" y="179899"/>
                      <a:pt x="115214" y="181236"/>
                    </a:cubicBezTo>
                    <a:cubicBezTo>
                      <a:pt x="115377" y="182541"/>
                      <a:pt x="116062" y="183715"/>
                      <a:pt x="117106" y="184531"/>
                    </a:cubicBezTo>
                    <a:lnTo>
                      <a:pt x="146758" y="207691"/>
                    </a:lnTo>
                    <a:cubicBezTo>
                      <a:pt x="147655" y="208405"/>
                      <a:pt x="148728" y="208760"/>
                      <a:pt x="149808" y="208760"/>
                    </a:cubicBezTo>
                    <a:cubicBezTo>
                      <a:pt x="150651" y="208760"/>
                      <a:pt x="151498" y="208544"/>
                      <a:pt x="152270" y="208115"/>
                    </a:cubicBezTo>
                    <a:cubicBezTo>
                      <a:pt x="154032" y="207104"/>
                      <a:pt x="155010" y="205179"/>
                      <a:pt x="154749" y="203189"/>
                    </a:cubicBezTo>
                    <a:lnTo>
                      <a:pt x="153282" y="191152"/>
                    </a:lnTo>
                    <a:cubicBezTo>
                      <a:pt x="170537" y="188249"/>
                      <a:pt x="185836" y="179018"/>
                      <a:pt x="196470" y="165024"/>
                    </a:cubicBezTo>
                    <a:cubicBezTo>
                      <a:pt x="207365" y="150704"/>
                      <a:pt x="212160" y="132926"/>
                      <a:pt x="209942" y="115050"/>
                    </a:cubicBezTo>
                    <a:cubicBezTo>
                      <a:pt x="209616" y="112604"/>
                      <a:pt x="207659" y="110777"/>
                      <a:pt x="205180" y="110647"/>
                    </a:cubicBezTo>
                    <a:cubicBezTo>
                      <a:pt x="205086" y="110642"/>
                      <a:pt x="204992" y="110639"/>
                      <a:pt x="204900" y="110639"/>
                    </a:cubicBezTo>
                    <a:close/>
                    <a:moveTo>
                      <a:pt x="53497" y="105166"/>
                    </a:moveTo>
                    <a:cubicBezTo>
                      <a:pt x="24922" y="105166"/>
                      <a:pt x="1697" y="128392"/>
                      <a:pt x="1697" y="156967"/>
                    </a:cubicBezTo>
                    <a:cubicBezTo>
                      <a:pt x="1697" y="165220"/>
                      <a:pt x="3589" y="173114"/>
                      <a:pt x="7308" y="180420"/>
                    </a:cubicBezTo>
                    <a:cubicBezTo>
                      <a:pt x="7837" y="181480"/>
                      <a:pt x="8919" y="182084"/>
                      <a:pt x="10038" y="182084"/>
                    </a:cubicBezTo>
                    <a:cubicBezTo>
                      <a:pt x="10504" y="182084"/>
                      <a:pt x="10976" y="181979"/>
                      <a:pt x="11418" y="181758"/>
                    </a:cubicBezTo>
                    <a:cubicBezTo>
                      <a:pt x="12918" y="180975"/>
                      <a:pt x="13505" y="179148"/>
                      <a:pt x="12755" y="177648"/>
                    </a:cubicBezTo>
                    <a:cubicBezTo>
                      <a:pt x="9461" y="171189"/>
                      <a:pt x="7830" y="164241"/>
                      <a:pt x="7830" y="156967"/>
                    </a:cubicBezTo>
                    <a:cubicBezTo>
                      <a:pt x="7830" y="131784"/>
                      <a:pt x="28315" y="111299"/>
                      <a:pt x="53497" y="111299"/>
                    </a:cubicBezTo>
                    <a:cubicBezTo>
                      <a:pt x="78680" y="111299"/>
                      <a:pt x="99165" y="131784"/>
                      <a:pt x="99165" y="156967"/>
                    </a:cubicBezTo>
                    <a:cubicBezTo>
                      <a:pt x="99165" y="182149"/>
                      <a:pt x="78680" y="202635"/>
                      <a:pt x="53497" y="202635"/>
                    </a:cubicBezTo>
                    <a:cubicBezTo>
                      <a:pt x="39830" y="202635"/>
                      <a:pt x="26977" y="196600"/>
                      <a:pt x="18235" y="186031"/>
                    </a:cubicBezTo>
                    <a:cubicBezTo>
                      <a:pt x="17627" y="185294"/>
                      <a:pt x="16749" y="184911"/>
                      <a:pt x="15864" y="184911"/>
                    </a:cubicBezTo>
                    <a:cubicBezTo>
                      <a:pt x="15183" y="184911"/>
                      <a:pt x="14497" y="185139"/>
                      <a:pt x="13929" y="185607"/>
                    </a:cubicBezTo>
                    <a:cubicBezTo>
                      <a:pt x="12625" y="186683"/>
                      <a:pt x="12462" y="188608"/>
                      <a:pt x="13538" y="189913"/>
                    </a:cubicBezTo>
                    <a:cubicBezTo>
                      <a:pt x="23422" y="201884"/>
                      <a:pt x="37970" y="208767"/>
                      <a:pt x="53497" y="208767"/>
                    </a:cubicBezTo>
                    <a:cubicBezTo>
                      <a:pt x="82072" y="208767"/>
                      <a:pt x="105298" y="185542"/>
                      <a:pt x="105298" y="156967"/>
                    </a:cubicBezTo>
                    <a:cubicBezTo>
                      <a:pt x="105298" y="128392"/>
                      <a:pt x="82072" y="105166"/>
                      <a:pt x="53497" y="105166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54" name="Google Shape;754;p44"/>
          <p:cNvGrpSpPr/>
          <p:nvPr/>
        </p:nvGrpSpPr>
        <p:grpSpPr>
          <a:xfrm rot="1114685">
            <a:off x="7320304" y="2182290"/>
            <a:ext cx="1241713" cy="1612216"/>
            <a:chOff x="7451312" y="2859537"/>
            <a:chExt cx="1241700" cy="1612200"/>
          </a:xfrm>
        </p:grpSpPr>
        <p:sp>
          <p:nvSpPr>
            <p:cNvPr id="755" name="Google Shape;755;p44"/>
            <p:cNvSpPr/>
            <p:nvPr/>
          </p:nvSpPr>
          <p:spPr>
            <a:xfrm>
              <a:off x="7451312" y="2859537"/>
              <a:ext cx="1241700" cy="1612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56" name="Google Shape;756;p44"/>
            <p:cNvGrpSpPr/>
            <p:nvPr/>
          </p:nvGrpSpPr>
          <p:grpSpPr>
            <a:xfrm>
              <a:off x="7606034" y="3014282"/>
              <a:ext cx="932256" cy="1302712"/>
              <a:chOff x="1932725" y="238125"/>
              <a:chExt cx="3735000" cy="5219200"/>
            </a:xfrm>
          </p:grpSpPr>
          <p:sp>
            <p:nvSpPr>
              <p:cNvPr id="757" name="Google Shape;757;p44"/>
              <p:cNvSpPr/>
              <p:nvPr/>
            </p:nvSpPr>
            <p:spPr>
              <a:xfrm>
                <a:off x="2179800" y="967975"/>
                <a:ext cx="3240825" cy="4085675"/>
              </a:xfrm>
              <a:custGeom>
                <a:avLst/>
                <a:gdLst/>
                <a:ahLst/>
                <a:cxnLst/>
                <a:rect l="l" t="t" r="r" b="b"/>
                <a:pathLst>
                  <a:path w="129633" h="163427" extrusionOk="0">
                    <a:moveTo>
                      <a:pt x="1" y="1"/>
                    </a:moveTo>
                    <a:lnTo>
                      <a:pt x="1" y="163426"/>
                    </a:lnTo>
                    <a:lnTo>
                      <a:pt x="129632" y="163426"/>
                    </a:lnTo>
                    <a:lnTo>
                      <a:pt x="129632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8" name="Google Shape;758;p44"/>
              <p:cNvSpPr/>
              <p:nvPr/>
            </p:nvSpPr>
            <p:spPr>
              <a:xfrm>
                <a:off x="2179800" y="967975"/>
                <a:ext cx="3240825" cy="654050"/>
              </a:xfrm>
              <a:custGeom>
                <a:avLst/>
                <a:gdLst/>
                <a:ahLst/>
                <a:cxnLst/>
                <a:rect l="l" t="t" r="r" b="b"/>
                <a:pathLst>
                  <a:path w="129633" h="26162" extrusionOk="0">
                    <a:moveTo>
                      <a:pt x="1" y="1"/>
                    </a:moveTo>
                    <a:lnTo>
                      <a:pt x="1" y="26162"/>
                    </a:lnTo>
                    <a:lnTo>
                      <a:pt x="129632" y="26162"/>
                    </a:lnTo>
                    <a:lnTo>
                      <a:pt x="12963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59" name="Google Shape;759;p44"/>
              <p:cNvSpPr/>
              <p:nvPr/>
            </p:nvSpPr>
            <p:spPr>
              <a:xfrm>
                <a:off x="2009375" y="5053625"/>
                <a:ext cx="3581675" cy="327025"/>
              </a:xfrm>
              <a:custGeom>
                <a:avLst/>
                <a:gdLst/>
                <a:ahLst/>
                <a:cxnLst/>
                <a:rect l="l" t="t" r="r" b="b"/>
                <a:pathLst>
                  <a:path w="143267" h="13081" extrusionOk="0">
                    <a:moveTo>
                      <a:pt x="6818" y="0"/>
                    </a:moveTo>
                    <a:cubicBezTo>
                      <a:pt x="3067" y="0"/>
                      <a:pt x="0" y="2936"/>
                      <a:pt x="0" y="6557"/>
                    </a:cubicBezTo>
                    <a:cubicBezTo>
                      <a:pt x="0" y="10178"/>
                      <a:pt x="3067" y="13081"/>
                      <a:pt x="6818" y="13081"/>
                    </a:cubicBezTo>
                    <a:lnTo>
                      <a:pt x="136449" y="13081"/>
                    </a:lnTo>
                    <a:cubicBezTo>
                      <a:pt x="140201" y="13081"/>
                      <a:pt x="143267" y="10178"/>
                      <a:pt x="143267" y="6557"/>
                    </a:cubicBezTo>
                    <a:cubicBezTo>
                      <a:pt x="143267" y="2936"/>
                      <a:pt x="140201" y="0"/>
                      <a:pt x="136449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0" name="Google Shape;760;p44"/>
              <p:cNvSpPr/>
              <p:nvPr/>
            </p:nvSpPr>
            <p:spPr>
              <a:xfrm>
                <a:off x="2009375" y="641775"/>
                <a:ext cx="3581675" cy="326225"/>
              </a:xfrm>
              <a:custGeom>
                <a:avLst/>
                <a:gdLst/>
                <a:ahLst/>
                <a:cxnLst/>
                <a:rect l="l" t="t" r="r" b="b"/>
                <a:pathLst>
                  <a:path w="143267" h="13049" extrusionOk="0">
                    <a:moveTo>
                      <a:pt x="6818" y="1"/>
                    </a:moveTo>
                    <a:cubicBezTo>
                      <a:pt x="3067" y="1"/>
                      <a:pt x="0" y="2904"/>
                      <a:pt x="0" y="6525"/>
                    </a:cubicBezTo>
                    <a:cubicBezTo>
                      <a:pt x="0" y="10146"/>
                      <a:pt x="3067" y="13049"/>
                      <a:pt x="6818" y="13049"/>
                    </a:cubicBezTo>
                    <a:lnTo>
                      <a:pt x="136449" y="13049"/>
                    </a:lnTo>
                    <a:cubicBezTo>
                      <a:pt x="140201" y="13049"/>
                      <a:pt x="143267" y="10146"/>
                      <a:pt x="143267" y="6525"/>
                    </a:cubicBezTo>
                    <a:cubicBezTo>
                      <a:pt x="143267" y="2904"/>
                      <a:pt x="140201" y="1"/>
                      <a:pt x="136449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1" name="Google Shape;761;p44"/>
              <p:cNvSpPr/>
              <p:nvPr/>
            </p:nvSpPr>
            <p:spPr>
              <a:xfrm>
                <a:off x="2179800" y="4400400"/>
                <a:ext cx="3240825" cy="653250"/>
              </a:xfrm>
              <a:custGeom>
                <a:avLst/>
                <a:gdLst/>
                <a:ahLst/>
                <a:cxnLst/>
                <a:rect l="l" t="t" r="r" b="b"/>
                <a:pathLst>
                  <a:path w="129633" h="26130" extrusionOk="0">
                    <a:moveTo>
                      <a:pt x="1" y="1"/>
                    </a:moveTo>
                    <a:lnTo>
                      <a:pt x="1" y="26129"/>
                    </a:lnTo>
                    <a:lnTo>
                      <a:pt x="129632" y="26129"/>
                    </a:lnTo>
                    <a:lnTo>
                      <a:pt x="12963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2" name="Google Shape;762;p44"/>
              <p:cNvSpPr/>
              <p:nvPr/>
            </p:nvSpPr>
            <p:spPr>
              <a:xfrm>
                <a:off x="4056275" y="314775"/>
                <a:ext cx="1022650" cy="327025"/>
              </a:xfrm>
              <a:custGeom>
                <a:avLst/>
                <a:gdLst/>
                <a:ahLst/>
                <a:cxnLst/>
                <a:rect l="l" t="t" r="r" b="b"/>
                <a:pathLst>
                  <a:path w="40906" h="13081" extrusionOk="0">
                    <a:moveTo>
                      <a:pt x="6655" y="0"/>
                    </a:moveTo>
                    <a:cubicBezTo>
                      <a:pt x="2969" y="0"/>
                      <a:pt x="0" y="2969"/>
                      <a:pt x="0" y="6655"/>
                    </a:cubicBezTo>
                    <a:lnTo>
                      <a:pt x="0" y="13081"/>
                    </a:lnTo>
                    <a:lnTo>
                      <a:pt x="40906" y="13081"/>
                    </a:lnTo>
                    <a:lnTo>
                      <a:pt x="40906" y="6655"/>
                    </a:lnTo>
                    <a:cubicBezTo>
                      <a:pt x="40906" y="2969"/>
                      <a:pt x="37937" y="0"/>
                      <a:pt x="34251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3" name="Google Shape;763;p44"/>
              <p:cNvSpPr/>
              <p:nvPr/>
            </p:nvSpPr>
            <p:spPr>
              <a:xfrm>
                <a:off x="3185325" y="2229550"/>
                <a:ext cx="1229775" cy="1602475"/>
              </a:xfrm>
              <a:custGeom>
                <a:avLst/>
                <a:gdLst/>
                <a:ahLst/>
                <a:cxnLst/>
                <a:rect l="l" t="t" r="r" b="b"/>
                <a:pathLst>
                  <a:path w="49191" h="64099" extrusionOk="0">
                    <a:moveTo>
                      <a:pt x="24596" y="1"/>
                    </a:moveTo>
                    <a:cubicBezTo>
                      <a:pt x="23911" y="1"/>
                      <a:pt x="23226" y="294"/>
                      <a:pt x="22736" y="881"/>
                    </a:cubicBezTo>
                    <a:cubicBezTo>
                      <a:pt x="16963" y="7732"/>
                      <a:pt x="0" y="28935"/>
                      <a:pt x="0" y="39993"/>
                    </a:cubicBezTo>
                    <a:cubicBezTo>
                      <a:pt x="0" y="53302"/>
                      <a:pt x="10993" y="64099"/>
                      <a:pt x="24596" y="64099"/>
                    </a:cubicBezTo>
                    <a:cubicBezTo>
                      <a:pt x="38198" y="64099"/>
                      <a:pt x="49191" y="53302"/>
                      <a:pt x="49191" y="39993"/>
                    </a:cubicBezTo>
                    <a:cubicBezTo>
                      <a:pt x="49191" y="28935"/>
                      <a:pt x="32229" y="7732"/>
                      <a:pt x="26455" y="881"/>
                    </a:cubicBezTo>
                    <a:cubicBezTo>
                      <a:pt x="25966" y="294"/>
                      <a:pt x="25281" y="1"/>
                      <a:pt x="2459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64" name="Google Shape;764;p44"/>
              <p:cNvSpPr/>
              <p:nvPr/>
            </p:nvSpPr>
            <p:spPr>
              <a:xfrm>
                <a:off x="1932725" y="238125"/>
                <a:ext cx="3735000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149400" h="208768" extrusionOk="0">
                    <a:moveTo>
                      <a:pt x="119193" y="6133"/>
                    </a:moveTo>
                    <a:cubicBezTo>
                      <a:pt x="121183" y="6133"/>
                      <a:pt x="122814" y="7731"/>
                      <a:pt x="122814" y="9721"/>
                    </a:cubicBezTo>
                    <a:lnTo>
                      <a:pt x="122814" y="13081"/>
                    </a:lnTo>
                    <a:lnTo>
                      <a:pt x="87976" y="13081"/>
                    </a:lnTo>
                    <a:lnTo>
                      <a:pt x="87976" y="9721"/>
                    </a:lnTo>
                    <a:cubicBezTo>
                      <a:pt x="87976" y="7731"/>
                      <a:pt x="89607" y="6133"/>
                      <a:pt x="91597" y="6133"/>
                    </a:cubicBezTo>
                    <a:close/>
                    <a:moveTo>
                      <a:pt x="139515" y="19180"/>
                    </a:moveTo>
                    <a:cubicBezTo>
                      <a:pt x="141570" y="19180"/>
                      <a:pt x="143267" y="20746"/>
                      <a:pt x="143267" y="22671"/>
                    </a:cubicBezTo>
                    <a:cubicBezTo>
                      <a:pt x="143267" y="24595"/>
                      <a:pt x="141570" y="26161"/>
                      <a:pt x="139515" y="26161"/>
                    </a:cubicBezTo>
                    <a:lnTo>
                      <a:pt x="9884" y="26161"/>
                    </a:lnTo>
                    <a:cubicBezTo>
                      <a:pt x="7829" y="26161"/>
                      <a:pt x="6133" y="24595"/>
                      <a:pt x="6133" y="22671"/>
                    </a:cubicBezTo>
                    <a:cubicBezTo>
                      <a:pt x="6133" y="20746"/>
                      <a:pt x="7829" y="19180"/>
                      <a:pt x="9884" y="19180"/>
                    </a:cubicBezTo>
                    <a:close/>
                    <a:moveTo>
                      <a:pt x="136449" y="32261"/>
                    </a:moveTo>
                    <a:lnTo>
                      <a:pt x="136449" y="52290"/>
                    </a:lnTo>
                    <a:lnTo>
                      <a:pt x="12950" y="52290"/>
                    </a:lnTo>
                    <a:lnTo>
                      <a:pt x="12950" y="32261"/>
                    </a:lnTo>
                    <a:close/>
                    <a:moveTo>
                      <a:pt x="74700" y="83050"/>
                    </a:moveTo>
                    <a:cubicBezTo>
                      <a:pt x="90585" y="102100"/>
                      <a:pt x="96261" y="114430"/>
                      <a:pt x="96261" y="119650"/>
                    </a:cubicBezTo>
                    <a:cubicBezTo>
                      <a:pt x="96261" y="131262"/>
                      <a:pt x="86573" y="140689"/>
                      <a:pt x="74700" y="140689"/>
                    </a:cubicBezTo>
                    <a:cubicBezTo>
                      <a:pt x="62826" y="140689"/>
                      <a:pt x="53138" y="131262"/>
                      <a:pt x="53138" y="119650"/>
                    </a:cubicBezTo>
                    <a:cubicBezTo>
                      <a:pt x="53138" y="111756"/>
                      <a:pt x="64196" y="95674"/>
                      <a:pt x="74700" y="83050"/>
                    </a:cubicBezTo>
                    <a:close/>
                    <a:moveTo>
                      <a:pt x="74700" y="76591"/>
                    </a:moveTo>
                    <a:cubicBezTo>
                      <a:pt x="73069" y="76591"/>
                      <a:pt x="71535" y="77309"/>
                      <a:pt x="70492" y="78549"/>
                    </a:cubicBezTo>
                    <a:cubicBezTo>
                      <a:pt x="67523" y="82104"/>
                      <a:pt x="61782" y="89183"/>
                      <a:pt x="56759" y="96816"/>
                    </a:cubicBezTo>
                    <a:cubicBezTo>
                      <a:pt x="50202" y="106765"/>
                      <a:pt x="47038" y="114235"/>
                      <a:pt x="47038" y="119650"/>
                    </a:cubicBezTo>
                    <a:cubicBezTo>
                      <a:pt x="47038" y="134622"/>
                      <a:pt x="59433" y="146789"/>
                      <a:pt x="74700" y="146789"/>
                    </a:cubicBezTo>
                    <a:cubicBezTo>
                      <a:pt x="89966" y="146789"/>
                      <a:pt x="102361" y="134622"/>
                      <a:pt x="102361" y="119650"/>
                    </a:cubicBezTo>
                    <a:cubicBezTo>
                      <a:pt x="102361" y="114235"/>
                      <a:pt x="99197" y="106765"/>
                      <a:pt x="92640" y="96816"/>
                    </a:cubicBezTo>
                    <a:cubicBezTo>
                      <a:pt x="87617" y="89183"/>
                      <a:pt x="81876" y="82104"/>
                      <a:pt x="78908" y="78549"/>
                    </a:cubicBezTo>
                    <a:cubicBezTo>
                      <a:pt x="77864" y="77309"/>
                      <a:pt x="76331" y="76591"/>
                      <a:pt x="74700" y="76591"/>
                    </a:cubicBezTo>
                    <a:close/>
                    <a:moveTo>
                      <a:pt x="139515" y="195687"/>
                    </a:moveTo>
                    <a:cubicBezTo>
                      <a:pt x="141570" y="195687"/>
                      <a:pt x="143267" y="197252"/>
                      <a:pt x="143267" y="199177"/>
                    </a:cubicBezTo>
                    <a:cubicBezTo>
                      <a:pt x="143267" y="201101"/>
                      <a:pt x="141570" y="202667"/>
                      <a:pt x="139515" y="202667"/>
                    </a:cubicBezTo>
                    <a:lnTo>
                      <a:pt x="9884" y="202667"/>
                    </a:lnTo>
                    <a:cubicBezTo>
                      <a:pt x="7829" y="202667"/>
                      <a:pt x="6133" y="201101"/>
                      <a:pt x="6133" y="199177"/>
                    </a:cubicBezTo>
                    <a:cubicBezTo>
                      <a:pt x="6133" y="197252"/>
                      <a:pt x="7829" y="195687"/>
                      <a:pt x="9884" y="195687"/>
                    </a:cubicBezTo>
                    <a:close/>
                    <a:moveTo>
                      <a:pt x="91597" y="0"/>
                    </a:moveTo>
                    <a:cubicBezTo>
                      <a:pt x="86247" y="0"/>
                      <a:pt x="81876" y="4371"/>
                      <a:pt x="81876" y="9721"/>
                    </a:cubicBezTo>
                    <a:lnTo>
                      <a:pt x="81876" y="13081"/>
                    </a:lnTo>
                    <a:lnTo>
                      <a:pt x="9884" y="13081"/>
                    </a:lnTo>
                    <a:cubicBezTo>
                      <a:pt x="4436" y="13081"/>
                      <a:pt x="0" y="17386"/>
                      <a:pt x="0" y="22671"/>
                    </a:cubicBezTo>
                    <a:cubicBezTo>
                      <a:pt x="0" y="26911"/>
                      <a:pt x="2871" y="30532"/>
                      <a:pt x="6850" y="31804"/>
                    </a:cubicBezTo>
                    <a:lnTo>
                      <a:pt x="6850" y="190043"/>
                    </a:lnTo>
                    <a:cubicBezTo>
                      <a:pt x="2871" y="191316"/>
                      <a:pt x="0" y="194904"/>
                      <a:pt x="0" y="199177"/>
                    </a:cubicBezTo>
                    <a:cubicBezTo>
                      <a:pt x="0" y="204461"/>
                      <a:pt x="4436" y="208767"/>
                      <a:pt x="9884" y="208767"/>
                    </a:cubicBezTo>
                    <a:lnTo>
                      <a:pt x="139515" y="208767"/>
                    </a:lnTo>
                    <a:cubicBezTo>
                      <a:pt x="144963" y="208767"/>
                      <a:pt x="149399" y="204461"/>
                      <a:pt x="149399" y="199177"/>
                    </a:cubicBezTo>
                    <a:cubicBezTo>
                      <a:pt x="149399" y="194904"/>
                      <a:pt x="146529" y="191316"/>
                      <a:pt x="142549" y="190043"/>
                    </a:cubicBezTo>
                    <a:lnTo>
                      <a:pt x="142549" y="76135"/>
                    </a:lnTo>
                    <a:cubicBezTo>
                      <a:pt x="142549" y="74439"/>
                      <a:pt x="141179" y="73068"/>
                      <a:pt x="139515" y="73068"/>
                    </a:cubicBezTo>
                    <a:cubicBezTo>
                      <a:pt x="137819" y="73068"/>
                      <a:pt x="136449" y="74439"/>
                      <a:pt x="136449" y="76135"/>
                    </a:cubicBezTo>
                    <a:lnTo>
                      <a:pt x="136449" y="163426"/>
                    </a:lnTo>
                    <a:lnTo>
                      <a:pt x="50039" y="163426"/>
                    </a:lnTo>
                    <a:cubicBezTo>
                      <a:pt x="48343" y="163426"/>
                      <a:pt x="46973" y="164796"/>
                      <a:pt x="46973" y="166492"/>
                    </a:cubicBezTo>
                    <a:cubicBezTo>
                      <a:pt x="46973" y="168188"/>
                      <a:pt x="48343" y="169558"/>
                      <a:pt x="50039" y="169558"/>
                    </a:cubicBezTo>
                    <a:lnTo>
                      <a:pt x="136449" y="169558"/>
                    </a:lnTo>
                    <a:lnTo>
                      <a:pt x="136449" y="189587"/>
                    </a:lnTo>
                    <a:lnTo>
                      <a:pt x="12950" y="189587"/>
                    </a:lnTo>
                    <a:lnTo>
                      <a:pt x="12950" y="169558"/>
                    </a:lnTo>
                    <a:lnTo>
                      <a:pt x="37807" y="169558"/>
                    </a:lnTo>
                    <a:cubicBezTo>
                      <a:pt x="39503" y="169558"/>
                      <a:pt x="40873" y="168188"/>
                      <a:pt x="40873" y="166492"/>
                    </a:cubicBezTo>
                    <a:cubicBezTo>
                      <a:pt x="40873" y="164796"/>
                      <a:pt x="39503" y="163426"/>
                      <a:pt x="37807" y="163426"/>
                    </a:cubicBezTo>
                    <a:lnTo>
                      <a:pt x="12950" y="163426"/>
                    </a:lnTo>
                    <a:lnTo>
                      <a:pt x="12950" y="58422"/>
                    </a:lnTo>
                    <a:lnTo>
                      <a:pt x="136449" y="58422"/>
                    </a:lnTo>
                    <a:lnTo>
                      <a:pt x="136449" y="63902"/>
                    </a:lnTo>
                    <a:cubicBezTo>
                      <a:pt x="136449" y="65599"/>
                      <a:pt x="137819" y="66969"/>
                      <a:pt x="139515" y="66969"/>
                    </a:cubicBezTo>
                    <a:cubicBezTo>
                      <a:pt x="141179" y="66969"/>
                      <a:pt x="142549" y="65599"/>
                      <a:pt x="142549" y="63902"/>
                    </a:cubicBezTo>
                    <a:lnTo>
                      <a:pt x="142549" y="31804"/>
                    </a:lnTo>
                    <a:cubicBezTo>
                      <a:pt x="146529" y="30532"/>
                      <a:pt x="149399" y="26911"/>
                      <a:pt x="149399" y="22671"/>
                    </a:cubicBezTo>
                    <a:cubicBezTo>
                      <a:pt x="149399" y="17386"/>
                      <a:pt x="144963" y="13081"/>
                      <a:pt x="139515" y="13081"/>
                    </a:cubicBezTo>
                    <a:lnTo>
                      <a:pt x="128914" y="13081"/>
                    </a:lnTo>
                    <a:lnTo>
                      <a:pt x="128914" y="9721"/>
                    </a:lnTo>
                    <a:cubicBezTo>
                      <a:pt x="128914" y="4371"/>
                      <a:pt x="124543" y="0"/>
                      <a:pt x="119193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765" name="Google Shape;765;p44"/>
          <p:cNvCxnSpPr/>
          <p:nvPr/>
        </p:nvCxnSpPr>
        <p:spPr>
          <a:xfrm>
            <a:off x="805150" y="2001338"/>
            <a:ext cx="11358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3" name="Google Shape;773;p45"/>
          <p:cNvGrpSpPr/>
          <p:nvPr/>
        </p:nvGrpSpPr>
        <p:grpSpPr>
          <a:xfrm rot="891359">
            <a:off x="479215" y="2299931"/>
            <a:ext cx="1561470" cy="1470303"/>
            <a:chOff x="634683" y="2512355"/>
            <a:chExt cx="1734600" cy="1633500"/>
          </a:xfrm>
        </p:grpSpPr>
        <p:sp>
          <p:nvSpPr>
            <p:cNvPr id="774" name="Google Shape;774;p45"/>
            <p:cNvSpPr/>
            <p:nvPr/>
          </p:nvSpPr>
          <p:spPr>
            <a:xfrm>
              <a:off x="634683" y="2512355"/>
              <a:ext cx="1734600" cy="1633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75" name="Google Shape;775;p45"/>
            <p:cNvGrpSpPr/>
            <p:nvPr/>
          </p:nvGrpSpPr>
          <p:grpSpPr>
            <a:xfrm>
              <a:off x="799807" y="2625513"/>
              <a:ext cx="1404442" cy="1407084"/>
              <a:chOff x="1190625" y="238125"/>
              <a:chExt cx="5219200" cy="5219200"/>
            </a:xfrm>
          </p:grpSpPr>
          <p:sp>
            <p:nvSpPr>
              <p:cNvPr id="776" name="Google Shape;776;p45"/>
              <p:cNvSpPr/>
              <p:nvPr/>
            </p:nvSpPr>
            <p:spPr>
              <a:xfrm>
                <a:off x="2562275" y="4188375"/>
                <a:ext cx="562725" cy="795125"/>
              </a:xfrm>
              <a:custGeom>
                <a:avLst/>
                <a:gdLst/>
                <a:ahLst/>
                <a:cxnLst/>
                <a:rect l="l" t="t" r="r" b="b"/>
                <a:pathLst>
                  <a:path w="22509" h="31805" extrusionOk="0">
                    <a:moveTo>
                      <a:pt x="1" y="1"/>
                    </a:moveTo>
                    <a:lnTo>
                      <a:pt x="1" y="31805"/>
                    </a:lnTo>
                    <a:lnTo>
                      <a:pt x="22508" y="31805"/>
                    </a:lnTo>
                    <a:lnTo>
                      <a:pt x="22508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7" name="Google Shape;777;p45"/>
              <p:cNvSpPr/>
              <p:nvPr/>
            </p:nvSpPr>
            <p:spPr>
              <a:xfrm>
                <a:off x="1291725" y="1527425"/>
                <a:ext cx="3103000" cy="2813475"/>
              </a:xfrm>
              <a:custGeom>
                <a:avLst/>
                <a:gdLst/>
                <a:ahLst/>
                <a:cxnLst/>
                <a:rect l="l" t="t" r="r" b="b"/>
                <a:pathLst>
                  <a:path w="124120" h="112539" extrusionOk="0">
                    <a:moveTo>
                      <a:pt x="17387" y="0"/>
                    </a:moveTo>
                    <a:cubicBezTo>
                      <a:pt x="10896" y="0"/>
                      <a:pt x="5514" y="5089"/>
                      <a:pt x="5187" y="11580"/>
                    </a:cubicBezTo>
                    <a:lnTo>
                      <a:pt x="392" y="99654"/>
                    </a:lnTo>
                    <a:cubicBezTo>
                      <a:pt x="1" y="106667"/>
                      <a:pt x="5579" y="112539"/>
                      <a:pt x="12592" y="112539"/>
                    </a:cubicBezTo>
                    <a:lnTo>
                      <a:pt x="111528" y="112539"/>
                    </a:lnTo>
                    <a:cubicBezTo>
                      <a:pt x="118541" y="112539"/>
                      <a:pt x="124119" y="106667"/>
                      <a:pt x="123761" y="99654"/>
                    </a:cubicBezTo>
                    <a:lnTo>
                      <a:pt x="118966" y="11580"/>
                    </a:lnTo>
                    <a:cubicBezTo>
                      <a:pt x="118607" y="5089"/>
                      <a:pt x="113257" y="0"/>
                      <a:pt x="10676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8" name="Google Shape;778;p45"/>
              <p:cNvSpPr/>
              <p:nvPr/>
            </p:nvSpPr>
            <p:spPr>
              <a:xfrm>
                <a:off x="1962075" y="4983475"/>
                <a:ext cx="1763125" cy="397175"/>
              </a:xfrm>
              <a:custGeom>
                <a:avLst/>
                <a:gdLst/>
                <a:ahLst/>
                <a:cxnLst/>
                <a:rect l="l" t="t" r="r" b="b"/>
                <a:pathLst>
                  <a:path w="70525" h="15887" extrusionOk="0">
                    <a:moveTo>
                      <a:pt x="11711" y="1"/>
                    </a:moveTo>
                    <a:cubicBezTo>
                      <a:pt x="8318" y="1"/>
                      <a:pt x="5317" y="2056"/>
                      <a:pt x="4078" y="5220"/>
                    </a:cubicBezTo>
                    <a:lnTo>
                      <a:pt x="0" y="15887"/>
                    </a:lnTo>
                    <a:lnTo>
                      <a:pt x="70525" y="15887"/>
                    </a:lnTo>
                    <a:lnTo>
                      <a:pt x="66414" y="5220"/>
                    </a:lnTo>
                    <a:cubicBezTo>
                      <a:pt x="65208" y="2056"/>
                      <a:pt x="62174" y="1"/>
                      <a:pt x="5881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79" name="Google Shape;779;p45"/>
              <p:cNvSpPr/>
              <p:nvPr/>
            </p:nvSpPr>
            <p:spPr>
              <a:xfrm>
                <a:off x="3867900" y="314775"/>
                <a:ext cx="2465250" cy="2465275"/>
              </a:xfrm>
              <a:custGeom>
                <a:avLst/>
                <a:gdLst/>
                <a:ahLst/>
                <a:cxnLst/>
                <a:rect l="l" t="t" r="r" b="b"/>
                <a:pathLst>
                  <a:path w="98610" h="98611" extrusionOk="0">
                    <a:moveTo>
                      <a:pt x="49321" y="0"/>
                    </a:moveTo>
                    <a:cubicBezTo>
                      <a:pt x="43352" y="0"/>
                      <a:pt x="39796" y="11711"/>
                      <a:pt x="34642" y="13864"/>
                    </a:cubicBezTo>
                    <a:cubicBezTo>
                      <a:pt x="33709" y="14251"/>
                      <a:pt x="32610" y="14397"/>
                      <a:pt x="31410" y="14397"/>
                    </a:cubicBezTo>
                    <a:cubicBezTo>
                      <a:pt x="27644" y="14397"/>
                      <a:pt x="22884" y="12953"/>
                      <a:pt x="19131" y="12953"/>
                    </a:cubicBezTo>
                    <a:cubicBezTo>
                      <a:pt x="17223" y="12953"/>
                      <a:pt x="15576" y="13326"/>
                      <a:pt x="14451" y="14451"/>
                    </a:cubicBezTo>
                    <a:cubicBezTo>
                      <a:pt x="10406" y="18496"/>
                      <a:pt x="16082" y="29293"/>
                      <a:pt x="13863" y="34643"/>
                    </a:cubicBezTo>
                    <a:cubicBezTo>
                      <a:pt x="11711" y="39797"/>
                      <a:pt x="0" y="43352"/>
                      <a:pt x="0" y="49322"/>
                    </a:cubicBezTo>
                    <a:cubicBezTo>
                      <a:pt x="0" y="55258"/>
                      <a:pt x="11711" y="58814"/>
                      <a:pt x="13863" y="63968"/>
                    </a:cubicBezTo>
                    <a:cubicBezTo>
                      <a:pt x="16082" y="69317"/>
                      <a:pt x="10406" y="80115"/>
                      <a:pt x="14451" y="84160"/>
                    </a:cubicBezTo>
                    <a:cubicBezTo>
                      <a:pt x="15576" y="85285"/>
                      <a:pt x="17223" y="85658"/>
                      <a:pt x="19131" y="85658"/>
                    </a:cubicBezTo>
                    <a:cubicBezTo>
                      <a:pt x="22884" y="85658"/>
                      <a:pt x="27644" y="84213"/>
                      <a:pt x="31410" y="84213"/>
                    </a:cubicBezTo>
                    <a:cubicBezTo>
                      <a:pt x="32610" y="84213"/>
                      <a:pt x="33709" y="84360"/>
                      <a:pt x="34642" y="84747"/>
                    </a:cubicBezTo>
                    <a:cubicBezTo>
                      <a:pt x="39796" y="86900"/>
                      <a:pt x="43352" y="98610"/>
                      <a:pt x="49321" y="98610"/>
                    </a:cubicBezTo>
                    <a:cubicBezTo>
                      <a:pt x="55258" y="98610"/>
                      <a:pt x="58814" y="86900"/>
                      <a:pt x="63968" y="84747"/>
                    </a:cubicBezTo>
                    <a:cubicBezTo>
                      <a:pt x="64901" y="84360"/>
                      <a:pt x="66000" y="84213"/>
                      <a:pt x="67200" y="84213"/>
                    </a:cubicBezTo>
                    <a:cubicBezTo>
                      <a:pt x="70965" y="84213"/>
                      <a:pt x="75726" y="85658"/>
                      <a:pt x="79479" y="85658"/>
                    </a:cubicBezTo>
                    <a:cubicBezTo>
                      <a:pt x="81387" y="85658"/>
                      <a:pt x="83034" y="85285"/>
                      <a:pt x="84159" y="84160"/>
                    </a:cubicBezTo>
                    <a:cubicBezTo>
                      <a:pt x="88204" y="80115"/>
                      <a:pt x="82528" y="69317"/>
                      <a:pt x="84746" y="63968"/>
                    </a:cubicBezTo>
                    <a:cubicBezTo>
                      <a:pt x="86899" y="58814"/>
                      <a:pt x="98610" y="55258"/>
                      <a:pt x="98610" y="49322"/>
                    </a:cubicBezTo>
                    <a:cubicBezTo>
                      <a:pt x="98610" y="43352"/>
                      <a:pt x="86899" y="39797"/>
                      <a:pt x="84746" y="34643"/>
                    </a:cubicBezTo>
                    <a:cubicBezTo>
                      <a:pt x="82528" y="29293"/>
                      <a:pt x="88204" y="18496"/>
                      <a:pt x="84159" y="14451"/>
                    </a:cubicBezTo>
                    <a:cubicBezTo>
                      <a:pt x="83034" y="13326"/>
                      <a:pt x="81387" y="12953"/>
                      <a:pt x="79479" y="12953"/>
                    </a:cubicBezTo>
                    <a:cubicBezTo>
                      <a:pt x="75726" y="12953"/>
                      <a:pt x="70965" y="14397"/>
                      <a:pt x="67200" y="14397"/>
                    </a:cubicBezTo>
                    <a:cubicBezTo>
                      <a:pt x="66000" y="14397"/>
                      <a:pt x="64901" y="14251"/>
                      <a:pt x="63968" y="13864"/>
                    </a:cubicBezTo>
                    <a:cubicBezTo>
                      <a:pt x="58814" y="11711"/>
                      <a:pt x="55258" y="0"/>
                      <a:pt x="4932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0" name="Google Shape;780;p45"/>
              <p:cNvSpPr/>
              <p:nvPr/>
            </p:nvSpPr>
            <p:spPr>
              <a:xfrm>
                <a:off x="4621400" y="1068300"/>
                <a:ext cx="958250" cy="958225"/>
              </a:xfrm>
              <a:custGeom>
                <a:avLst/>
                <a:gdLst/>
                <a:ahLst/>
                <a:cxnLst/>
                <a:rect l="l" t="t" r="r" b="b"/>
                <a:pathLst>
                  <a:path w="38330" h="38329" extrusionOk="0">
                    <a:moveTo>
                      <a:pt x="19181" y="0"/>
                    </a:moveTo>
                    <a:cubicBezTo>
                      <a:pt x="8580" y="0"/>
                      <a:pt x="1" y="8579"/>
                      <a:pt x="1" y="19181"/>
                    </a:cubicBezTo>
                    <a:cubicBezTo>
                      <a:pt x="1" y="29749"/>
                      <a:pt x="8580" y="38328"/>
                      <a:pt x="19181" y="38328"/>
                    </a:cubicBezTo>
                    <a:cubicBezTo>
                      <a:pt x="29750" y="38328"/>
                      <a:pt x="38329" y="29749"/>
                      <a:pt x="38329" y="19181"/>
                    </a:cubicBezTo>
                    <a:cubicBezTo>
                      <a:pt x="38329" y="8579"/>
                      <a:pt x="29750" y="0"/>
                      <a:pt x="1918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1" name="Google Shape;781;p45"/>
              <p:cNvSpPr/>
              <p:nvPr/>
            </p:nvSpPr>
            <p:spPr>
              <a:xfrm>
                <a:off x="1190625" y="238125"/>
                <a:ext cx="5219200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08768" extrusionOk="0">
                    <a:moveTo>
                      <a:pt x="156412" y="36241"/>
                    </a:moveTo>
                    <a:cubicBezTo>
                      <a:pt x="165285" y="36241"/>
                      <a:pt x="172526" y="43482"/>
                      <a:pt x="172526" y="52355"/>
                    </a:cubicBezTo>
                    <a:cubicBezTo>
                      <a:pt x="172526" y="61260"/>
                      <a:pt x="165285" y="68502"/>
                      <a:pt x="156412" y="68502"/>
                    </a:cubicBezTo>
                    <a:cubicBezTo>
                      <a:pt x="147507" y="68502"/>
                      <a:pt x="140265" y="61260"/>
                      <a:pt x="140265" y="52355"/>
                    </a:cubicBezTo>
                    <a:cubicBezTo>
                      <a:pt x="140265" y="43482"/>
                      <a:pt x="147507" y="36241"/>
                      <a:pt x="156412" y="36241"/>
                    </a:cubicBezTo>
                    <a:close/>
                    <a:moveTo>
                      <a:pt x="156412" y="30141"/>
                    </a:moveTo>
                    <a:cubicBezTo>
                      <a:pt x="144147" y="30141"/>
                      <a:pt x="134166" y="40122"/>
                      <a:pt x="134166" y="52355"/>
                    </a:cubicBezTo>
                    <a:cubicBezTo>
                      <a:pt x="134166" y="64620"/>
                      <a:pt x="144147" y="74602"/>
                      <a:pt x="156412" y="74602"/>
                    </a:cubicBezTo>
                    <a:cubicBezTo>
                      <a:pt x="168645" y="74602"/>
                      <a:pt x="178626" y="64620"/>
                      <a:pt x="178626" y="52355"/>
                    </a:cubicBezTo>
                    <a:cubicBezTo>
                      <a:pt x="178626" y="40122"/>
                      <a:pt x="168645" y="30141"/>
                      <a:pt x="156412" y="30141"/>
                    </a:cubicBezTo>
                    <a:close/>
                    <a:moveTo>
                      <a:pt x="34740" y="54638"/>
                    </a:moveTo>
                    <a:lnTo>
                      <a:pt x="33566" y="76657"/>
                    </a:lnTo>
                    <a:lnTo>
                      <a:pt x="11547" y="76657"/>
                    </a:lnTo>
                    <a:lnTo>
                      <a:pt x="12265" y="63315"/>
                    </a:lnTo>
                    <a:cubicBezTo>
                      <a:pt x="12526" y="58455"/>
                      <a:pt x="16571" y="54638"/>
                      <a:pt x="21431" y="54638"/>
                    </a:cubicBezTo>
                    <a:close/>
                    <a:moveTo>
                      <a:pt x="63054" y="54638"/>
                    </a:moveTo>
                    <a:lnTo>
                      <a:pt x="63054" y="76657"/>
                    </a:lnTo>
                    <a:lnTo>
                      <a:pt x="39666" y="76657"/>
                    </a:lnTo>
                    <a:lnTo>
                      <a:pt x="40873" y="54638"/>
                    </a:lnTo>
                    <a:close/>
                    <a:moveTo>
                      <a:pt x="91368" y="54638"/>
                    </a:moveTo>
                    <a:lnTo>
                      <a:pt x="92543" y="76657"/>
                    </a:lnTo>
                    <a:lnTo>
                      <a:pt x="69187" y="76657"/>
                    </a:lnTo>
                    <a:lnTo>
                      <a:pt x="69187" y="54638"/>
                    </a:lnTo>
                    <a:close/>
                    <a:moveTo>
                      <a:pt x="156412" y="6100"/>
                    </a:moveTo>
                    <a:cubicBezTo>
                      <a:pt x="158141" y="6100"/>
                      <a:pt x="160457" y="9427"/>
                      <a:pt x="162349" y="12102"/>
                    </a:cubicBezTo>
                    <a:cubicBezTo>
                      <a:pt x="164535" y="15233"/>
                      <a:pt x="166785" y="18463"/>
                      <a:pt x="169884" y="19768"/>
                    </a:cubicBezTo>
                    <a:cubicBezTo>
                      <a:pt x="171242" y="20330"/>
                      <a:pt x="172733" y="20535"/>
                      <a:pt x="174293" y="20535"/>
                    </a:cubicBezTo>
                    <a:cubicBezTo>
                      <a:pt x="176443" y="20535"/>
                      <a:pt x="178725" y="20146"/>
                      <a:pt x="180975" y="19768"/>
                    </a:cubicBezTo>
                    <a:cubicBezTo>
                      <a:pt x="182775" y="19451"/>
                      <a:pt x="184971" y="19075"/>
                      <a:pt x="186668" y="19075"/>
                    </a:cubicBezTo>
                    <a:cubicBezTo>
                      <a:pt x="187770" y="19075"/>
                      <a:pt x="188661" y="19233"/>
                      <a:pt x="189097" y="19670"/>
                    </a:cubicBezTo>
                    <a:cubicBezTo>
                      <a:pt x="190206" y="20779"/>
                      <a:pt x="189521" y="24824"/>
                      <a:pt x="188999" y="27792"/>
                    </a:cubicBezTo>
                    <a:cubicBezTo>
                      <a:pt x="188347" y="31674"/>
                      <a:pt x="187662" y="35654"/>
                      <a:pt x="188999" y="38883"/>
                    </a:cubicBezTo>
                    <a:cubicBezTo>
                      <a:pt x="190304" y="41982"/>
                      <a:pt x="193534" y="44233"/>
                      <a:pt x="196665" y="46418"/>
                    </a:cubicBezTo>
                    <a:cubicBezTo>
                      <a:pt x="199340" y="48310"/>
                      <a:pt x="202635" y="50626"/>
                      <a:pt x="202635" y="52355"/>
                    </a:cubicBezTo>
                    <a:cubicBezTo>
                      <a:pt x="202635" y="54116"/>
                      <a:pt x="199340" y="56432"/>
                      <a:pt x="196665" y="58324"/>
                    </a:cubicBezTo>
                    <a:cubicBezTo>
                      <a:pt x="193534" y="60510"/>
                      <a:pt x="190304" y="62761"/>
                      <a:pt x="188999" y="65860"/>
                    </a:cubicBezTo>
                    <a:cubicBezTo>
                      <a:pt x="187662" y="69089"/>
                      <a:pt x="188347" y="73068"/>
                      <a:pt x="188999" y="76950"/>
                    </a:cubicBezTo>
                    <a:cubicBezTo>
                      <a:pt x="189521" y="79919"/>
                      <a:pt x="190206" y="83964"/>
                      <a:pt x="189097" y="85073"/>
                    </a:cubicBezTo>
                    <a:cubicBezTo>
                      <a:pt x="188661" y="85509"/>
                      <a:pt x="187770" y="85668"/>
                      <a:pt x="186668" y="85668"/>
                    </a:cubicBezTo>
                    <a:cubicBezTo>
                      <a:pt x="184971" y="85668"/>
                      <a:pt x="182775" y="85291"/>
                      <a:pt x="180975" y="84975"/>
                    </a:cubicBezTo>
                    <a:cubicBezTo>
                      <a:pt x="178725" y="84597"/>
                      <a:pt x="176443" y="84208"/>
                      <a:pt x="174293" y="84208"/>
                    </a:cubicBezTo>
                    <a:cubicBezTo>
                      <a:pt x="172733" y="84208"/>
                      <a:pt x="171242" y="84412"/>
                      <a:pt x="169884" y="84975"/>
                    </a:cubicBezTo>
                    <a:cubicBezTo>
                      <a:pt x="166785" y="86280"/>
                      <a:pt x="164535" y="89509"/>
                      <a:pt x="162349" y="92640"/>
                    </a:cubicBezTo>
                    <a:cubicBezTo>
                      <a:pt x="160457" y="95315"/>
                      <a:pt x="158141" y="98610"/>
                      <a:pt x="156380" y="98610"/>
                    </a:cubicBezTo>
                    <a:cubicBezTo>
                      <a:pt x="154651" y="98610"/>
                      <a:pt x="152335" y="95315"/>
                      <a:pt x="150443" y="92640"/>
                    </a:cubicBezTo>
                    <a:cubicBezTo>
                      <a:pt x="148257" y="89509"/>
                      <a:pt x="146007" y="86280"/>
                      <a:pt x="142908" y="84975"/>
                    </a:cubicBezTo>
                    <a:cubicBezTo>
                      <a:pt x="141538" y="84420"/>
                      <a:pt x="140037" y="84224"/>
                      <a:pt x="138471" y="84224"/>
                    </a:cubicBezTo>
                    <a:cubicBezTo>
                      <a:pt x="136351" y="84224"/>
                      <a:pt x="134068" y="84616"/>
                      <a:pt x="131817" y="84975"/>
                    </a:cubicBezTo>
                    <a:cubicBezTo>
                      <a:pt x="130017" y="85291"/>
                      <a:pt x="127821" y="85668"/>
                      <a:pt x="126124" y="85668"/>
                    </a:cubicBezTo>
                    <a:cubicBezTo>
                      <a:pt x="125022" y="85668"/>
                      <a:pt x="124131" y="85509"/>
                      <a:pt x="123695" y="85073"/>
                    </a:cubicBezTo>
                    <a:cubicBezTo>
                      <a:pt x="122585" y="83964"/>
                      <a:pt x="123270" y="79886"/>
                      <a:pt x="123792" y="76950"/>
                    </a:cubicBezTo>
                    <a:cubicBezTo>
                      <a:pt x="124445" y="73068"/>
                      <a:pt x="125130" y="69089"/>
                      <a:pt x="123792" y="65860"/>
                    </a:cubicBezTo>
                    <a:cubicBezTo>
                      <a:pt x="122488" y="62761"/>
                      <a:pt x="119258" y="60510"/>
                      <a:pt x="116127" y="58292"/>
                    </a:cubicBezTo>
                    <a:cubicBezTo>
                      <a:pt x="113452" y="56432"/>
                      <a:pt x="110157" y="54116"/>
                      <a:pt x="110157" y="52355"/>
                    </a:cubicBezTo>
                    <a:cubicBezTo>
                      <a:pt x="110157" y="50626"/>
                      <a:pt x="113452" y="48310"/>
                      <a:pt x="116127" y="46418"/>
                    </a:cubicBezTo>
                    <a:cubicBezTo>
                      <a:pt x="119258" y="44233"/>
                      <a:pt x="122488" y="41982"/>
                      <a:pt x="123792" y="38883"/>
                    </a:cubicBezTo>
                    <a:cubicBezTo>
                      <a:pt x="125130" y="35654"/>
                      <a:pt x="124445" y="31674"/>
                      <a:pt x="123792" y="27792"/>
                    </a:cubicBezTo>
                    <a:cubicBezTo>
                      <a:pt x="123270" y="24824"/>
                      <a:pt x="122585" y="20779"/>
                      <a:pt x="123695" y="19670"/>
                    </a:cubicBezTo>
                    <a:cubicBezTo>
                      <a:pt x="124131" y="19233"/>
                      <a:pt x="125022" y="19075"/>
                      <a:pt x="126124" y="19075"/>
                    </a:cubicBezTo>
                    <a:cubicBezTo>
                      <a:pt x="127821" y="19075"/>
                      <a:pt x="130017" y="19451"/>
                      <a:pt x="131817" y="19768"/>
                    </a:cubicBezTo>
                    <a:cubicBezTo>
                      <a:pt x="134066" y="20146"/>
                      <a:pt x="136349" y="20535"/>
                      <a:pt x="138499" y="20535"/>
                    </a:cubicBezTo>
                    <a:cubicBezTo>
                      <a:pt x="140059" y="20535"/>
                      <a:pt x="141550" y="20330"/>
                      <a:pt x="142908" y="19768"/>
                    </a:cubicBezTo>
                    <a:cubicBezTo>
                      <a:pt x="146007" y="18463"/>
                      <a:pt x="148257" y="15233"/>
                      <a:pt x="150443" y="12102"/>
                    </a:cubicBezTo>
                    <a:cubicBezTo>
                      <a:pt x="152335" y="9427"/>
                      <a:pt x="154651" y="6100"/>
                      <a:pt x="156412" y="6100"/>
                    </a:cubicBezTo>
                    <a:close/>
                    <a:moveTo>
                      <a:pt x="33207" y="82757"/>
                    </a:moveTo>
                    <a:lnTo>
                      <a:pt x="32033" y="104775"/>
                    </a:lnTo>
                    <a:lnTo>
                      <a:pt x="10014" y="104775"/>
                    </a:lnTo>
                    <a:lnTo>
                      <a:pt x="11221" y="82757"/>
                    </a:lnTo>
                    <a:close/>
                    <a:moveTo>
                      <a:pt x="63054" y="82757"/>
                    </a:moveTo>
                    <a:lnTo>
                      <a:pt x="63054" y="104775"/>
                    </a:lnTo>
                    <a:lnTo>
                      <a:pt x="38165" y="104775"/>
                    </a:lnTo>
                    <a:lnTo>
                      <a:pt x="39340" y="82757"/>
                    </a:lnTo>
                    <a:close/>
                    <a:moveTo>
                      <a:pt x="92869" y="82757"/>
                    </a:moveTo>
                    <a:lnTo>
                      <a:pt x="94076" y="104775"/>
                    </a:lnTo>
                    <a:lnTo>
                      <a:pt x="69187" y="104775"/>
                    </a:lnTo>
                    <a:lnTo>
                      <a:pt x="69187" y="82757"/>
                    </a:lnTo>
                    <a:close/>
                    <a:moveTo>
                      <a:pt x="31707" y="110908"/>
                    </a:moveTo>
                    <a:lnTo>
                      <a:pt x="30500" y="132926"/>
                    </a:lnTo>
                    <a:lnTo>
                      <a:pt x="8481" y="132926"/>
                    </a:lnTo>
                    <a:lnTo>
                      <a:pt x="9688" y="110908"/>
                    </a:lnTo>
                    <a:close/>
                    <a:moveTo>
                      <a:pt x="63054" y="110908"/>
                    </a:moveTo>
                    <a:lnTo>
                      <a:pt x="63054" y="132926"/>
                    </a:lnTo>
                    <a:lnTo>
                      <a:pt x="36632" y="132926"/>
                    </a:lnTo>
                    <a:lnTo>
                      <a:pt x="37806" y="110908"/>
                    </a:lnTo>
                    <a:close/>
                    <a:moveTo>
                      <a:pt x="94402" y="110908"/>
                    </a:moveTo>
                    <a:lnTo>
                      <a:pt x="95609" y="132926"/>
                    </a:lnTo>
                    <a:lnTo>
                      <a:pt x="69187" y="132926"/>
                    </a:lnTo>
                    <a:lnTo>
                      <a:pt x="69187" y="110908"/>
                    </a:lnTo>
                    <a:close/>
                    <a:moveTo>
                      <a:pt x="122553" y="110908"/>
                    </a:moveTo>
                    <a:lnTo>
                      <a:pt x="123727" y="132926"/>
                    </a:lnTo>
                    <a:lnTo>
                      <a:pt x="101741" y="132926"/>
                    </a:lnTo>
                    <a:lnTo>
                      <a:pt x="100534" y="110908"/>
                    </a:lnTo>
                    <a:close/>
                    <a:moveTo>
                      <a:pt x="30173" y="139026"/>
                    </a:moveTo>
                    <a:lnTo>
                      <a:pt x="28966" y="161044"/>
                    </a:lnTo>
                    <a:lnTo>
                      <a:pt x="16636" y="161044"/>
                    </a:lnTo>
                    <a:cubicBezTo>
                      <a:pt x="14092" y="161044"/>
                      <a:pt x="11743" y="160033"/>
                      <a:pt x="9982" y="158206"/>
                    </a:cubicBezTo>
                    <a:cubicBezTo>
                      <a:pt x="8220" y="156347"/>
                      <a:pt x="7339" y="153933"/>
                      <a:pt x="7470" y="151389"/>
                    </a:cubicBezTo>
                    <a:lnTo>
                      <a:pt x="8155" y="139026"/>
                    </a:lnTo>
                    <a:close/>
                    <a:moveTo>
                      <a:pt x="63054" y="139026"/>
                    </a:moveTo>
                    <a:lnTo>
                      <a:pt x="63054" y="161044"/>
                    </a:lnTo>
                    <a:lnTo>
                      <a:pt x="35099" y="161044"/>
                    </a:lnTo>
                    <a:lnTo>
                      <a:pt x="36273" y="139026"/>
                    </a:lnTo>
                    <a:close/>
                    <a:moveTo>
                      <a:pt x="95935" y="139026"/>
                    </a:moveTo>
                    <a:lnTo>
                      <a:pt x="97142" y="161044"/>
                    </a:lnTo>
                    <a:lnTo>
                      <a:pt x="69187" y="161044"/>
                    </a:lnTo>
                    <a:lnTo>
                      <a:pt x="69187" y="139026"/>
                    </a:lnTo>
                    <a:close/>
                    <a:moveTo>
                      <a:pt x="124086" y="139026"/>
                    </a:moveTo>
                    <a:lnTo>
                      <a:pt x="124738" y="151389"/>
                    </a:lnTo>
                    <a:cubicBezTo>
                      <a:pt x="124869" y="153933"/>
                      <a:pt x="123988" y="156347"/>
                      <a:pt x="122259" y="158206"/>
                    </a:cubicBezTo>
                    <a:cubicBezTo>
                      <a:pt x="120498" y="160033"/>
                      <a:pt x="118117" y="161044"/>
                      <a:pt x="115572" y="161044"/>
                    </a:cubicBezTo>
                    <a:lnTo>
                      <a:pt x="103274" y="161044"/>
                    </a:lnTo>
                    <a:lnTo>
                      <a:pt x="102068" y="139026"/>
                    </a:lnTo>
                    <a:close/>
                    <a:moveTo>
                      <a:pt x="74308" y="167177"/>
                    </a:moveTo>
                    <a:lnTo>
                      <a:pt x="74308" y="186749"/>
                    </a:lnTo>
                    <a:lnTo>
                      <a:pt x="57900" y="186749"/>
                    </a:lnTo>
                    <a:lnTo>
                      <a:pt x="57900" y="167177"/>
                    </a:lnTo>
                    <a:close/>
                    <a:moveTo>
                      <a:pt x="89672" y="192849"/>
                    </a:moveTo>
                    <a:cubicBezTo>
                      <a:pt x="91760" y="192849"/>
                      <a:pt x="93684" y="194186"/>
                      <a:pt x="94435" y="196143"/>
                    </a:cubicBezTo>
                    <a:lnTo>
                      <a:pt x="96946" y="202635"/>
                    </a:lnTo>
                    <a:lnTo>
                      <a:pt x="35295" y="202635"/>
                    </a:lnTo>
                    <a:lnTo>
                      <a:pt x="37806" y="196143"/>
                    </a:lnTo>
                    <a:cubicBezTo>
                      <a:pt x="38557" y="194186"/>
                      <a:pt x="40481" y="192849"/>
                      <a:pt x="42569" y="192849"/>
                    </a:cubicBezTo>
                    <a:close/>
                    <a:moveTo>
                      <a:pt x="156412" y="0"/>
                    </a:moveTo>
                    <a:cubicBezTo>
                      <a:pt x="151487" y="0"/>
                      <a:pt x="148290" y="4567"/>
                      <a:pt x="145452" y="8579"/>
                    </a:cubicBezTo>
                    <a:cubicBezTo>
                      <a:pt x="143821" y="10895"/>
                      <a:pt x="141994" y="13505"/>
                      <a:pt x="140559" y="14092"/>
                    </a:cubicBezTo>
                    <a:cubicBezTo>
                      <a:pt x="140023" y="14322"/>
                      <a:pt x="139299" y="14412"/>
                      <a:pt x="138467" y="14412"/>
                    </a:cubicBezTo>
                    <a:cubicBezTo>
                      <a:pt x="136819" y="14412"/>
                      <a:pt x="134746" y="14058"/>
                      <a:pt x="132861" y="13733"/>
                    </a:cubicBezTo>
                    <a:cubicBezTo>
                      <a:pt x="130694" y="13362"/>
                      <a:pt x="128400" y="12971"/>
                      <a:pt x="126228" y="12971"/>
                    </a:cubicBezTo>
                    <a:cubicBezTo>
                      <a:pt x="123627" y="12971"/>
                      <a:pt x="121202" y="13533"/>
                      <a:pt x="119389" y="15364"/>
                    </a:cubicBezTo>
                    <a:cubicBezTo>
                      <a:pt x="116029" y="18691"/>
                      <a:pt x="116942" y="24073"/>
                      <a:pt x="117758" y="28803"/>
                    </a:cubicBezTo>
                    <a:cubicBezTo>
                      <a:pt x="118247" y="31674"/>
                      <a:pt x="118802" y="34936"/>
                      <a:pt x="118149" y="36534"/>
                    </a:cubicBezTo>
                    <a:cubicBezTo>
                      <a:pt x="117529" y="37970"/>
                      <a:pt x="114920" y="39796"/>
                      <a:pt x="112636" y="41427"/>
                    </a:cubicBezTo>
                    <a:cubicBezTo>
                      <a:pt x="109766" y="43450"/>
                      <a:pt x="106602" y="45635"/>
                      <a:pt x="105036" y="48506"/>
                    </a:cubicBezTo>
                    <a:lnTo>
                      <a:pt x="21431" y="48506"/>
                    </a:lnTo>
                    <a:cubicBezTo>
                      <a:pt x="13309" y="48506"/>
                      <a:pt x="6589" y="54867"/>
                      <a:pt x="6165" y="62989"/>
                    </a:cubicBezTo>
                    <a:lnTo>
                      <a:pt x="1370" y="151063"/>
                    </a:lnTo>
                    <a:cubicBezTo>
                      <a:pt x="1142" y="155303"/>
                      <a:pt x="2610" y="159315"/>
                      <a:pt x="5545" y="162414"/>
                    </a:cubicBezTo>
                    <a:cubicBezTo>
                      <a:pt x="8449" y="165481"/>
                      <a:pt x="12396" y="167177"/>
                      <a:pt x="16636" y="167177"/>
                    </a:cubicBezTo>
                    <a:lnTo>
                      <a:pt x="51800" y="167177"/>
                    </a:lnTo>
                    <a:lnTo>
                      <a:pt x="51800" y="186749"/>
                    </a:lnTo>
                    <a:lnTo>
                      <a:pt x="42569" y="186749"/>
                    </a:lnTo>
                    <a:cubicBezTo>
                      <a:pt x="37970" y="186749"/>
                      <a:pt x="33762" y="189652"/>
                      <a:pt x="32098" y="193925"/>
                    </a:cubicBezTo>
                    <a:lnTo>
                      <a:pt x="28738" y="202635"/>
                    </a:lnTo>
                    <a:lnTo>
                      <a:pt x="3066" y="202635"/>
                    </a:lnTo>
                    <a:cubicBezTo>
                      <a:pt x="1370" y="202635"/>
                      <a:pt x="0" y="204005"/>
                      <a:pt x="0" y="205701"/>
                    </a:cubicBezTo>
                    <a:cubicBezTo>
                      <a:pt x="0" y="207397"/>
                      <a:pt x="1370" y="208767"/>
                      <a:pt x="3066" y="208767"/>
                    </a:cubicBezTo>
                    <a:lnTo>
                      <a:pt x="129175" y="208767"/>
                    </a:lnTo>
                    <a:cubicBezTo>
                      <a:pt x="130871" y="208767"/>
                      <a:pt x="132241" y="207397"/>
                      <a:pt x="132241" y="205701"/>
                    </a:cubicBezTo>
                    <a:cubicBezTo>
                      <a:pt x="132241" y="204005"/>
                      <a:pt x="130871" y="202635"/>
                      <a:pt x="129175" y="202635"/>
                    </a:cubicBezTo>
                    <a:lnTo>
                      <a:pt x="103470" y="202635"/>
                    </a:lnTo>
                    <a:lnTo>
                      <a:pt x="100143" y="193925"/>
                    </a:lnTo>
                    <a:cubicBezTo>
                      <a:pt x="98479" y="189652"/>
                      <a:pt x="94271" y="186749"/>
                      <a:pt x="89672" y="186749"/>
                    </a:cubicBezTo>
                    <a:lnTo>
                      <a:pt x="80441" y="186749"/>
                    </a:lnTo>
                    <a:lnTo>
                      <a:pt x="80441" y="167177"/>
                    </a:lnTo>
                    <a:lnTo>
                      <a:pt x="115572" y="167177"/>
                    </a:lnTo>
                    <a:cubicBezTo>
                      <a:pt x="119813" y="167177"/>
                      <a:pt x="123760" y="165481"/>
                      <a:pt x="126696" y="162414"/>
                    </a:cubicBezTo>
                    <a:cubicBezTo>
                      <a:pt x="129599" y="159315"/>
                      <a:pt x="131067" y="155303"/>
                      <a:pt x="130838" y="151063"/>
                    </a:cubicBezTo>
                    <a:lnTo>
                      <a:pt x="128066" y="99523"/>
                    </a:lnTo>
                    <a:cubicBezTo>
                      <a:pt x="127970" y="97869"/>
                      <a:pt x="126571" y="96618"/>
                      <a:pt x="124959" y="96618"/>
                    </a:cubicBezTo>
                    <a:cubicBezTo>
                      <a:pt x="124918" y="96618"/>
                      <a:pt x="124877" y="96618"/>
                      <a:pt x="124836" y="96620"/>
                    </a:cubicBezTo>
                    <a:cubicBezTo>
                      <a:pt x="123140" y="96718"/>
                      <a:pt x="121868" y="98153"/>
                      <a:pt x="121933" y="99849"/>
                    </a:cubicBezTo>
                    <a:lnTo>
                      <a:pt x="122227" y="104775"/>
                    </a:lnTo>
                    <a:lnTo>
                      <a:pt x="100208" y="104775"/>
                    </a:lnTo>
                    <a:lnTo>
                      <a:pt x="99001" y="82757"/>
                    </a:lnTo>
                    <a:lnTo>
                      <a:pt x="108037" y="82757"/>
                    </a:lnTo>
                    <a:cubicBezTo>
                      <a:pt x="109701" y="82757"/>
                      <a:pt x="111071" y="81419"/>
                      <a:pt x="111071" y="79723"/>
                    </a:cubicBezTo>
                    <a:cubicBezTo>
                      <a:pt x="111071" y="78027"/>
                      <a:pt x="109701" y="76657"/>
                      <a:pt x="108037" y="76657"/>
                    </a:cubicBezTo>
                    <a:lnTo>
                      <a:pt x="98675" y="76657"/>
                    </a:lnTo>
                    <a:lnTo>
                      <a:pt x="97468" y="54638"/>
                    </a:lnTo>
                    <a:lnTo>
                      <a:pt x="104384" y="54638"/>
                    </a:lnTo>
                    <a:cubicBezTo>
                      <a:pt x="105493" y="58324"/>
                      <a:pt x="109244" y="60934"/>
                      <a:pt x="112604" y="63315"/>
                    </a:cubicBezTo>
                    <a:cubicBezTo>
                      <a:pt x="114920" y="64946"/>
                      <a:pt x="117529" y="66773"/>
                      <a:pt x="118117" y="68208"/>
                    </a:cubicBezTo>
                    <a:cubicBezTo>
                      <a:pt x="118802" y="69807"/>
                      <a:pt x="118247" y="73068"/>
                      <a:pt x="117758" y="75906"/>
                    </a:cubicBezTo>
                    <a:cubicBezTo>
                      <a:pt x="116942" y="80669"/>
                      <a:pt x="116029" y="86051"/>
                      <a:pt x="119389" y="89378"/>
                    </a:cubicBezTo>
                    <a:cubicBezTo>
                      <a:pt x="121202" y="91210"/>
                      <a:pt x="123627" y="91772"/>
                      <a:pt x="126223" y="91772"/>
                    </a:cubicBezTo>
                    <a:cubicBezTo>
                      <a:pt x="128390" y="91772"/>
                      <a:pt x="130676" y="91380"/>
                      <a:pt x="132828" y="91009"/>
                    </a:cubicBezTo>
                    <a:cubicBezTo>
                      <a:pt x="134762" y="90680"/>
                      <a:pt x="136873" y="90321"/>
                      <a:pt x="138533" y="90321"/>
                    </a:cubicBezTo>
                    <a:cubicBezTo>
                      <a:pt x="139338" y="90321"/>
                      <a:pt x="140037" y="90405"/>
                      <a:pt x="140559" y="90618"/>
                    </a:cubicBezTo>
                    <a:cubicBezTo>
                      <a:pt x="141994" y="91238"/>
                      <a:pt x="143821" y="93847"/>
                      <a:pt x="145452" y="96131"/>
                    </a:cubicBezTo>
                    <a:cubicBezTo>
                      <a:pt x="148290" y="100176"/>
                      <a:pt x="151487" y="104742"/>
                      <a:pt x="156380" y="104742"/>
                    </a:cubicBezTo>
                    <a:cubicBezTo>
                      <a:pt x="161305" y="104742"/>
                      <a:pt x="164502" y="100176"/>
                      <a:pt x="167340" y="96163"/>
                    </a:cubicBezTo>
                    <a:cubicBezTo>
                      <a:pt x="168938" y="93847"/>
                      <a:pt x="170798" y="91238"/>
                      <a:pt x="172233" y="90618"/>
                    </a:cubicBezTo>
                    <a:cubicBezTo>
                      <a:pt x="172755" y="90405"/>
                      <a:pt x="173454" y="90321"/>
                      <a:pt x="174257" y="90321"/>
                    </a:cubicBezTo>
                    <a:cubicBezTo>
                      <a:pt x="175916" y="90321"/>
                      <a:pt x="178020" y="90680"/>
                      <a:pt x="179931" y="91009"/>
                    </a:cubicBezTo>
                    <a:cubicBezTo>
                      <a:pt x="182098" y="91380"/>
                      <a:pt x="184392" y="91772"/>
                      <a:pt x="186564" y="91772"/>
                    </a:cubicBezTo>
                    <a:cubicBezTo>
                      <a:pt x="189165" y="91772"/>
                      <a:pt x="191590" y="91210"/>
                      <a:pt x="193403" y="89378"/>
                    </a:cubicBezTo>
                    <a:cubicBezTo>
                      <a:pt x="196763" y="86051"/>
                      <a:pt x="195850" y="80669"/>
                      <a:pt x="195034" y="75906"/>
                    </a:cubicBezTo>
                    <a:cubicBezTo>
                      <a:pt x="194545" y="73068"/>
                      <a:pt x="193990" y="69807"/>
                      <a:pt x="194643" y="68208"/>
                    </a:cubicBezTo>
                    <a:cubicBezTo>
                      <a:pt x="195263" y="66773"/>
                      <a:pt x="197872" y="64946"/>
                      <a:pt x="200155" y="63315"/>
                    </a:cubicBezTo>
                    <a:cubicBezTo>
                      <a:pt x="204200" y="60477"/>
                      <a:pt x="208767" y="57280"/>
                      <a:pt x="208767" y="52355"/>
                    </a:cubicBezTo>
                    <a:cubicBezTo>
                      <a:pt x="208767" y="47462"/>
                      <a:pt x="204200" y="44265"/>
                      <a:pt x="200188" y="41427"/>
                    </a:cubicBezTo>
                    <a:cubicBezTo>
                      <a:pt x="197872" y="39796"/>
                      <a:pt x="195263" y="37970"/>
                      <a:pt x="194675" y="36534"/>
                    </a:cubicBezTo>
                    <a:cubicBezTo>
                      <a:pt x="193990" y="34936"/>
                      <a:pt x="194545" y="31674"/>
                      <a:pt x="195034" y="28803"/>
                    </a:cubicBezTo>
                    <a:cubicBezTo>
                      <a:pt x="195850" y="24073"/>
                      <a:pt x="196763" y="18691"/>
                      <a:pt x="193403" y="15364"/>
                    </a:cubicBezTo>
                    <a:cubicBezTo>
                      <a:pt x="191590" y="13533"/>
                      <a:pt x="189165" y="12971"/>
                      <a:pt x="186569" y="12971"/>
                    </a:cubicBezTo>
                    <a:cubicBezTo>
                      <a:pt x="184402" y="12971"/>
                      <a:pt x="182115" y="13362"/>
                      <a:pt x="179964" y="13733"/>
                    </a:cubicBezTo>
                    <a:cubicBezTo>
                      <a:pt x="178030" y="14063"/>
                      <a:pt x="175919" y="14422"/>
                      <a:pt x="174258" y="14422"/>
                    </a:cubicBezTo>
                    <a:cubicBezTo>
                      <a:pt x="173454" y="14422"/>
                      <a:pt x="172755" y="14337"/>
                      <a:pt x="172233" y="14124"/>
                    </a:cubicBezTo>
                    <a:cubicBezTo>
                      <a:pt x="170798" y="13505"/>
                      <a:pt x="168971" y="10895"/>
                      <a:pt x="167340" y="8579"/>
                    </a:cubicBezTo>
                    <a:cubicBezTo>
                      <a:pt x="164502" y="4567"/>
                      <a:pt x="161305" y="0"/>
                      <a:pt x="15641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782" name="Google Shape;782;p45"/>
          <p:cNvGrpSpPr/>
          <p:nvPr/>
        </p:nvGrpSpPr>
        <p:grpSpPr>
          <a:xfrm>
            <a:off x="2195812" y="932609"/>
            <a:ext cx="1636968" cy="1636968"/>
            <a:chOff x="1613600" y="167337"/>
            <a:chExt cx="2679600" cy="2679600"/>
          </a:xfrm>
        </p:grpSpPr>
        <p:sp>
          <p:nvSpPr>
            <p:cNvPr id="783" name="Google Shape;783;p45"/>
            <p:cNvSpPr/>
            <p:nvPr/>
          </p:nvSpPr>
          <p:spPr>
            <a:xfrm>
              <a:off x="1613600" y="167337"/>
              <a:ext cx="2679600" cy="2679600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784" name="Google Shape;784;p45"/>
            <p:cNvGrpSpPr/>
            <p:nvPr/>
          </p:nvGrpSpPr>
          <p:grpSpPr>
            <a:xfrm>
              <a:off x="2009766" y="563237"/>
              <a:ext cx="1887263" cy="1887821"/>
              <a:chOff x="1190625" y="238025"/>
              <a:chExt cx="5219200" cy="5219300"/>
            </a:xfrm>
          </p:grpSpPr>
          <p:sp>
            <p:nvSpPr>
              <p:cNvPr id="785" name="Google Shape;785;p45"/>
              <p:cNvSpPr/>
              <p:nvPr/>
            </p:nvSpPr>
            <p:spPr>
              <a:xfrm>
                <a:off x="3297050" y="1135150"/>
                <a:ext cx="1007975" cy="1466325"/>
              </a:xfrm>
              <a:custGeom>
                <a:avLst/>
                <a:gdLst/>
                <a:ahLst/>
                <a:cxnLst/>
                <a:rect l="l" t="t" r="r" b="b"/>
                <a:pathLst>
                  <a:path w="40319" h="58653" extrusionOk="0">
                    <a:moveTo>
                      <a:pt x="28106" y="1"/>
                    </a:moveTo>
                    <a:cubicBezTo>
                      <a:pt x="28088" y="1"/>
                      <a:pt x="28071" y="1"/>
                      <a:pt x="28053" y="1"/>
                    </a:cubicBezTo>
                    <a:cubicBezTo>
                      <a:pt x="27205" y="1"/>
                      <a:pt x="26390" y="523"/>
                      <a:pt x="25672" y="1208"/>
                    </a:cubicBezTo>
                    <a:cubicBezTo>
                      <a:pt x="17713" y="8776"/>
                      <a:pt x="9721" y="16311"/>
                      <a:pt x="1762" y="23846"/>
                    </a:cubicBezTo>
                    <a:cubicBezTo>
                      <a:pt x="0" y="25510"/>
                      <a:pt x="261" y="28021"/>
                      <a:pt x="2284" y="29261"/>
                    </a:cubicBezTo>
                    <a:cubicBezTo>
                      <a:pt x="6687" y="31903"/>
                      <a:pt x="11189" y="34415"/>
                      <a:pt x="15625" y="36992"/>
                    </a:cubicBezTo>
                    <a:cubicBezTo>
                      <a:pt x="15886" y="37122"/>
                      <a:pt x="16016" y="37253"/>
                      <a:pt x="15886" y="37612"/>
                    </a:cubicBezTo>
                    <a:cubicBezTo>
                      <a:pt x="14418" y="41037"/>
                      <a:pt x="12983" y="44462"/>
                      <a:pt x="11580" y="47919"/>
                    </a:cubicBezTo>
                    <a:cubicBezTo>
                      <a:pt x="10667" y="50040"/>
                      <a:pt x="9786" y="52160"/>
                      <a:pt x="8938" y="54313"/>
                    </a:cubicBezTo>
                    <a:cubicBezTo>
                      <a:pt x="8318" y="55879"/>
                      <a:pt x="9068" y="57575"/>
                      <a:pt x="10569" y="58293"/>
                    </a:cubicBezTo>
                    <a:cubicBezTo>
                      <a:pt x="11048" y="58532"/>
                      <a:pt x="11520" y="58652"/>
                      <a:pt x="11988" y="58652"/>
                    </a:cubicBezTo>
                    <a:cubicBezTo>
                      <a:pt x="12856" y="58652"/>
                      <a:pt x="13712" y="58239"/>
                      <a:pt x="14581" y="57412"/>
                    </a:cubicBezTo>
                    <a:cubicBezTo>
                      <a:pt x="22573" y="49877"/>
                      <a:pt x="30532" y="42341"/>
                      <a:pt x="38492" y="34774"/>
                    </a:cubicBezTo>
                    <a:cubicBezTo>
                      <a:pt x="40318" y="33045"/>
                      <a:pt x="39959" y="30533"/>
                      <a:pt x="37807" y="29261"/>
                    </a:cubicBezTo>
                    <a:cubicBezTo>
                      <a:pt x="33403" y="26749"/>
                      <a:pt x="29032" y="24205"/>
                      <a:pt x="24628" y="21660"/>
                    </a:cubicBezTo>
                    <a:cubicBezTo>
                      <a:pt x="24335" y="21497"/>
                      <a:pt x="24237" y="21367"/>
                      <a:pt x="24400" y="21008"/>
                    </a:cubicBezTo>
                    <a:cubicBezTo>
                      <a:pt x="26716" y="15463"/>
                      <a:pt x="29130" y="9917"/>
                      <a:pt x="31315" y="4307"/>
                    </a:cubicBezTo>
                    <a:cubicBezTo>
                      <a:pt x="32125" y="2234"/>
                      <a:pt x="30523" y="1"/>
                      <a:pt x="28106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6" name="Google Shape;786;p45"/>
              <p:cNvSpPr/>
              <p:nvPr/>
            </p:nvSpPr>
            <p:spPr>
              <a:xfrm>
                <a:off x="1267275" y="2817525"/>
                <a:ext cx="2532950" cy="2563125"/>
              </a:xfrm>
              <a:custGeom>
                <a:avLst/>
                <a:gdLst/>
                <a:ahLst/>
                <a:cxnLst/>
                <a:rect l="l" t="t" r="r" b="b"/>
                <a:pathLst>
                  <a:path w="101318" h="102525" extrusionOk="0">
                    <a:moveTo>
                      <a:pt x="49648" y="1"/>
                    </a:moveTo>
                    <a:lnTo>
                      <a:pt x="4926" y="33"/>
                    </a:lnTo>
                    <a:cubicBezTo>
                      <a:pt x="2186" y="33"/>
                      <a:pt x="0" y="2251"/>
                      <a:pt x="0" y="4991"/>
                    </a:cubicBezTo>
                    <a:lnTo>
                      <a:pt x="0" y="50235"/>
                    </a:lnTo>
                    <a:cubicBezTo>
                      <a:pt x="0" y="79136"/>
                      <a:pt x="23128" y="102525"/>
                      <a:pt x="51670" y="102525"/>
                    </a:cubicBezTo>
                    <a:lnTo>
                      <a:pt x="96392" y="102525"/>
                    </a:lnTo>
                    <a:cubicBezTo>
                      <a:pt x="99099" y="102525"/>
                      <a:pt x="101318" y="100307"/>
                      <a:pt x="101318" y="97534"/>
                    </a:cubicBezTo>
                    <a:lnTo>
                      <a:pt x="101318" y="52290"/>
                    </a:lnTo>
                    <a:cubicBezTo>
                      <a:pt x="101318" y="23422"/>
                      <a:pt x="78190" y="1"/>
                      <a:pt x="4964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7" name="Google Shape;787;p45"/>
              <p:cNvSpPr/>
              <p:nvPr/>
            </p:nvSpPr>
            <p:spPr>
              <a:xfrm>
                <a:off x="3800200" y="2817525"/>
                <a:ext cx="2532950" cy="2563125"/>
              </a:xfrm>
              <a:custGeom>
                <a:avLst/>
                <a:gdLst/>
                <a:ahLst/>
                <a:cxnLst/>
                <a:rect l="l" t="t" r="r" b="b"/>
                <a:pathLst>
                  <a:path w="101318" h="102525" extrusionOk="0">
                    <a:moveTo>
                      <a:pt x="51670" y="1"/>
                    </a:moveTo>
                    <a:cubicBezTo>
                      <a:pt x="23128" y="1"/>
                      <a:pt x="1" y="23422"/>
                      <a:pt x="1" y="52290"/>
                    </a:cubicBezTo>
                    <a:lnTo>
                      <a:pt x="1" y="97534"/>
                    </a:lnTo>
                    <a:cubicBezTo>
                      <a:pt x="1" y="100307"/>
                      <a:pt x="2219" y="102525"/>
                      <a:pt x="4926" y="102525"/>
                    </a:cubicBezTo>
                    <a:lnTo>
                      <a:pt x="49648" y="102525"/>
                    </a:lnTo>
                    <a:cubicBezTo>
                      <a:pt x="78190" y="102525"/>
                      <a:pt x="101318" y="79136"/>
                      <a:pt x="101318" y="50235"/>
                    </a:cubicBezTo>
                    <a:lnTo>
                      <a:pt x="101318" y="4991"/>
                    </a:lnTo>
                    <a:cubicBezTo>
                      <a:pt x="101318" y="2251"/>
                      <a:pt x="99132" y="33"/>
                      <a:pt x="96392" y="33"/>
                    </a:cubicBezTo>
                    <a:lnTo>
                      <a:pt x="5167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857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788" name="Google Shape;788;p45"/>
              <p:cNvSpPr/>
              <p:nvPr/>
            </p:nvSpPr>
            <p:spPr>
              <a:xfrm>
                <a:off x="1190625" y="238025"/>
                <a:ext cx="5219200" cy="52193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08772" extrusionOk="0">
                    <a:moveTo>
                      <a:pt x="112506" y="38952"/>
                    </a:moveTo>
                    <a:cubicBezTo>
                      <a:pt x="112669" y="38985"/>
                      <a:pt x="112702" y="39050"/>
                      <a:pt x="112702" y="39083"/>
                    </a:cubicBezTo>
                    <a:cubicBezTo>
                      <a:pt x="110549" y="44693"/>
                      <a:pt x="108135" y="50239"/>
                      <a:pt x="105819" y="55719"/>
                    </a:cubicBezTo>
                    <a:cubicBezTo>
                      <a:pt x="105101" y="57448"/>
                      <a:pt x="105721" y="59242"/>
                      <a:pt x="107352" y="60188"/>
                    </a:cubicBezTo>
                    <a:cubicBezTo>
                      <a:pt x="111756" y="62732"/>
                      <a:pt x="116127" y="65276"/>
                      <a:pt x="120530" y="67821"/>
                    </a:cubicBezTo>
                    <a:cubicBezTo>
                      <a:pt x="120987" y="68082"/>
                      <a:pt x="120987" y="68114"/>
                      <a:pt x="120661" y="68440"/>
                    </a:cubicBezTo>
                    <a:cubicBezTo>
                      <a:pt x="114300" y="74475"/>
                      <a:pt x="96751" y="91274"/>
                      <a:pt x="96229" y="91470"/>
                    </a:cubicBezTo>
                    <a:cubicBezTo>
                      <a:pt x="96163" y="91437"/>
                      <a:pt x="96000" y="91405"/>
                      <a:pt x="96033" y="91307"/>
                    </a:cubicBezTo>
                    <a:cubicBezTo>
                      <a:pt x="98153" y="85859"/>
                      <a:pt x="100795" y="79727"/>
                      <a:pt x="102948" y="74671"/>
                    </a:cubicBezTo>
                    <a:cubicBezTo>
                      <a:pt x="103568" y="73236"/>
                      <a:pt x="103307" y="71311"/>
                      <a:pt x="101415" y="70202"/>
                    </a:cubicBezTo>
                    <a:cubicBezTo>
                      <a:pt x="96979" y="67658"/>
                      <a:pt x="92510" y="65178"/>
                      <a:pt x="88139" y="62536"/>
                    </a:cubicBezTo>
                    <a:cubicBezTo>
                      <a:pt x="87813" y="62341"/>
                      <a:pt x="87813" y="62243"/>
                      <a:pt x="88106" y="61949"/>
                    </a:cubicBezTo>
                    <a:cubicBezTo>
                      <a:pt x="96620" y="53892"/>
                      <a:pt x="111756" y="39409"/>
                      <a:pt x="112506" y="38952"/>
                    </a:cubicBezTo>
                    <a:close/>
                    <a:moveTo>
                      <a:pt x="105455" y="0"/>
                    </a:moveTo>
                    <a:cubicBezTo>
                      <a:pt x="88284" y="0"/>
                      <a:pt x="71595" y="6083"/>
                      <a:pt x="58292" y="17423"/>
                    </a:cubicBezTo>
                    <a:cubicBezTo>
                      <a:pt x="58259" y="17456"/>
                      <a:pt x="58259" y="17456"/>
                      <a:pt x="58226" y="17456"/>
                    </a:cubicBezTo>
                    <a:cubicBezTo>
                      <a:pt x="48799" y="25872"/>
                      <a:pt x="36926" y="40094"/>
                      <a:pt x="33859" y="60220"/>
                    </a:cubicBezTo>
                    <a:cubicBezTo>
                      <a:pt x="32424" y="69517"/>
                      <a:pt x="33077" y="79596"/>
                      <a:pt x="35686" y="89317"/>
                    </a:cubicBezTo>
                    <a:cubicBezTo>
                      <a:pt x="36071" y="90691"/>
                      <a:pt x="37311" y="91602"/>
                      <a:pt x="38668" y="91602"/>
                    </a:cubicBezTo>
                    <a:cubicBezTo>
                      <a:pt x="38922" y="91602"/>
                      <a:pt x="39180" y="91570"/>
                      <a:pt x="39437" y="91503"/>
                    </a:cubicBezTo>
                    <a:cubicBezTo>
                      <a:pt x="41068" y="91046"/>
                      <a:pt x="42047" y="89382"/>
                      <a:pt x="41590" y="87751"/>
                    </a:cubicBezTo>
                    <a:cubicBezTo>
                      <a:pt x="39209" y="78814"/>
                      <a:pt x="38622" y="69615"/>
                      <a:pt x="39894" y="61166"/>
                    </a:cubicBezTo>
                    <a:cubicBezTo>
                      <a:pt x="42667" y="42834"/>
                      <a:pt x="53594" y="29786"/>
                      <a:pt x="62271" y="22055"/>
                    </a:cubicBezTo>
                    <a:cubicBezTo>
                      <a:pt x="74473" y="11686"/>
                      <a:pt x="89744" y="6130"/>
                      <a:pt x="105452" y="6130"/>
                    </a:cubicBezTo>
                    <a:cubicBezTo>
                      <a:pt x="109312" y="6130"/>
                      <a:pt x="113199" y="6466"/>
                      <a:pt x="117073" y="7148"/>
                    </a:cubicBezTo>
                    <a:cubicBezTo>
                      <a:pt x="134622" y="10214"/>
                      <a:pt x="149888" y="19967"/>
                      <a:pt x="160098" y="34548"/>
                    </a:cubicBezTo>
                    <a:cubicBezTo>
                      <a:pt x="169852" y="48444"/>
                      <a:pt x="173864" y="65146"/>
                      <a:pt x="171548" y="81880"/>
                    </a:cubicBezTo>
                    <a:lnTo>
                      <a:pt x="161534" y="70724"/>
                    </a:lnTo>
                    <a:cubicBezTo>
                      <a:pt x="160923" y="70061"/>
                      <a:pt x="160089" y="69725"/>
                      <a:pt x="159250" y="69725"/>
                    </a:cubicBezTo>
                    <a:cubicBezTo>
                      <a:pt x="158520" y="69725"/>
                      <a:pt x="157787" y="69979"/>
                      <a:pt x="157195" y="70496"/>
                    </a:cubicBezTo>
                    <a:cubicBezTo>
                      <a:pt x="155956" y="71637"/>
                      <a:pt x="155858" y="73562"/>
                      <a:pt x="156967" y="74834"/>
                    </a:cubicBezTo>
                    <a:lnTo>
                      <a:pt x="171124" y="90557"/>
                    </a:lnTo>
                    <a:cubicBezTo>
                      <a:pt x="171685" y="91174"/>
                      <a:pt x="172612" y="91588"/>
                      <a:pt x="173540" y="91588"/>
                    </a:cubicBezTo>
                    <a:cubicBezTo>
                      <a:pt x="174230" y="91588"/>
                      <a:pt x="174920" y="91360"/>
                      <a:pt x="175462" y="90818"/>
                    </a:cubicBezTo>
                    <a:lnTo>
                      <a:pt x="192979" y="75062"/>
                    </a:lnTo>
                    <a:cubicBezTo>
                      <a:pt x="194219" y="73921"/>
                      <a:pt x="194349" y="71996"/>
                      <a:pt x="193207" y="70724"/>
                    </a:cubicBezTo>
                    <a:cubicBezTo>
                      <a:pt x="192597" y="70061"/>
                      <a:pt x="191763" y="69725"/>
                      <a:pt x="190929" y="69725"/>
                    </a:cubicBezTo>
                    <a:cubicBezTo>
                      <a:pt x="190204" y="69725"/>
                      <a:pt x="189478" y="69979"/>
                      <a:pt x="188902" y="70496"/>
                    </a:cubicBezTo>
                    <a:lnTo>
                      <a:pt x="177876" y="80412"/>
                    </a:lnTo>
                    <a:cubicBezTo>
                      <a:pt x="181888" y="42736"/>
                      <a:pt x="155988" y="7768"/>
                      <a:pt x="118149" y="1113"/>
                    </a:cubicBezTo>
                    <a:cubicBezTo>
                      <a:pt x="113917" y="367"/>
                      <a:pt x="109671" y="0"/>
                      <a:pt x="105455" y="0"/>
                    </a:cubicBezTo>
                    <a:close/>
                    <a:moveTo>
                      <a:pt x="112212" y="32820"/>
                    </a:moveTo>
                    <a:cubicBezTo>
                      <a:pt x="110679" y="32852"/>
                      <a:pt x="109211" y="33570"/>
                      <a:pt x="107809" y="34875"/>
                    </a:cubicBezTo>
                    <a:cubicBezTo>
                      <a:pt x="99817" y="42508"/>
                      <a:pt x="91890" y="49978"/>
                      <a:pt x="83898" y="57513"/>
                    </a:cubicBezTo>
                    <a:cubicBezTo>
                      <a:pt x="82365" y="58981"/>
                      <a:pt x="81615" y="60971"/>
                      <a:pt x="81811" y="62960"/>
                    </a:cubicBezTo>
                    <a:cubicBezTo>
                      <a:pt x="82039" y="64918"/>
                      <a:pt x="83181" y="66679"/>
                      <a:pt x="84975" y="67755"/>
                    </a:cubicBezTo>
                    <a:cubicBezTo>
                      <a:pt x="88791" y="70071"/>
                      <a:pt x="92608" y="72224"/>
                      <a:pt x="96424" y="74410"/>
                    </a:cubicBezTo>
                    <a:cubicBezTo>
                      <a:pt x="94532" y="78911"/>
                      <a:pt x="92216" y="84294"/>
                      <a:pt x="90357" y="89089"/>
                    </a:cubicBezTo>
                    <a:cubicBezTo>
                      <a:pt x="89150" y="92122"/>
                      <a:pt x="90520" y="95515"/>
                      <a:pt x="93489" y="96950"/>
                    </a:cubicBezTo>
                    <a:cubicBezTo>
                      <a:pt x="94357" y="97366"/>
                      <a:pt x="95277" y="97594"/>
                      <a:pt x="96216" y="97594"/>
                    </a:cubicBezTo>
                    <a:cubicBezTo>
                      <a:pt x="97779" y="97594"/>
                      <a:pt x="99397" y="96962"/>
                      <a:pt x="100926" y="95515"/>
                    </a:cubicBezTo>
                    <a:cubicBezTo>
                      <a:pt x="108885" y="88012"/>
                      <a:pt x="116942" y="80379"/>
                      <a:pt x="124869" y="72877"/>
                    </a:cubicBezTo>
                    <a:cubicBezTo>
                      <a:pt x="126435" y="71409"/>
                      <a:pt x="127185" y="69419"/>
                      <a:pt x="126924" y="67397"/>
                    </a:cubicBezTo>
                    <a:cubicBezTo>
                      <a:pt x="126696" y="65374"/>
                      <a:pt x="125489" y="63580"/>
                      <a:pt x="123597" y="62504"/>
                    </a:cubicBezTo>
                    <a:cubicBezTo>
                      <a:pt x="119845" y="60351"/>
                      <a:pt x="116094" y="58165"/>
                      <a:pt x="112343" y="56012"/>
                    </a:cubicBezTo>
                    <a:cubicBezTo>
                      <a:pt x="114398" y="51217"/>
                      <a:pt x="116518" y="46259"/>
                      <a:pt x="118410" y="41301"/>
                    </a:cubicBezTo>
                    <a:cubicBezTo>
                      <a:pt x="119160" y="39409"/>
                      <a:pt x="118899" y="37256"/>
                      <a:pt x="117758" y="35592"/>
                    </a:cubicBezTo>
                    <a:cubicBezTo>
                      <a:pt x="116551" y="33863"/>
                      <a:pt x="114528" y="32820"/>
                      <a:pt x="112343" y="32820"/>
                    </a:cubicBezTo>
                    <a:close/>
                    <a:moveTo>
                      <a:pt x="7992" y="100147"/>
                    </a:moveTo>
                    <a:cubicBezTo>
                      <a:pt x="3588" y="100147"/>
                      <a:pt x="0" y="103735"/>
                      <a:pt x="0" y="108171"/>
                    </a:cubicBezTo>
                    <a:lnTo>
                      <a:pt x="0" y="153415"/>
                    </a:lnTo>
                    <a:cubicBezTo>
                      <a:pt x="0" y="168192"/>
                      <a:pt x="5676" y="182088"/>
                      <a:pt x="16016" y="192559"/>
                    </a:cubicBezTo>
                    <a:cubicBezTo>
                      <a:pt x="26357" y="202997"/>
                      <a:pt x="40090" y="208771"/>
                      <a:pt x="54736" y="208771"/>
                    </a:cubicBezTo>
                    <a:lnTo>
                      <a:pt x="99458" y="208771"/>
                    </a:lnTo>
                    <a:cubicBezTo>
                      <a:pt x="101317" y="208771"/>
                      <a:pt x="103014" y="208119"/>
                      <a:pt x="104384" y="207010"/>
                    </a:cubicBezTo>
                    <a:cubicBezTo>
                      <a:pt x="105754" y="208119"/>
                      <a:pt x="107450" y="208771"/>
                      <a:pt x="109309" y="208771"/>
                    </a:cubicBezTo>
                    <a:lnTo>
                      <a:pt x="154031" y="208771"/>
                    </a:lnTo>
                    <a:cubicBezTo>
                      <a:pt x="168677" y="208771"/>
                      <a:pt x="182410" y="202997"/>
                      <a:pt x="192751" y="192559"/>
                    </a:cubicBezTo>
                    <a:cubicBezTo>
                      <a:pt x="203091" y="182088"/>
                      <a:pt x="208767" y="168192"/>
                      <a:pt x="208767" y="153415"/>
                    </a:cubicBezTo>
                    <a:lnTo>
                      <a:pt x="208767" y="141444"/>
                    </a:lnTo>
                    <a:cubicBezTo>
                      <a:pt x="208767" y="139748"/>
                      <a:pt x="207397" y="138377"/>
                      <a:pt x="205701" y="138377"/>
                    </a:cubicBezTo>
                    <a:cubicBezTo>
                      <a:pt x="204005" y="138377"/>
                      <a:pt x="202635" y="139748"/>
                      <a:pt x="202635" y="141444"/>
                    </a:cubicBezTo>
                    <a:lnTo>
                      <a:pt x="202667" y="153415"/>
                    </a:lnTo>
                    <a:cubicBezTo>
                      <a:pt x="202667" y="166594"/>
                      <a:pt x="197579" y="178957"/>
                      <a:pt x="188412" y="188253"/>
                    </a:cubicBezTo>
                    <a:cubicBezTo>
                      <a:pt x="179214" y="197550"/>
                      <a:pt x="167014" y="202639"/>
                      <a:pt x="154031" y="202639"/>
                    </a:cubicBezTo>
                    <a:lnTo>
                      <a:pt x="111723" y="202639"/>
                    </a:lnTo>
                    <a:lnTo>
                      <a:pt x="127544" y="186622"/>
                    </a:lnTo>
                    <a:lnTo>
                      <a:pt x="146528" y="186622"/>
                    </a:lnTo>
                    <a:cubicBezTo>
                      <a:pt x="148225" y="186622"/>
                      <a:pt x="149595" y="185252"/>
                      <a:pt x="149595" y="183589"/>
                    </a:cubicBezTo>
                    <a:cubicBezTo>
                      <a:pt x="149595" y="181892"/>
                      <a:pt x="148225" y="180522"/>
                      <a:pt x="146528" y="180522"/>
                    </a:cubicBezTo>
                    <a:lnTo>
                      <a:pt x="133578" y="180522"/>
                    </a:lnTo>
                    <a:lnTo>
                      <a:pt x="143201" y="170802"/>
                    </a:lnTo>
                    <a:lnTo>
                      <a:pt x="162186" y="170802"/>
                    </a:lnTo>
                    <a:cubicBezTo>
                      <a:pt x="163850" y="170802"/>
                      <a:pt x="165220" y="169432"/>
                      <a:pt x="165220" y="167735"/>
                    </a:cubicBezTo>
                    <a:cubicBezTo>
                      <a:pt x="165220" y="166039"/>
                      <a:pt x="163850" y="164669"/>
                      <a:pt x="162186" y="164669"/>
                    </a:cubicBezTo>
                    <a:lnTo>
                      <a:pt x="149236" y="164669"/>
                    </a:lnTo>
                    <a:lnTo>
                      <a:pt x="167666" y="146043"/>
                    </a:lnTo>
                    <a:cubicBezTo>
                      <a:pt x="168840" y="144836"/>
                      <a:pt x="168840" y="142912"/>
                      <a:pt x="167633" y="141737"/>
                    </a:cubicBezTo>
                    <a:cubicBezTo>
                      <a:pt x="167030" y="141134"/>
                      <a:pt x="166247" y="140832"/>
                      <a:pt x="165464" y="140832"/>
                    </a:cubicBezTo>
                    <a:cubicBezTo>
                      <a:pt x="164681" y="140832"/>
                      <a:pt x="163899" y="141134"/>
                      <a:pt x="163295" y="141737"/>
                    </a:cubicBezTo>
                    <a:lnTo>
                      <a:pt x="150182" y="155014"/>
                    </a:lnTo>
                    <a:lnTo>
                      <a:pt x="150182" y="141966"/>
                    </a:lnTo>
                    <a:cubicBezTo>
                      <a:pt x="150182" y="140269"/>
                      <a:pt x="148812" y="138899"/>
                      <a:pt x="147116" y="138899"/>
                    </a:cubicBezTo>
                    <a:cubicBezTo>
                      <a:pt x="145452" y="138899"/>
                      <a:pt x="144082" y="140269"/>
                      <a:pt x="144082" y="141966"/>
                    </a:cubicBezTo>
                    <a:lnTo>
                      <a:pt x="144082" y="161211"/>
                    </a:lnTo>
                    <a:lnTo>
                      <a:pt x="134524" y="170834"/>
                    </a:lnTo>
                    <a:lnTo>
                      <a:pt x="134524" y="157786"/>
                    </a:lnTo>
                    <a:cubicBezTo>
                      <a:pt x="134524" y="156090"/>
                      <a:pt x="133154" y="154720"/>
                      <a:pt x="131491" y="154720"/>
                    </a:cubicBezTo>
                    <a:cubicBezTo>
                      <a:pt x="129794" y="154720"/>
                      <a:pt x="128424" y="156090"/>
                      <a:pt x="128424" y="157786"/>
                    </a:cubicBezTo>
                    <a:lnTo>
                      <a:pt x="128424" y="177032"/>
                    </a:lnTo>
                    <a:lnTo>
                      <a:pt x="124119" y="181403"/>
                    </a:lnTo>
                    <a:lnTo>
                      <a:pt x="124086" y="181403"/>
                    </a:lnTo>
                    <a:lnTo>
                      <a:pt x="107450" y="198268"/>
                    </a:lnTo>
                    <a:lnTo>
                      <a:pt x="107450" y="155470"/>
                    </a:lnTo>
                    <a:cubicBezTo>
                      <a:pt x="107450" y="142324"/>
                      <a:pt x="112506" y="129962"/>
                      <a:pt x="121705" y="120665"/>
                    </a:cubicBezTo>
                    <a:cubicBezTo>
                      <a:pt x="130871" y="111368"/>
                      <a:pt x="143071" y="106247"/>
                      <a:pt x="156053" y="106247"/>
                    </a:cubicBezTo>
                    <a:lnTo>
                      <a:pt x="200775" y="106247"/>
                    </a:lnTo>
                    <a:cubicBezTo>
                      <a:pt x="201819" y="106247"/>
                      <a:pt x="202635" y="107128"/>
                      <a:pt x="202635" y="108171"/>
                    </a:cubicBezTo>
                    <a:lnTo>
                      <a:pt x="202635" y="129211"/>
                    </a:lnTo>
                    <a:cubicBezTo>
                      <a:pt x="202635" y="130875"/>
                      <a:pt x="204005" y="132245"/>
                      <a:pt x="205701" y="132245"/>
                    </a:cubicBezTo>
                    <a:cubicBezTo>
                      <a:pt x="207397" y="132245"/>
                      <a:pt x="208767" y="130875"/>
                      <a:pt x="208767" y="129211"/>
                    </a:cubicBezTo>
                    <a:lnTo>
                      <a:pt x="208767" y="108171"/>
                    </a:lnTo>
                    <a:cubicBezTo>
                      <a:pt x="208767" y="103735"/>
                      <a:pt x="205179" y="100147"/>
                      <a:pt x="200775" y="100147"/>
                    </a:cubicBezTo>
                    <a:lnTo>
                      <a:pt x="156053" y="100147"/>
                    </a:lnTo>
                    <a:cubicBezTo>
                      <a:pt x="141440" y="100147"/>
                      <a:pt x="127674" y="105888"/>
                      <a:pt x="117334" y="116359"/>
                    </a:cubicBezTo>
                    <a:cubicBezTo>
                      <a:pt x="111429" y="122328"/>
                      <a:pt x="107058" y="129407"/>
                      <a:pt x="104384" y="137171"/>
                    </a:cubicBezTo>
                    <a:cubicBezTo>
                      <a:pt x="101709" y="129407"/>
                      <a:pt x="97338" y="122328"/>
                      <a:pt x="91433" y="116359"/>
                    </a:cubicBezTo>
                    <a:cubicBezTo>
                      <a:pt x="81093" y="105888"/>
                      <a:pt x="67327" y="100147"/>
                      <a:pt x="52714" y="100147"/>
                    </a:cubicBezTo>
                    <a:lnTo>
                      <a:pt x="35262" y="100147"/>
                    </a:lnTo>
                    <a:cubicBezTo>
                      <a:pt x="33566" y="100147"/>
                      <a:pt x="32196" y="101517"/>
                      <a:pt x="32196" y="103213"/>
                    </a:cubicBezTo>
                    <a:cubicBezTo>
                      <a:pt x="32196" y="104877"/>
                      <a:pt x="33566" y="106247"/>
                      <a:pt x="35262" y="106247"/>
                    </a:cubicBezTo>
                    <a:lnTo>
                      <a:pt x="52714" y="106247"/>
                    </a:lnTo>
                    <a:cubicBezTo>
                      <a:pt x="65696" y="106247"/>
                      <a:pt x="77896" y="111368"/>
                      <a:pt x="87062" y="120665"/>
                    </a:cubicBezTo>
                    <a:cubicBezTo>
                      <a:pt x="96261" y="129962"/>
                      <a:pt x="101317" y="142324"/>
                      <a:pt x="101317" y="155470"/>
                    </a:cubicBezTo>
                    <a:lnTo>
                      <a:pt x="101317" y="198268"/>
                    </a:lnTo>
                    <a:cubicBezTo>
                      <a:pt x="95902" y="192690"/>
                      <a:pt x="84910" y="181729"/>
                      <a:pt x="80343" y="177032"/>
                    </a:cubicBezTo>
                    <a:lnTo>
                      <a:pt x="80343" y="157786"/>
                    </a:lnTo>
                    <a:cubicBezTo>
                      <a:pt x="80343" y="156090"/>
                      <a:pt x="78973" y="154753"/>
                      <a:pt x="77276" y="154720"/>
                    </a:cubicBezTo>
                    <a:cubicBezTo>
                      <a:pt x="75613" y="154720"/>
                      <a:pt x="74243" y="156090"/>
                      <a:pt x="74243" y="157786"/>
                    </a:cubicBezTo>
                    <a:lnTo>
                      <a:pt x="74243" y="170834"/>
                    </a:lnTo>
                    <a:lnTo>
                      <a:pt x="64685" y="161211"/>
                    </a:lnTo>
                    <a:lnTo>
                      <a:pt x="64685" y="141966"/>
                    </a:lnTo>
                    <a:cubicBezTo>
                      <a:pt x="64685" y="140269"/>
                      <a:pt x="63315" y="138899"/>
                      <a:pt x="61652" y="138899"/>
                    </a:cubicBezTo>
                    <a:cubicBezTo>
                      <a:pt x="59955" y="138899"/>
                      <a:pt x="58585" y="140269"/>
                      <a:pt x="58585" y="141966"/>
                    </a:cubicBezTo>
                    <a:lnTo>
                      <a:pt x="58585" y="155014"/>
                    </a:lnTo>
                    <a:lnTo>
                      <a:pt x="45472" y="141737"/>
                    </a:lnTo>
                    <a:cubicBezTo>
                      <a:pt x="44869" y="141134"/>
                      <a:pt x="44086" y="140832"/>
                      <a:pt x="43303" y="140832"/>
                    </a:cubicBezTo>
                    <a:cubicBezTo>
                      <a:pt x="42520" y="140832"/>
                      <a:pt x="41737" y="141134"/>
                      <a:pt x="41134" y="141737"/>
                    </a:cubicBezTo>
                    <a:cubicBezTo>
                      <a:pt x="39927" y="142912"/>
                      <a:pt x="39927" y="144836"/>
                      <a:pt x="41101" y="146043"/>
                    </a:cubicBezTo>
                    <a:lnTo>
                      <a:pt x="59531" y="164669"/>
                    </a:lnTo>
                    <a:lnTo>
                      <a:pt x="46581" y="164669"/>
                    </a:lnTo>
                    <a:cubicBezTo>
                      <a:pt x="44918" y="164669"/>
                      <a:pt x="43548" y="166039"/>
                      <a:pt x="43548" y="167735"/>
                    </a:cubicBezTo>
                    <a:cubicBezTo>
                      <a:pt x="43548" y="169432"/>
                      <a:pt x="44918" y="170802"/>
                      <a:pt x="46581" y="170802"/>
                    </a:cubicBezTo>
                    <a:lnTo>
                      <a:pt x="65566" y="170802"/>
                    </a:lnTo>
                    <a:lnTo>
                      <a:pt x="75189" y="180522"/>
                    </a:lnTo>
                    <a:lnTo>
                      <a:pt x="62239" y="180522"/>
                    </a:lnTo>
                    <a:cubicBezTo>
                      <a:pt x="60542" y="180522"/>
                      <a:pt x="59172" y="181892"/>
                      <a:pt x="59172" y="183589"/>
                    </a:cubicBezTo>
                    <a:cubicBezTo>
                      <a:pt x="59172" y="185252"/>
                      <a:pt x="60542" y="186622"/>
                      <a:pt x="62239" y="186622"/>
                    </a:cubicBezTo>
                    <a:lnTo>
                      <a:pt x="81223" y="186622"/>
                    </a:lnTo>
                    <a:lnTo>
                      <a:pt x="97044" y="202639"/>
                    </a:lnTo>
                    <a:lnTo>
                      <a:pt x="54736" y="202639"/>
                    </a:lnTo>
                    <a:cubicBezTo>
                      <a:pt x="41753" y="202639"/>
                      <a:pt x="29554" y="197550"/>
                      <a:pt x="20355" y="188253"/>
                    </a:cubicBezTo>
                    <a:cubicBezTo>
                      <a:pt x="11189" y="178957"/>
                      <a:pt x="6100" y="166594"/>
                      <a:pt x="6100" y="153415"/>
                    </a:cubicBezTo>
                    <a:lnTo>
                      <a:pt x="6133" y="108171"/>
                    </a:lnTo>
                    <a:cubicBezTo>
                      <a:pt x="6133" y="107128"/>
                      <a:pt x="6948" y="106247"/>
                      <a:pt x="7992" y="106247"/>
                    </a:cubicBezTo>
                    <a:lnTo>
                      <a:pt x="23030" y="106247"/>
                    </a:lnTo>
                    <a:cubicBezTo>
                      <a:pt x="24726" y="106247"/>
                      <a:pt x="26096" y="104877"/>
                      <a:pt x="26096" y="103213"/>
                    </a:cubicBezTo>
                    <a:cubicBezTo>
                      <a:pt x="26096" y="101517"/>
                      <a:pt x="24726" y="100147"/>
                      <a:pt x="23030" y="10014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6" name="Google Shape;772;p45"/>
          <p:cNvSpPr txBox="1">
            <a:spLocks noGrp="1"/>
          </p:cNvSpPr>
          <p:nvPr>
            <p:ph type="subTitle" idx="1"/>
          </p:nvPr>
        </p:nvSpPr>
        <p:spPr>
          <a:xfrm>
            <a:off x="4158230" y="505204"/>
            <a:ext cx="4406001" cy="344063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400" b="0" i="0" dirty="0">
                <a:solidFill>
                  <a:srgbClr val="0D0D0D"/>
                </a:solidFill>
                <a:effectLst/>
                <a:latin typeface="ui-sans-serif"/>
              </a:rPr>
              <a:t>The </a:t>
            </a:r>
            <a:r>
              <a:rPr lang="en-US" sz="2400" b="1" i="0" dirty="0">
                <a:solidFill>
                  <a:srgbClr val="0D0D0D"/>
                </a:solidFill>
                <a:effectLst/>
                <a:latin typeface="ui-sans-serif"/>
              </a:rPr>
              <a:t>Sustainable Development Goals (SDGs)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ui-sans-serif"/>
              </a:rPr>
              <a:t> are a set of </a:t>
            </a:r>
            <a:r>
              <a:rPr lang="en-US" sz="2400" b="1" i="0" dirty="0">
                <a:solidFill>
                  <a:srgbClr val="0D0D0D"/>
                </a:solidFill>
                <a:effectLst/>
                <a:latin typeface="ui-sans-serif"/>
              </a:rPr>
              <a:t>17 global goals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ui-sans-serif"/>
              </a:rPr>
              <a:t> established by the </a:t>
            </a:r>
            <a:r>
              <a:rPr lang="en-US" sz="2400" b="1" i="0" dirty="0">
                <a:solidFill>
                  <a:srgbClr val="0D0D0D"/>
                </a:solidFill>
                <a:effectLst/>
                <a:latin typeface="ui-sans-serif"/>
              </a:rPr>
              <a:t>United Nations in 2015</a:t>
            </a:r>
            <a:r>
              <a:rPr lang="en-US" sz="2400" b="0" i="0" dirty="0">
                <a:solidFill>
                  <a:srgbClr val="0D0D0D"/>
                </a:solidFill>
                <a:effectLst/>
                <a:latin typeface="ui-sans-serif"/>
              </a:rPr>
              <a:t> as part of the 2030 Agenda for Sustainable Development. These goals aim to address the world's most pressing challenges by promoting peace, prosperity, and environmental sustainability for all.</a:t>
            </a:r>
            <a:endParaRPr sz="2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2" name="Google Shape;972;p53"/>
          <p:cNvSpPr txBox="1"/>
          <p:nvPr/>
        </p:nvSpPr>
        <p:spPr>
          <a:xfrm>
            <a:off x="919200" y="2973675"/>
            <a:ext cx="21315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marR="91440" lvl="0" indent="0" algn="r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973" name="Google Shape;973;p53"/>
          <p:cNvSpPr txBox="1"/>
          <p:nvPr/>
        </p:nvSpPr>
        <p:spPr>
          <a:xfrm>
            <a:off x="6149300" y="2973675"/>
            <a:ext cx="17013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9144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974" name="Google Shape;974;p53"/>
          <p:cNvSpPr txBox="1"/>
          <p:nvPr/>
        </p:nvSpPr>
        <p:spPr>
          <a:xfrm>
            <a:off x="6149300" y="1998300"/>
            <a:ext cx="1701300" cy="78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9144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975" name="Google Shape;975;p53"/>
          <p:cNvSpPr txBox="1"/>
          <p:nvPr/>
        </p:nvSpPr>
        <p:spPr>
          <a:xfrm>
            <a:off x="3230913" y="4322375"/>
            <a:ext cx="2738700" cy="362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2200" b="1" dirty="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1EBB821-6D5A-8FEF-7ED2-1474F183A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596" y="73847"/>
            <a:ext cx="8017690" cy="4764569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1" name="Google Shape;1161;p61"/>
          <p:cNvSpPr txBox="1">
            <a:spLocks noGrp="1"/>
          </p:cNvSpPr>
          <p:nvPr>
            <p:ph type="title"/>
          </p:nvPr>
        </p:nvSpPr>
        <p:spPr>
          <a:xfrm flipH="1">
            <a:off x="4226275" y="2063125"/>
            <a:ext cx="4204500" cy="13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W</a:t>
            </a:r>
            <a:r>
              <a:rPr lang="en" dirty="0"/>
              <a:t>HAT ARE THE SDGs</a:t>
            </a:r>
            <a:endParaRPr dirty="0"/>
          </a:p>
        </p:txBody>
      </p:sp>
      <p:sp>
        <p:nvSpPr>
          <p:cNvPr id="1163" name="Google Shape;1163;p61"/>
          <p:cNvSpPr txBox="1">
            <a:spLocks noGrp="1"/>
          </p:cNvSpPr>
          <p:nvPr>
            <p:ph type="title" idx="2"/>
          </p:nvPr>
        </p:nvSpPr>
        <p:spPr>
          <a:xfrm flipH="1">
            <a:off x="6890275" y="709850"/>
            <a:ext cx="1540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grpSp>
        <p:nvGrpSpPr>
          <p:cNvPr id="1164" name="Google Shape;1164;p61"/>
          <p:cNvGrpSpPr/>
          <p:nvPr/>
        </p:nvGrpSpPr>
        <p:grpSpPr>
          <a:xfrm rot="1007950">
            <a:off x="814673" y="2299346"/>
            <a:ext cx="1605839" cy="1479621"/>
            <a:chOff x="747775" y="1525925"/>
            <a:chExt cx="3110700" cy="2866200"/>
          </a:xfrm>
        </p:grpSpPr>
        <p:sp>
          <p:nvSpPr>
            <p:cNvPr id="1165" name="Google Shape;1165;p61"/>
            <p:cNvSpPr/>
            <p:nvPr/>
          </p:nvSpPr>
          <p:spPr>
            <a:xfrm>
              <a:off x="747775" y="1525925"/>
              <a:ext cx="3110700" cy="2866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66" name="Google Shape;1166;p61"/>
            <p:cNvGrpSpPr/>
            <p:nvPr/>
          </p:nvGrpSpPr>
          <p:grpSpPr>
            <a:xfrm>
              <a:off x="1154893" y="1810801"/>
              <a:ext cx="2296448" cy="2296448"/>
              <a:chOff x="1190625" y="238125"/>
              <a:chExt cx="5219200" cy="5219200"/>
            </a:xfrm>
          </p:grpSpPr>
          <p:sp>
            <p:nvSpPr>
              <p:cNvPr id="1167" name="Google Shape;1167;p61"/>
              <p:cNvSpPr/>
              <p:nvPr/>
            </p:nvSpPr>
            <p:spPr>
              <a:xfrm>
                <a:off x="1929450" y="1477675"/>
                <a:ext cx="3234275" cy="3234275"/>
              </a:xfrm>
              <a:custGeom>
                <a:avLst/>
                <a:gdLst/>
                <a:ahLst/>
                <a:cxnLst/>
                <a:rect l="l" t="t" r="r" b="b"/>
                <a:pathLst>
                  <a:path w="129371" h="129371" extrusionOk="0">
                    <a:moveTo>
                      <a:pt x="64686" y="0"/>
                    </a:moveTo>
                    <a:cubicBezTo>
                      <a:pt x="28967" y="0"/>
                      <a:pt x="1" y="28967"/>
                      <a:pt x="1" y="64685"/>
                    </a:cubicBezTo>
                    <a:cubicBezTo>
                      <a:pt x="1" y="100404"/>
                      <a:pt x="28967" y="129371"/>
                      <a:pt x="64686" y="129371"/>
                    </a:cubicBezTo>
                    <a:cubicBezTo>
                      <a:pt x="100405" y="129371"/>
                      <a:pt x="129371" y="100404"/>
                      <a:pt x="129371" y="64685"/>
                    </a:cubicBezTo>
                    <a:cubicBezTo>
                      <a:pt x="129371" y="28967"/>
                      <a:pt x="100405" y="0"/>
                      <a:pt x="64686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8" name="Google Shape;1168;p61"/>
              <p:cNvSpPr/>
              <p:nvPr/>
            </p:nvSpPr>
            <p:spPr>
              <a:xfrm>
                <a:off x="5318650" y="808950"/>
                <a:ext cx="1014500" cy="1076500"/>
              </a:xfrm>
              <a:custGeom>
                <a:avLst/>
                <a:gdLst/>
                <a:ahLst/>
                <a:cxnLst/>
                <a:rect l="l" t="t" r="r" b="b"/>
                <a:pathLst>
                  <a:path w="40580" h="43060" extrusionOk="0">
                    <a:moveTo>
                      <a:pt x="2773" y="1"/>
                    </a:moveTo>
                    <a:cubicBezTo>
                      <a:pt x="1240" y="1"/>
                      <a:pt x="1" y="1240"/>
                      <a:pt x="1" y="2741"/>
                    </a:cubicBezTo>
                    <a:lnTo>
                      <a:pt x="1" y="22770"/>
                    </a:lnTo>
                    <a:cubicBezTo>
                      <a:pt x="1" y="33958"/>
                      <a:pt x="9102" y="43059"/>
                      <a:pt x="20290" y="43059"/>
                    </a:cubicBezTo>
                    <a:cubicBezTo>
                      <a:pt x="31512" y="43059"/>
                      <a:pt x="40580" y="33958"/>
                      <a:pt x="40580" y="22770"/>
                    </a:cubicBezTo>
                    <a:lnTo>
                      <a:pt x="40580" y="2741"/>
                    </a:lnTo>
                    <a:cubicBezTo>
                      <a:pt x="40580" y="1240"/>
                      <a:pt x="39340" y="1"/>
                      <a:pt x="3784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69" name="Google Shape;1169;p61"/>
              <p:cNvSpPr/>
              <p:nvPr/>
            </p:nvSpPr>
            <p:spPr>
              <a:xfrm>
                <a:off x="2808550" y="2019150"/>
                <a:ext cx="1478525" cy="2151850"/>
              </a:xfrm>
              <a:custGeom>
                <a:avLst/>
                <a:gdLst/>
                <a:ahLst/>
                <a:cxnLst/>
                <a:rect l="l" t="t" r="r" b="b"/>
                <a:pathLst>
                  <a:path w="59141" h="86074" extrusionOk="0">
                    <a:moveTo>
                      <a:pt x="41220" y="1"/>
                    </a:moveTo>
                    <a:cubicBezTo>
                      <a:pt x="41202" y="1"/>
                      <a:pt x="41185" y="1"/>
                      <a:pt x="41167" y="1"/>
                    </a:cubicBezTo>
                    <a:cubicBezTo>
                      <a:pt x="39928" y="33"/>
                      <a:pt x="38721" y="751"/>
                      <a:pt x="37644" y="1795"/>
                    </a:cubicBezTo>
                    <a:cubicBezTo>
                      <a:pt x="25999" y="12886"/>
                      <a:pt x="14256" y="23944"/>
                      <a:pt x="2578" y="35002"/>
                    </a:cubicBezTo>
                    <a:cubicBezTo>
                      <a:pt x="1" y="37448"/>
                      <a:pt x="360" y="41134"/>
                      <a:pt x="3361" y="42929"/>
                    </a:cubicBezTo>
                    <a:cubicBezTo>
                      <a:pt x="9819" y="46843"/>
                      <a:pt x="16409" y="50496"/>
                      <a:pt x="22933" y="54280"/>
                    </a:cubicBezTo>
                    <a:cubicBezTo>
                      <a:pt x="23324" y="54509"/>
                      <a:pt x="23487" y="54672"/>
                      <a:pt x="23291" y="55194"/>
                    </a:cubicBezTo>
                    <a:cubicBezTo>
                      <a:pt x="21171" y="60217"/>
                      <a:pt x="19051" y="65273"/>
                      <a:pt x="16963" y="70297"/>
                    </a:cubicBezTo>
                    <a:cubicBezTo>
                      <a:pt x="15658" y="73428"/>
                      <a:pt x="14321" y="76527"/>
                      <a:pt x="13114" y="79691"/>
                    </a:cubicBezTo>
                    <a:cubicBezTo>
                      <a:pt x="12201" y="82007"/>
                      <a:pt x="13277" y="84486"/>
                      <a:pt x="15495" y="85563"/>
                    </a:cubicBezTo>
                    <a:cubicBezTo>
                      <a:pt x="16187" y="85903"/>
                      <a:pt x="16874" y="86073"/>
                      <a:pt x="17559" y="86073"/>
                    </a:cubicBezTo>
                    <a:cubicBezTo>
                      <a:pt x="18845" y="86073"/>
                      <a:pt x="20122" y="85471"/>
                      <a:pt x="21399" y="84258"/>
                    </a:cubicBezTo>
                    <a:cubicBezTo>
                      <a:pt x="33077" y="73167"/>
                      <a:pt x="44788" y="62109"/>
                      <a:pt x="56498" y="51018"/>
                    </a:cubicBezTo>
                    <a:cubicBezTo>
                      <a:pt x="59141" y="48507"/>
                      <a:pt x="58619" y="44788"/>
                      <a:pt x="55455" y="42961"/>
                    </a:cubicBezTo>
                    <a:cubicBezTo>
                      <a:pt x="48996" y="39242"/>
                      <a:pt x="42570" y="35491"/>
                      <a:pt x="36111" y="31773"/>
                    </a:cubicBezTo>
                    <a:cubicBezTo>
                      <a:pt x="35720" y="31544"/>
                      <a:pt x="35556" y="31348"/>
                      <a:pt x="35785" y="30859"/>
                    </a:cubicBezTo>
                    <a:cubicBezTo>
                      <a:pt x="39210" y="22704"/>
                      <a:pt x="42733" y="14582"/>
                      <a:pt x="45930" y="6362"/>
                    </a:cubicBezTo>
                    <a:cubicBezTo>
                      <a:pt x="47131" y="3278"/>
                      <a:pt x="44779" y="1"/>
                      <a:pt x="4122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0" name="Google Shape;1170;p61"/>
              <p:cNvSpPr/>
              <p:nvPr/>
            </p:nvSpPr>
            <p:spPr>
              <a:xfrm>
                <a:off x="1190625" y="238125"/>
                <a:ext cx="5219200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08768" extrusionOk="0">
                    <a:moveTo>
                      <a:pt x="202635" y="25868"/>
                    </a:moveTo>
                    <a:lnTo>
                      <a:pt x="202667" y="45603"/>
                    </a:lnTo>
                    <a:cubicBezTo>
                      <a:pt x="202667" y="55095"/>
                      <a:pt x="194936" y="62826"/>
                      <a:pt x="185411" y="62826"/>
                    </a:cubicBezTo>
                    <a:cubicBezTo>
                      <a:pt x="175919" y="62826"/>
                      <a:pt x="168188" y="55095"/>
                      <a:pt x="168188" y="45603"/>
                    </a:cubicBezTo>
                    <a:lnTo>
                      <a:pt x="168188" y="25868"/>
                    </a:lnTo>
                    <a:close/>
                    <a:moveTo>
                      <a:pt x="176245" y="0"/>
                    </a:moveTo>
                    <a:cubicBezTo>
                      <a:pt x="174549" y="0"/>
                      <a:pt x="173179" y="1370"/>
                      <a:pt x="173179" y="3066"/>
                    </a:cubicBezTo>
                    <a:lnTo>
                      <a:pt x="173179" y="19768"/>
                    </a:lnTo>
                    <a:lnTo>
                      <a:pt x="167894" y="19768"/>
                    </a:lnTo>
                    <a:cubicBezTo>
                      <a:pt x="164698" y="19768"/>
                      <a:pt x="162088" y="22377"/>
                      <a:pt x="162088" y="25574"/>
                    </a:cubicBezTo>
                    <a:lnTo>
                      <a:pt x="162088" y="45603"/>
                    </a:lnTo>
                    <a:cubicBezTo>
                      <a:pt x="162088" y="57444"/>
                      <a:pt x="170928" y="67230"/>
                      <a:pt x="182378" y="68730"/>
                    </a:cubicBezTo>
                    <a:lnTo>
                      <a:pt x="182378" y="130936"/>
                    </a:lnTo>
                    <a:cubicBezTo>
                      <a:pt x="182378" y="132632"/>
                      <a:pt x="183748" y="134002"/>
                      <a:pt x="185411" y="134002"/>
                    </a:cubicBezTo>
                    <a:cubicBezTo>
                      <a:pt x="187108" y="134002"/>
                      <a:pt x="188478" y="132632"/>
                      <a:pt x="188478" y="130936"/>
                    </a:cubicBezTo>
                    <a:lnTo>
                      <a:pt x="188478" y="68730"/>
                    </a:lnTo>
                    <a:cubicBezTo>
                      <a:pt x="199927" y="67230"/>
                      <a:pt x="208767" y="57444"/>
                      <a:pt x="208767" y="45603"/>
                    </a:cubicBezTo>
                    <a:lnTo>
                      <a:pt x="208767" y="25574"/>
                    </a:lnTo>
                    <a:cubicBezTo>
                      <a:pt x="208767" y="22377"/>
                      <a:pt x="206158" y="19768"/>
                      <a:pt x="202961" y="19768"/>
                    </a:cubicBezTo>
                    <a:lnTo>
                      <a:pt x="197644" y="19768"/>
                    </a:lnTo>
                    <a:lnTo>
                      <a:pt x="197644" y="3066"/>
                    </a:lnTo>
                    <a:cubicBezTo>
                      <a:pt x="197644" y="1370"/>
                      <a:pt x="196274" y="0"/>
                      <a:pt x="194610" y="0"/>
                    </a:cubicBezTo>
                    <a:cubicBezTo>
                      <a:pt x="192914" y="0"/>
                      <a:pt x="191544" y="1370"/>
                      <a:pt x="191544" y="3066"/>
                    </a:cubicBezTo>
                    <a:lnTo>
                      <a:pt x="191544" y="19768"/>
                    </a:lnTo>
                    <a:lnTo>
                      <a:pt x="179311" y="19768"/>
                    </a:lnTo>
                    <a:lnTo>
                      <a:pt x="179311" y="3066"/>
                    </a:lnTo>
                    <a:cubicBezTo>
                      <a:pt x="179311" y="1370"/>
                      <a:pt x="177941" y="0"/>
                      <a:pt x="176245" y="0"/>
                    </a:cubicBezTo>
                    <a:close/>
                    <a:moveTo>
                      <a:pt x="106112" y="74269"/>
                    </a:moveTo>
                    <a:cubicBezTo>
                      <a:pt x="107229" y="74269"/>
                      <a:pt x="108275" y="75218"/>
                      <a:pt x="107809" y="76494"/>
                    </a:cubicBezTo>
                    <a:cubicBezTo>
                      <a:pt x="104612" y="84714"/>
                      <a:pt x="101089" y="92836"/>
                      <a:pt x="97664" y="100893"/>
                    </a:cubicBezTo>
                    <a:cubicBezTo>
                      <a:pt x="96881" y="102753"/>
                      <a:pt x="97533" y="104645"/>
                      <a:pt x="99295" y="105656"/>
                    </a:cubicBezTo>
                    <a:cubicBezTo>
                      <a:pt x="105754" y="109407"/>
                      <a:pt x="112180" y="113126"/>
                      <a:pt x="118638" y="116844"/>
                    </a:cubicBezTo>
                    <a:cubicBezTo>
                      <a:pt x="120008" y="117660"/>
                      <a:pt x="120269" y="118932"/>
                      <a:pt x="119095" y="120041"/>
                    </a:cubicBezTo>
                    <a:cubicBezTo>
                      <a:pt x="107450" y="131099"/>
                      <a:pt x="95674" y="142223"/>
                      <a:pt x="83996" y="153281"/>
                    </a:cubicBezTo>
                    <a:cubicBezTo>
                      <a:pt x="83326" y="153916"/>
                      <a:pt x="82620" y="154187"/>
                      <a:pt x="82019" y="154187"/>
                    </a:cubicBezTo>
                    <a:cubicBezTo>
                      <a:pt x="80925" y="154187"/>
                      <a:pt x="80184" y="153284"/>
                      <a:pt x="80669" y="152041"/>
                    </a:cubicBezTo>
                    <a:cubicBezTo>
                      <a:pt x="83866" y="143788"/>
                      <a:pt x="87323" y="135894"/>
                      <a:pt x="90814" y="127609"/>
                    </a:cubicBezTo>
                    <a:cubicBezTo>
                      <a:pt x="91401" y="126206"/>
                      <a:pt x="91336" y="124119"/>
                      <a:pt x="89150" y="122846"/>
                    </a:cubicBezTo>
                    <a:cubicBezTo>
                      <a:pt x="82659" y="119128"/>
                      <a:pt x="76102" y="115474"/>
                      <a:pt x="69643" y="111560"/>
                    </a:cubicBezTo>
                    <a:cubicBezTo>
                      <a:pt x="68371" y="110810"/>
                      <a:pt x="68306" y="109505"/>
                      <a:pt x="69382" y="108461"/>
                    </a:cubicBezTo>
                    <a:cubicBezTo>
                      <a:pt x="76363" y="101839"/>
                      <a:pt x="102492" y="74667"/>
                      <a:pt x="105949" y="74275"/>
                    </a:cubicBezTo>
                    <a:cubicBezTo>
                      <a:pt x="106004" y="74271"/>
                      <a:pt x="106058" y="74269"/>
                      <a:pt x="106112" y="74269"/>
                    </a:cubicBezTo>
                    <a:close/>
                    <a:moveTo>
                      <a:pt x="106386" y="68229"/>
                    </a:moveTo>
                    <a:cubicBezTo>
                      <a:pt x="104266" y="68229"/>
                      <a:pt x="102080" y="69103"/>
                      <a:pt x="100273" y="70818"/>
                    </a:cubicBezTo>
                    <a:cubicBezTo>
                      <a:pt x="88530" y="82006"/>
                      <a:pt x="76885" y="92967"/>
                      <a:pt x="65174" y="104025"/>
                    </a:cubicBezTo>
                    <a:cubicBezTo>
                      <a:pt x="61227" y="107776"/>
                      <a:pt x="61815" y="113974"/>
                      <a:pt x="66512" y="116812"/>
                    </a:cubicBezTo>
                    <a:cubicBezTo>
                      <a:pt x="72449" y="120400"/>
                      <a:pt x="78418" y="123760"/>
                      <a:pt x="84388" y="127152"/>
                    </a:cubicBezTo>
                    <a:cubicBezTo>
                      <a:pt x="81060" y="135014"/>
                      <a:pt x="77961" y="142092"/>
                      <a:pt x="74960" y="149823"/>
                    </a:cubicBezTo>
                    <a:cubicBezTo>
                      <a:pt x="73525" y="153574"/>
                      <a:pt x="75189" y="157782"/>
                      <a:pt x="78875" y="159544"/>
                    </a:cubicBezTo>
                    <a:cubicBezTo>
                      <a:pt x="79962" y="160069"/>
                      <a:pt x="81113" y="160356"/>
                      <a:pt x="82288" y="160356"/>
                    </a:cubicBezTo>
                    <a:cubicBezTo>
                      <a:pt x="84253" y="160356"/>
                      <a:pt x="86286" y="159554"/>
                      <a:pt x="88204" y="157717"/>
                    </a:cubicBezTo>
                    <a:cubicBezTo>
                      <a:pt x="99849" y="146626"/>
                      <a:pt x="111690" y="135503"/>
                      <a:pt x="123303" y="124477"/>
                    </a:cubicBezTo>
                    <a:cubicBezTo>
                      <a:pt x="125260" y="122618"/>
                      <a:pt x="126206" y="120139"/>
                      <a:pt x="125913" y="117660"/>
                    </a:cubicBezTo>
                    <a:cubicBezTo>
                      <a:pt x="125619" y="115148"/>
                      <a:pt x="124086" y="112930"/>
                      <a:pt x="121705" y="111560"/>
                    </a:cubicBezTo>
                    <a:cubicBezTo>
                      <a:pt x="115833" y="108167"/>
                      <a:pt x="109962" y="104775"/>
                      <a:pt x="104123" y="101383"/>
                    </a:cubicBezTo>
                    <a:cubicBezTo>
                      <a:pt x="107254" y="93945"/>
                      <a:pt x="110549" y="86345"/>
                      <a:pt x="113517" y="78679"/>
                    </a:cubicBezTo>
                    <a:cubicBezTo>
                      <a:pt x="114398" y="76330"/>
                      <a:pt x="114104" y="73688"/>
                      <a:pt x="112669" y="71633"/>
                    </a:cubicBezTo>
                    <a:cubicBezTo>
                      <a:pt x="111093" y="69348"/>
                      <a:pt x="108783" y="68229"/>
                      <a:pt x="106386" y="68229"/>
                    </a:cubicBezTo>
                    <a:close/>
                    <a:moveTo>
                      <a:pt x="15299" y="19768"/>
                    </a:moveTo>
                    <a:cubicBezTo>
                      <a:pt x="6850" y="19768"/>
                      <a:pt x="0" y="26618"/>
                      <a:pt x="0" y="35066"/>
                    </a:cubicBezTo>
                    <a:lnTo>
                      <a:pt x="0" y="193468"/>
                    </a:lnTo>
                    <a:cubicBezTo>
                      <a:pt x="0" y="201917"/>
                      <a:pt x="6850" y="208767"/>
                      <a:pt x="15299" y="208767"/>
                    </a:cubicBezTo>
                    <a:lnTo>
                      <a:pt x="173179" y="208767"/>
                    </a:lnTo>
                    <a:cubicBezTo>
                      <a:pt x="181627" y="208767"/>
                      <a:pt x="188478" y="201917"/>
                      <a:pt x="188478" y="193468"/>
                    </a:cubicBezTo>
                    <a:lnTo>
                      <a:pt x="188478" y="143169"/>
                    </a:lnTo>
                    <a:cubicBezTo>
                      <a:pt x="188478" y="141472"/>
                      <a:pt x="187108" y="140102"/>
                      <a:pt x="185411" y="140102"/>
                    </a:cubicBezTo>
                    <a:cubicBezTo>
                      <a:pt x="183748" y="140102"/>
                      <a:pt x="182378" y="141472"/>
                      <a:pt x="182378" y="143169"/>
                    </a:cubicBezTo>
                    <a:lnTo>
                      <a:pt x="182378" y="193468"/>
                    </a:lnTo>
                    <a:cubicBezTo>
                      <a:pt x="182378" y="198524"/>
                      <a:pt x="178235" y="202667"/>
                      <a:pt x="173179" y="202667"/>
                    </a:cubicBezTo>
                    <a:lnTo>
                      <a:pt x="15299" y="202667"/>
                    </a:lnTo>
                    <a:cubicBezTo>
                      <a:pt x="10243" y="202667"/>
                      <a:pt x="6133" y="198524"/>
                      <a:pt x="6133" y="193468"/>
                    </a:cubicBezTo>
                    <a:lnTo>
                      <a:pt x="6133" y="35066"/>
                    </a:lnTo>
                    <a:cubicBezTo>
                      <a:pt x="6133" y="30010"/>
                      <a:pt x="10243" y="25868"/>
                      <a:pt x="15299" y="25868"/>
                    </a:cubicBezTo>
                    <a:lnTo>
                      <a:pt x="82006" y="25868"/>
                    </a:lnTo>
                    <a:cubicBezTo>
                      <a:pt x="87062" y="25868"/>
                      <a:pt x="91173" y="30010"/>
                      <a:pt x="91173" y="35066"/>
                    </a:cubicBezTo>
                    <a:lnTo>
                      <a:pt x="91173" y="46614"/>
                    </a:lnTo>
                    <a:cubicBezTo>
                      <a:pt x="71796" y="47462"/>
                      <a:pt x="53855" y="56498"/>
                      <a:pt x="41558" y="71666"/>
                    </a:cubicBezTo>
                    <a:cubicBezTo>
                      <a:pt x="40514" y="73003"/>
                      <a:pt x="40710" y="74928"/>
                      <a:pt x="42014" y="75972"/>
                    </a:cubicBezTo>
                    <a:cubicBezTo>
                      <a:pt x="42579" y="76437"/>
                      <a:pt x="43260" y="76665"/>
                      <a:pt x="43937" y="76665"/>
                    </a:cubicBezTo>
                    <a:cubicBezTo>
                      <a:pt x="44826" y="76665"/>
                      <a:pt x="45710" y="76274"/>
                      <a:pt x="46320" y="75515"/>
                    </a:cubicBezTo>
                    <a:cubicBezTo>
                      <a:pt x="58096" y="60999"/>
                      <a:pt x="75548" y="52648"/>
                      <a:pt x="94239" y="52648"/>
                    </a:cubicBezTo>
                    <a:cubicBezTo>
                      <a:pt x="128229" y="52648"/>
                      <a:pt x="155858" y="80277"/>
                      <a:pt x="155858" y="114267"/>
                    </a:cubicBezTo>
                    <a:cubicBezTo>
                      <a:pt x="155858" y="148257"/>
                      <a:pt x="128229" y="175886"/>
                      <a:pt x="94239" y="175886"/>
                    </a:cubicBezTo>
                    <a:cubicBezTo>
                      <a:pt x="60249" y="175886"/>
                      <a:pt x="32620" y="148257"/>
                      <a:pt x="32620" y="114267"/>
                    </a:cubicBezTo>
                    <a:cubicBezTo>
                      <a:pt x="32620" y="103927"/>
                      <a:pt x="35229" y="93684"/>
                      <a:pt x="40188" y="84649"/>
                    </a:cubicBezTo>
                    <a:cubicBezTo>
                      <a:pt x="41003" y="83181"/>
                      <a:pt x="40449" y="81321"/>
                      <a:pt x="38981" y="80506"/>
                    </a:cubicBezTo>
                    <a:cubicBezTo>
                      <a:pt x="38520" y="80250"/>
                      <a:pt x="38020" y="80129"/>
                      <a:pt x="37526" y="80129"/>
                    </a:cubicBezTo>
                    <a:cubicBezTo>
                      <a:pt x="36448" y="80129"/>
                      <a:pt x="35397" y="80706"/>
                      <a:pt x="34838" y="81713"/>
                    </a:cubicBezTo>
                    <a:cubicBezTo>
                      <a:pt x="29391" y="91629"/>
                      <a:pt x="26520" y="102883"/>
                      <a:pt x="26520" y="114267"/>
                    </a:cubicBezTo>
                    <a:cubicBezTo>
                      <a:pt x="26520" y="151617"/>
                      <a:pt x="56889" y="181986"/>
                      <a:pt x="94239" y="181986"/>
                    </a:cubicBezTo>
                    <a:cubicBezTo>
                      <a:pt x="131589" y="181986"/>
                      <a:pt x="161990" y="151617"/>
                      <a:pt x="161990" y="114267"/>
                    </a:cubicBezTo>
                    <a:cubicBezTo>
                      <a:pt x="161990" y="77929"/>
                      <a:pt x="133220" y="48212"/>
                      <a:pt x="97305" y="46614"/>
                    </a:cubicBezTo>
                    <a:lnTo>
                      <a:pt x="97305" y="35066"/>
                    </a:lnTo>
                    <a:cubicBezTo>
                      <a:pt x="97305" y="26618"/>
                      <a:pt x="90455" y="19768"/>
                      <a:pt x="82006" y="19768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71" name="Google Shape;1171;p61"/>
          <p:cNvGrpSpPr/>
          <p:nvPr/>
        </p:nvGrpSpPr>
        <p:grpSpPr>
          <a:xfrm>
            <a:off x="1681513" y="1164043"/>
            <a:ext cx="1722126" cy="1722126"/>
            <a:chOff x="2217588" y="408000"/>
            <a:chExt cx="2809800" cy="2809800"/>
          </a:xfrm>
        </p:grpSpPr>
        <p:sp>
          <p:nvSpPr>
            <p:cNvPr id="1172" name="Google Shape;1172;p61"/>
            <p:cNvSpPr/>
            <p:nvPr/>
          </p:nvSpPr>
          <p:spPr>
            <a:xfrm>
              <a:off x="2217588" y="408000"/>
              <a:ext cx="2809800" cy="2809800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73" name="Google Shape;1173;p61"/>
            <p:cNvGrpSpPr/>
            <p:nvPr/>
          </p:nvGrpSpPr>
          <p:grpSpPr>
            <a:xfrm>
              <a:off x="2537841" y="745862"/>
              <a:ext cx="2169287" cy="2134100"/>
              <a:chOff x="1127000" y="238200"/>
              <a:chExt cx="5306475" cy="5219125"/>
            </a:xfrm>
          </p:grpSpPr>
          <p:sp>
            <p:nvSpPr>
              <p:cNvPr id="1174" name="Google Shape;1174;p61"/>
              <p:cNvSpPr/>
              <p:nvPr/>
            </p:nvSpPr>
            <p:spPr>
              <a:xfrm>
                <a:off x="3185325" y="1950650"/>
                <a:ext cx="1232225" cy="1794150"/>
              </a:xfrm>
              <a:custGeom>
                <a:avLst/>
                <a:gdLst/>
                <a:ahLst/>
                <a:cxnLst/>
                <a:rect l="l" t="t" r="r" b="b"/>
                <a:pathLst>
                  <a:path w="49289" h="71766" extrusionOk="0">
                    <a:moveTo>
                      <a:pt x="34337" y="0"/>
                    </a:moveTo>
                    <a:cubicBezTo>
                      <a:pt x="34319" y="0"/>
                      <a:pt x="34301" y="1"/>
                      <a:pt x="34284" y="1"/>
                    </a:cubicBezTo>
                    <a:cubicBezTo>
                      <a:pt x="33272" y="33"/>
                      <a:pt x="32261" y="653"/>
                      <a:pt x="31381" y="1501"/>
                    </a:cubicBezTo>
                    <a:cubicBezTo>
                      <a:pt x="21660" y="10765"/>
                      <a:pt x="11874" y="19964"/>
                      <a:pt x="2120" y="29195"/>
                    </a:cubicBezTo>
                    <a:cubicBezTo>
                      <a:pt x="0" y="31218"/>
                      <a:pt x="294" y="34317"/>
                      <a:pt x="2773" y="35817"/>
                    </a:cubicBezTo>
                    <a:cubicBezTo>
                      <a:pt x="8155" y="39047"/>
                      <a:pt x="13635" y="42113"/>
                      <a:pt x="19083" y="45244"/>
                    </a:cubicBezTo>
                    <a:cubicBezTo>
                      <a:pt x="19409" y="45440"/>
                      <a:pt x="19572" y="45603"/>
                      <a:pt x="19409" y="46027"/>
                    </a:cubicBezTo>
                    <a:cubicBezTo>
                      <a:pt x="17615" y="50203"/>
                      <a:pt x="15886" y="54411"/>
                      <a:pt x="14125" y="58619"/>
                    </a:cubicBezTo>
                    <a:cubicBezTo>
                      <a:pt x="13048" y="61228"/>
                      <a:pt x="11939" y="63805"/>
                      <a:pt x="10928" y="66447"/>
                    </a:cubicBezTo>
                    <a:cubicBezTo>
                      <a:pt x="10178" y="68372"/>
                      <a:pt x="11058" y="70460"/>
                      <a:pt x="12885" y="71340"/>
                    </a:cubicBezTo>
                    <a:cubicBezTo>
                      <a:pt x="13474" y="71624"/>
                      <a:pt x="14051" y="71765"/>
                      <a:pt x="14622" y="71765"/>
                    </a:cubicBezTo>
                    <a:cubicBezTo>
                      <a:pt x="15695" y="71765"/>
                      <a:pt x="16746" y="71265"/>
                      <a:pt x="17811" y="70264"/>
                    </a:cubicBezTo>
                    <a:cubicBezTo>
                      <a:pt x="27564" y="61032"/>
                      <a:pt x="37317" y="51801"/>
                      <a:pt x="47071" y="42537"/>
                    </a:cubicBezTo>
                    <a:cubicBezTo>
                      <a:pt x="49289" y="40449"/>
                      <a:pt x="48865" y="37350"/>
                      <a:pt x="46223" y="35817"/>
                    </a:cubicBezTo>
                    <a:cubicBezTo>
                      <a:pt x="40840" y="32718"/>
                      <a:pt x="35458" y="29620"/>
                      <a:pt x="30108" y="26521"/>
                    </a:cubicBezTo>
                    <a:cubicBezTo>
                      <a:pt x="29750" y="26325"/>
                      <a:pt x="29619" y="26129"/>
                      <a:pt x="29815" y="25738"/>
                    </a:cubicBezTo>
                    <a:cubicBezTo>
                      <a:pt x="32685" y="18953"/>
                      <a:pt x="35621" y="12168"/>
                      <a:pt x="38263" y="5318"/>
                    </a:cubicBezTo>
                    <a:cubicBezTo>
                      <a:pt x="39269" y="2724"/>
                      <a:pt x="37308" y="0"/>
                      <a:pt x="3433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5" name="Google Shape;1175;p61"/>
              <p:cNvSpPr/>
              <p:nvPr/>
            </p:nvSpPr>
            <p:spPr>
              <a:xfrm>
                <a:off x="1171050" y="314425"/>
                <a:ext cx="2331525" cy="2300225"/>
              </a:xfrm>
              <a:custGeom>
                <a:avLst/>
                <a:gdLst/>
                <a:ahLst/>
                <a:cxnLst/>
                <a:rect l="l" t="t" r="r" b="b"/>
                <a:pathLst>
                  <a:path w="93261" h="92009" extrusionOk="0">
                    <a:moveTo>
                      <a:pt x="61458" y="0"/>
                    </a:moveTo>
                    <a:cubicBezTo>
                      <a:pt x="60379" y="0"/>
                      <a:pt x="59388" y="927"/>
                      <a:pt x="59531" y="2167"/>
                    </a:cubicBezTo>
                    <a:lnTo>
                      <a:pt x="61130" y="15280"/>
                    </a:lnTo>
                    <a:cubicBezTo>
                      <a:pt x="61260" y="16324"/>
                      <a:pt x="60543" y="17270"/>
                      <a:pt x="59531" y="17401"/>
                    </a:cubicBezTo>
                    <a:cubicBezTo>
                      <a:pt x="24596" y="22685"/>
                      <a:pt x="0" y="54881"/>
                      <a:pt x="4339" y="90143"/>
                    </a:cubicBezTo>
                    <a:cubicBezTo>
                      <a:pt x="4339" y="90208"/>
                      <a:pt x="4339" y="90241"/>
                      <a:pt x="4339" y="90273"/>
                    </a:cubicBezTo>
                    <a:cubicBezTo>
                      <a:pt x="4490" y="91419"/>
                      <a:pt x="5408" y="92008"/>
                      <a:pt x="6328" y="92008"/>
                    </a:cubicBezTo>
                    <a:cubicBezTo>
                      <a:pt x="7188" y="92008"/>
                      <a:pt x="8049" y="91493"/>
                      <a:pt x="8286" y="90437"/>
                    </a:cubicBezTo>
                    <a:cubicBezTo>
                      <a:pt x="14125" y="64928"/>
                      <a:pt x="35034" y="44475"/>
                      <a:pt x="62206" y="40300"/>
                    </a:cubicBezTo>
                    <a:cubicBezTo>
                      <a:pt x="62305" y="40285"/>
                      <a:pt x="62404" y="40278"/>
                      <a:pt x="62501" y="40278"/>
                    </a:cubicBezTo>
                    <a:cubicBezTo>
                      <a:pt x="63461" y="40278"/>
                      <a:pt x="64306" y="40986"/>
                      <a:pt x="64424" y="41963"/>
                    </a:cubicBezTo>
                    <a:lnTo>
                      <a:pt x="66023" y="54979"/>
                    </a:lnTo>
                    <a:cubicBezTo>
                      <a:pt x="66145" y="56034"/>
                      <a:pt x="67024" y="56660"/>
                      <a:pt x="67931" y="56660"/>
                    </a:cubicBezTo>
                    <a:cubicBezTo>
                      <a:pt x="68481" y="56660"/>
                      <a:pt x="69041" y="56430"/>
                      <a:pt x="69448" y="55925"/>
                    </a:cubicBezTo>
                    <a:lnTo>
                      <a:pt x="92608" y="26273"/>
                    </a:lnTo>
                    <a:cubicBezTo>
                      <a:pt x="93260" y="25458"/>
                      <a:pt x="93097" y="24251"/>
                      <a:pt x="92282" y="23598"/>
                    </a:cubicBezTo>
                    <a:lnTo>
                      <a:pt x="62630" y="406"/>
                    </a:lnTo>
                    <a:cubicBezTo>
                      <a:pt x="62262" y="125"/>
                      <a:pt x="61854" y="0"/>
                      <a:pt x="614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6" name="Google Shape;1176;p61"/>
              <p:cNvSpPr/>
              <p:nvPr/>
            </p:nvSpPr>
            <p:spPr>
              <a:xfrm>
                <a:off x="4017950" y="314600"/>
                <a:ext cx="2330275" cy="2229225"/>
              </a:xfrm>
              <a:custGeom>
                <a:avLst/>
                <a:gdLst/>
                <a:ahLst/>
                <a:cxnLst/>
                <a:rect l="l" t="t" r="r" b="b"/>
                <a:pathLst>
                  <a:path w="93211" h="89169" extrusionOk="0">
                    <a:moveTo>
                      <a:pt x="10546" y="1"/>
                    </a:moveTo>
                    <a:cubicBezTo>
                      <a:pt x="7882" y="1"/>
                      <a:pt x="5190" y="163"/>
                      <a:pt x="2479" y="497"/>
                    </a:cubicBezTo>
                    <a:lnTo>
                      <a:pt x="2349" y="497"/>
                    </a:lnTo>
                    <a:cubicBezTo>
                      <a:pt x="131" y="790"/>
                      <a:pt x="0" y="3954"/>
                      <a:pt x="2186" y="4444"/>
                    </a:cubicBezTo>
                    <a:cubicBezTo>
                      <a:pt x="27694" y="10283"/>
                      <a:pt x="48147" y="31192"/>
                      <a:pt x="52322" y="58364"/>
                    </a:cubicBezTo>
                    <a:cubicBezTo>
                      <a:pt x="52485" y="59441"/>
                      <a:pt x="51735" y="60452"/>
                      <a:pt x="50659" y="60582"/>
                    </a:cubicBezTo>
                    <a:lnTo>
                      <a:pt x="37643" y="62181"/>
                    </a:lnTo>
                    <a:cubicBezTo>
                      <a:pt x="35947" y="62376"/>
                      <a:pt x="35360" y="64529"/>
                      <a:pt x="36697" y="65606"/>
                    </a:cubicBezTo>
                    <a:lnTo>
                      <a:pt x="66349" y="88766"/>
                    </a:lnTo>
                    <a:cubicBezTo>
                      <a:pt x="66689" y="89038"/>
                      <a:pt x="67098" y="89168"/>
                      <a:pt x="67506" y="89168"/>
                    </a:cubicBezTo>
                    <a:cubicBezTo>
                      <a:pt x="68075" y="89168"/>
                      <a:pt x="68644" y="88915"/>
                      <a:pt x="69024" y="88440"/>
                    </a:cubicBezTo>
                    <a:lnTo>
                      <a:pt x="92216" y="58788"/>
                    </a:lnTo>
                    <a:cubicBezTo>
                      <a:pt x="93211" y="57483"/>
                      <a:pt x="92252" y="55676"/>
                      <a:pt x="90693" y="55676"/>
                    </a:cubicBezTo>
                    <a:cubicBezTo>
                      <a:pt x="90615" y="55676"/>
                      <a:pt x="90536" y="55680"/>
                      <a:pt x="90455" y="55689"/>
                    </a:cubicBezTo>
                    <a:lnTo>
                      <a:pt x="77342" y="57288"/>
                    </a:lnTo>
                    <a:cubicBezTo>
                      <a:pt x="77259" y="57298"/>
                      <a:pt x="77178" y="57303"/>
                      <a:pt x="77097" y="57303"/>
                    </a:cubicBezTo>
                    <a:cubicBezTo>
                      <a:pt x="76154" y="57303"/>
                      <a:pt x="75342" y="56621"/>
                      <a:pt x="75221" y="55689"/>
                    </a:cubicBezTo>
                    <a:cubicBezTo>
                      <a:pt x="70343" y="23439"/>
                      <a:pt x="42532" y="1"/>
                      <a:pt x="10546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7" name="Google Shape;1177;p61"/>
              <p:cNvSpPr/>
              <p:nvPr/>
            </p:nvSpPr>
            <p:spPr>
              <a:xfrm>
                <a:off x="4097850" y="3080775"/>
                <a:ext cx="2331525" cy="2300225"/>
              </a:xfrm>
              <a:custGeom>
                <a:avLst/>
                <a:gdLst/>
                <a:ahLst/>
                <a:cxnLst/>
                <a:rect l="l" t="t" r="r" b="b"/>
                <a:pathLst>
                  <a:path w="93261" h="92009" extrusionOk="0">
                    <a:moveTo>
                      <a:pt x="86934" y="1"/>
                    </a:moveTo>
                    <a:cubicBezTo>
                      <a:pt x="86073" y="1"/>
                      <a:pt x="85212" y="516"/>
                      <a:pt x="84976" y="1573"/>
                    </a:cubicBezTo>
                    <a:cubicBezTo>
                      <a:pt x="79137" y="27081"/>
                      <a:pt x="58227" y="47534"/>
                      <a:pt x="31055" y="51709"/>
                    </a:cubicBezTo>
                    <a:cubicBezTo>
                      <a:pt x="30956" y="51724"/>
                      <a:pt x="30857" y="51732"/>
                      <a:pt x="30760" y="51732"/>
                    </a:cubicBezTo>
                    <a:cubicBezTo>
                      <a:pt x="29800" y="51732"/>
                      <a:pt x="28955" y="51023"/>
                      <a:pt x="28837" y="50046"/>
                    </a:cubicBezTo>
                    <a:lnTo>
                      <a:pt x="27238" y="37030"/>
                    </a:lnTo>
                    <a:cubicBezTo>
                      <a:pt x="27117" y="35975"/>
                      <a:pt x="26237" y="35349"/>
                      <a:pt x="25330" y="35349"/>
                    </a:cubicBezTo>
                    <a:cubicBezTo>
                      <a:pt x="24780" y="35349"/>
                      <a:pt x="24220" y="35579"/>
                      <a:pt x="23813" y="36084"/>
                    </a:cubicBezTo>
                    <a:lnTo>
                      <a:pt x="653" y="65736"/>
                    </a:lnTo>
                    <a:cubicBezTo>
                      <a:pt x="1" y="66551"/>
                      <a:pt x="164" y="67758"/>
                      <a:pt x="979" y="68411"/>
                    </a:cubicBezTo>
                    <a:lnTo>
                      <a:pt x="30631" y="91603"/>
                    </a:lnTo>
                    <a:cubicBezTo>
                      <a:pt x="30999" y="91884"/>
                      <a:pt x="31407" y="92009"/>
                      <a:pt x="31803" y="92009"/>
                    </a:cubicBezTo>
                    <a:cubicBezTo>
                      <a:pt x="32882" y="92009"/>
                      <a:pt x="33873" y="91082"/>
                      <a:pt x="33730" y="89842"/>
                    </a:cubicBezTo>
                    <a:lnTo>
                      <a:pt x="32131" y="76729"/>
                    </a:lnTo>
                    <a:cubicBezTo>
                      <a:pt x="32001" y="75685"/>
                      <a:pt x="32719" y="74739"/>
                      <a:pt x="33730" y="74608"/>
                    </a:cubicBezTo>
                    <a:cubicBezTo>
                      <a:pt x="68666" y="69324"/>
                      <a:pt x="93261" y="37128"/>
                      <a:pt x="88923" y="1866"/>
                    </a:cubicBezTo>
                    <a:cubicBezTo>
                      <a:pt x="88923" y="1801"/>
                      <a:pt x="88923" y="1768"/>
                      <a:pt x="88923" y="1736"/>
                    </a:cubicBezTo>
                    <a:cubicBezTo>
                      <a:pt x="88771" y="590"/>
                      <a:pt x="87853" y="1"/>
                      <a:pt x="8693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8" name="Google Shape;1178;p61"/>
              <p:cNvSpPr/>
              <p:nvPr/>
            </p:nvSpPr>
            <p:spPr>
              <a:xfrm>
                <a:off x="1252200" y="3151600"/>
                <a:ext cx="2330300" cy="2229225"/>
              </a:xfrm>
              <a:custGeom>
                <a:avLst/>
                <a:gdLst/>
                <a:ahLst/>
                <a:cxnLst/>
                <a:rect l="l" t="t" r="r" b="b"/>
                <a:pathLst>
                  <a:path w="93212" h="89169" extrusionOk="0">
                    <a:moveTo>
                      <a:pt x="25705" y="1"/>
                    </a:moveTo>
                    <a:cubicBezTo>
                      <a:pt x="25136" y="1"/>
                      <a:pt x="24568" y="254"/>
                      <a:pt x="24187" y="729"/>
                    </a:cubicBezTo>
                    <a:lnTo>
                      <a:pt x="995" y="30381"/>
                    </a:lnTo>
                    <a:cubicBezTo>
                      <a:pt x="1" y="31686"/>
                      <a:pt x="959" y="33494"/>
                      <a:pt x="2518" y="33494"/>
                    </a:cubicBezTo>
                    <a:cubicBezTo>
                      <a:pt x="2596" y="33494"/>
                      <a:pt x="2675" y="33489"/>
                      <a:pt x="2756" y="33480"/>
                    </a:cubicBezTo>
                    <a:lnTo>
                      <a:pt x="15869" y="31881"/>
                    </a:lnTo>
                    <a:cubicBezTo>
                      <a:pt x="15952" y="31871"/>
                      <a:pt x="16034" y="31866"/>
                      <a:pt x="16114" y="31866"/>
                    </a:cubicBezTo>
                    <a:cubicBezTo>
                      <a:pt x="17058" y="31866"/>
                      <a:pt x="17869" y="32548"/>
                      <a:pt x="17990" y="33480"/>
                    </a:cubicBezTo>
                    <a:cubicBezTo>
                      <a:pt x="22868" y="65730"/>
                      <a:pt x="50679" y="89169"/>
                      <a:pt x="82665" y="89169"/>
                    </a:cubicBezTo>
                    <a:cubicBezTo>
                      <a:pt x="85329" y="89169"/>
                      <a:pt x="88021" y="89006"/>
                      <a:pt x="90732" y="88673"/>
                    </a:cubicBezTo>
                    <a:lnTo>
                      <a:pt x="90862" y="88673"/>
                    </a:lnTo>
                    <a:cubicBezTo>
                      <a:pt x="93081" y="88379"/>
                      <a:pt x="93211" y="85215"/>
                      <a:pt x="91026" y="84726"/>
                    </a:cubicBezTo>
                    <a:cubicBezTo>
                      <a:pt x="65517" y="78887"/>
                      <a:pt x="45064" y="57977"/>
                      <a:pt x="40889" y="30805"/>
                    </a:cubicBezTo>
                    <a:cubicBezTo>
                      <a:pt x="40726" y="29728"/>
                      <a:pt x="41476" y="28717"/>
                      <a:pt x="42552" y="28587"/>
                    </a:cubicBezTo>
                    <a:lnTo>
                      <a:pt x="55568" y="26988"/>
                    </a:lnTo>
                    <a:cubicBezTo>
                      <a:pt x="57264" y="26793"/>
                      <a:pt x="57851" y="24640"/>
                      <a:pt x="56514" y="23563"/>
                    </a:cubicBezTo>
                    <a:lnTo>
                      <a:pt x="26862" y="403"/>
                    </a:lnTo>
                    <a:cubicBezTo>
                      <a:pt x="26522" y="131"/>
                      <a:pt x="26113" y="1"/>
                      <a:pt x="2570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79" name="Google Shape;1179;p61"/>
              <p:cNvSpPr/>
              <p:nvPr/>
            </p:nvSpPr>
            <p:spPr>
              <a:xfrm>
                <a:off x="3103775" y="1859400"/>
                <a:ext cx="1393700" cy="1979775"/>
              </a:xfrm>
              <a:custGeom>
                <a:avLst/>
                <a:gdLst/>
                <a:ahLst/>
                <a:cxnLst/>
                <a:rect l="l" t="t" r="r" b="b"/>
                <a:pathLst>
                  <a:path w="55748" h="79191" extrusionOk="0">
                    <a:moveTo>
                      <a:pt x="37774" y="7402"/>
                    </a:moveTo>
                    <a:cubicBezTo>
                      <a:pt x="37970" y="7467"/>
                      <a:pt x="38035" y="7565"/>
                      <a:pt x="38035" y="7598"/>
                    </a:cubicBezTo>
                    <a:cubicBezTo>
                      <a:pt x="35393" y="14415"/>
                      <a:pt x="32457" y="21233"/>
                      <a:pt x="29619" y="27920"/>
                    </a:cubicBezTo>
                    <a:cubicBezTo>
                      <a:pt x="28738" y="30040"/>
                      <a:pt x="29489" y="32226"/>
                      <a:pt x="31478" y="33400"/>
                    </a:cubicBezTo>
                    <a:cubicBezTo>
                      <a:pt x="36861" y="36499"/>
                      <a:pt x="42243" y="39630"/>
                      <a:pt x="47593" y="42729"/>
                    </a:cubicBezTo>
                    <a:cubicBezTo>
                      <a:pt x="48147" y="43023"/>
                      <a:pt x="48180" y="43088"/>
                      <a:pt x="47756" y="43480"/>
                    </a:cubicBezTo>
                    <a:cubicBezTo>
                      <a:pt x="37448" y="53298"/>
                      <a:pt x="18854" y="71174"/>
                      <a:pt x="17876" y="71663"/>
                    </a:cubicBezTo>
                    <a:cubicBezTo>
                      <a:pt x="17811" y="71631"/>
                      <a:pt x="17615" y="71565"/>
                      <a:pt x="17648" y="71435"/>
                    </a:cubicBezTo>
                    <a:cubicBezTo>
                      <a:pt x="20290" y="64617"/>
                      <a:pt x="23160" y="58061"/>
                      <a:pt x="26096" y="51113"/>
                    </a:cubicBezTo>
                    <a:cubicBezTo>
                      <a:pt x="26846" y="49384"/>
                      <a:pt x="26553" y="47003"/>
                      <a:pt x="24204" y="45665"/>
                    </a:cubicBezTo>
                    <a:cubicBezTo>
                      <a:pt x="18822" y="42566"/>
                      <a:pt x="13342" y="39500"/>
                      <a:pt x="7992" y="36271"/>
                    </a:cubicBezTo>
                    <a:cubicBezTo>
                      <a:pt x="7568" y="36010"/>
                      <a:pt x="7601" y="35912"/>
                      <a:pt x="7959" y="35586"/>
                    </a:cubicBezTo>
                    <a:cubicBezTo>
                      <a:pt x="18333" y="25734"/>
                      <a:pt x="36893" y="7989"/>
                      <a:pt x="37774" y="7402"/>
                    </a:cubicBezTo>
                    <a:close/>
                    <a:moveTo>
                      <a:pt x="37943" y="1"/>
                    </a:moveTo>
                    <a:cubicBezTo>
                      <a:pt x="35902" y="1"/>
                      <a:pt x="33796" y="803"/>
                      <a:pt x="32066" y="2444"/>
                    </a:cubicBezTo>
                    <a:cubicBezTo>
                      <a:pt x="22247" y="11773"/>
                      <a:pt x="12559" y="20907"/>
                      <a:pt x="2806" y="30138"/>
                    </a:cubicBezTo>
                    <a:cubicBezTo>
                      <a:pt x="914" y="31932"/>
                      <a:pt x="0" y="34346"/>
                      <a:pt x="261" y="36792"/>
                    </a:cubicBezTo>
                    <a:cubicBezTo>
                      <a:pt x="522" y="39206"/>
                      <a:pt x="1925" y="41359"/>
                      <a:pt x="4110" y="42664"/>
                    </a:cubicBezTo>
                    <a:cubicBezTo>
                      <a:pt x="8775" y="45469"/>
                      <a:pt x="13472" y="48144"/>
                      <a:pt x="18137" y="50786"/>
                    </a:cubicBezTo>
                    <a:cubicBezTo>
                      <a:pt x="15495" y="57049"/>
                      <a:pt x="13081" y="62562"/>
                      <a:pt x="10700" y="68760"/>
                    </a:cubicBezTo>
                    <a:cubicBezTo>
                      <a:pt x="9232" y="72479"/>
                      <a:pt x="10895" y="76589"/>
                      <a:pt x="14516" y="78350"/>
                    </a:cubicBezTo>
                    <a:cubicBezTo>
                      <a:pt x="15656" y="78895"/>
                      <a:pt x="16809" y="79191"/>
                      <a:pt x="17968" y="79191"/>
                    </a:cubicBezTo>
                    <a:cubicBezTo>
                      <a:pt x="19861" y="79191"/>
                      <a:pt x="21768" y="78402"/>
                      <a:pt x="23650" y="76621"/>
                    </a:cubicBezTo>
                    <a:cubicBezTo>
                      <a:pt x="33370" y="67423"/>
                      <a:pt x="43222" y="58093"/>
                      <a:pt x="52910" y="48927"/>
                    </a:cubicBezTo>
                    <a:cubicBezTo>
                      <a:pt x="54802" y="47100"/>
                      <a:pt x="55748" y="44654"/>
                      <a:pt x="55454" y="42207"/>
                    </a:cubicBezTo>
                    <a:cubicBezTo>
                      <a:pt x="55160" y="39761"/>
                      <a:pt x="53660" y="37575"/>
                      <a:pt x="51344" y="36238"/>
                    </a:cubicBezTo>
                    <a:cubicBezTo>
                      <a:pt x="46744" y="33596"/>
                      <a:pt x="42178" y="30921"/>
                      <a:pt x="37578" y="28279"/>
                    </a:cubicBezTo>
                    <a:cubicBezTo>
                      <a:pt x="40090" y="22407"/>
                      <a:pt x="42667" y="16372"/>
                      <a:pt x="45016" y="10305"/>
                    </a:cubicBezTo>
                    <a:cubicBezTo>
                      <a:pt x="45929" y="7989"/>
                      <a:pt x="45635" y="5347"/>
                      <a:pt x="44200" y="3325"/>
                    </a:cubicBezTo>
                    <a:cubicBezTo>
                      <a:pt x="42696" y="1130"/>
                      <a:pt x="40365" y="1"/>
                      <a:pt x="37943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0" name="Google Shape;1180;p61"/>
              <p:cNvSpPr/>
              <p:nvPr/>
            </p:nvSpPr>
            <p:spPr>
              <a:xfrm>
                <a:off x="1127000" y="238300"/>
                <a:ext cx="2448975" cy="2453025"/>
              </a:xfrm>
              <a:custGeom>
                <a:avLst/>
                <a:gdLst/>
                <a:ahLst/>
                <a:cxnLst/>
                <a:rect l="l" t="t" r="r" b="b"/>
                <a:pathLst>
                  <a:path w="97959" h="98121" extrusionOk="0">
                    <a:moveTo>
                      <a:pt x="63212" y="1"/>
                    </a:moveTo>
                    <a:cubicBezTo>
                      <a:pt x="62365" y="1"/>
                      <a:pt x="61511" y="216"/>
                      <a:pt x="60739" y="645"/>
                    </a:cubicBezTo>
                    <a:cubicBezTo>
                      <a:pt x="58977" y="1657"/>
                      <a:pt x="57999" y="3581"/>
                      <a:pt x="58260" y="5571"/>
                    </a:cubicBezTo>
                    <a:lnTo>
                      <a:pt x="59728" y="17608"/>
                    </a:lnTo>
                    <a:cubicBezTo>
                      <a:pt x="53367" y="18684"/>
                      <a:pt x="47202" y="20609"/>
                      <a:pt x="41428" y="23414"/>
                    </a:cubicBezTo>
                    <a:cubicBezTo>
                      <a:pt x="39895" y="24132"/>
                      <a:pt x="39275" y="25958"/>
                      <a:pt x="39993" y="27492"/>
                    </a:cubicBezTo>
                    <a:cubicBezTo>
                      <a:pt x="40512" y="28577"/>
                      <a:pt x="41612" y="29219"/>
                      <a:pt x="42761" y="29219"/>
                    </a:cubicBezTo>
                    <a:cubicBezTo>
                      <a:pt x="43200" y="29219"/>
                      <a:pt x="43646" y="29125"/>
                      <a:pt x="44070" y="28927"/>
                    </a:cubicBezTo>
                    <a:cubicBezTo>
                      <a:pt x="49648" y="26252"/>
                      <a:pt x="55585" y="24425"/>
                      <a:pt x="61750" y="23479"/>
                    </a:cubicBezTo>
                    <a:cubicBezTo>
                      <a:pt x="64425" y="23088"/>
                      <a:pt x="66284" y="20641"/>
                      <a:pt x="65925" y="17967"/>
                    </a:cubicBezTo>
                    <a:lnTo>
                      <a:pt x="64653" y="7561"/>
                    </a:lnTo>
                    <a:lnTo>
                      <a:pt x="91238" y="28340"/>
                    </a:lnTo>
                    <a:lnTo>
                      <a:pt x="70492" y="54925"/>
                    </a:lnTo>
                    <a:lnTo>
                      <a:pt x="69220" y="44650"/>
                    </a:lnTo>
                    <a:cubicBezTo>
                      <a:pt x="69057" y="43312"/>
                      <a:pt x="68339" y="42105"/>
                      <a:pt x="67295" y="41290"/>
                    </a:cubicBezTo>
                    <a:cubicBezTo>
                      <a:pt x="66433" y="40636"/>
                      <a:pt x="65382" y="40276"/>
                      <a:pt x="64311" y="40276"/>
                    </a:cubicBezTo>
                    <a:cubicBezTo>
                      <a:pt x="64045" y="40276"/>
                      <a:pt x="63777" y="40298"/>
                      <a:pt x="63512" y="40344"/>
                    </a:cubicBezTo>
                    <a:cubicBezTo>
                      <a:pt x="49713" y="42431"/>
                      <a:pt x="37057" y="48629"/>
                      <a:pt x="26912" y="58187"/>
                    </a:cubicBezTo>
                    <a:cubicBezTo>
                      <a:pt x="18463" y="66179"/>
                      <a:pt x="12233" y="75997"/>
                      <a:pt x="8678" y="86925"/>
                    </a:cubicBezTo>
                    <a:lnTo>
                      <a:pt x="8678" y="86925"/>
                    </a:lnTo>
                    <a:cubicBezTo>
                      <a:pt x="8156" y="66570"/>
                      <a:pt x="17615" y="46998"/>
                      <a:pt x="34219" y="34831"/>
                    </a:cubicBezTo>
                    <a:cubicBezTo>
                      <a:pt x="35589" y="33820"/>
                      <a:pt x="35883" y="31895"/>
                      <a:pt x="34871" y="30558"/>
                    </a:cubicBezTo>
                    <a:cubicBezTo>
                      <a:pt x="34281" y="29731"/>
                      <a:pt x="33346" y="29297"/>
                      <a:pt x="32397" y="29297"/>
                    </a:cubicBezTo>
                    <a:cubicBezTo>
                      <a:pt x="31772" y="29297"/>
                      <a:pt x="31142" y="29485"/>
                      <a:pt x="30598" y="29873"/>
                    </a:cubicBezTo>
                    <a:cubicBezTo>
                      <a:pt x="10569" y="44584"/>
                      <a:pt x="1" y="69049"/>
                      <a:pt x="3067" y="93710"/>
                    </a:cubicBezTo>
                    <a:cubicBezTo>
                      <a:pt x="3393" y="96156"/>
                      <a:pt x="5350" y="97983"/>
                      <a:pt x="7829" y="98114"/>
                    </a:cubicBezTo>
                    <a:cubicBezTo>
                      <a:pt x="7924" y="98119"/>
                      <a:pt x="8018" y="98121"/>
                      <a:pt x="8111" y="98121"/>
                    </a:cubicBezTo>
                    <a:cubicBezTo>
                      <a:pt x="10470" y="98121"/>
                      <a:pt x="12484" y="96551"/>
                      <a:pt x="13049" y="94167"/>
                    </a:cubicBezTo>
                    <a:cubicBezTo>
                      <a:pt x="15789" y="82097"/>
                      <a:pt x="22052" y="71170"/>
                      <a:pt x="31120" y="62623"/>
                    </a:cubicBezTo>
                    <a:cubicBezTo>
                      <a:pt x="40058" y="54175"/>
                      <a:pt x="51181" y="48662"/>
                      <a:pt x="63283" y="46574"/>
                    </a:cubicBezTo>
                    <a:lnTo>
                      <a:pt x="64751" y="58383"/>
                    </a:lnTo>
                    <a:cubicBezTo>
                      <a:pt x="64979" y="60405"/>
                      <a:pt x="66415" y="62036"/>
                      <a:pt x="68339" y="62591"/>
                    </a:cubicBezTo>
                    <a:cubicBezTo>
                      <a:pt x="68784" y="62709"/>
                      <a:pt x="69234" y="62767"/>
                      <a:pt x="69678" y="62767"/>
                    </a:cubicBezTo>
                    <a:cubicBezTo>
                      <a:pt x="71190" y="62767"/>
                      <a:pt x="72641" y="62097"/>
                      <a:pt x="73624" y="60862"/>
                    </a:cubicBezTo>
                    <a:lnTo>
                      <a:pt x="96784" y="31210"/>
                    </a:lnTo>
                    <a:cubicBezTo>
                      <a:pt x="97599" y="30166"/>
                      <a:pt x="97958" y="28862"/>
                      <a:pt x="97795" y="27524"/>
                    </a:cubicBezTo>
                    <a:cubicBezTo>
                      <a:pt x="97632" y="26219"/>
                      <a:pt x="96947" y="25045"/>
                      <a:pt x="95903" y="24230"/>
                    </a:cubicBezTo>
                    <a:lnTo>
                      <a:pt x="66252" y="1069"/>
                    </a:lnTo>
                    <a:cubicBezTo>
                      <a:pt x="65372" y="355"/>
                      <a:pt x="64297" y="1"/>
                      <a:pt x="63212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1" name="Google Shape;1181;p61"/>
              <p:cNvSpPr/>
              <p:nvPr/>
            </p:nvSpPr>
            <p:spPr>
              <a:xfrm>
                <a:off x="3953525" y="238200"/>
                <a:ext cx="2464450" cy="2382000"/>
              </a:xfrm>
              <a:custGeom>
                <a:avLst/>
                <a:gdLst/>
                <a:ahLst/>
                <a:cxnLst/>
                <a:rect l="l" t="t" r="r" b="b"/>
                <a:pathLst>
                  <a:path w="98578" h="95280" extrusionOk="0">
                    <a:moveTo>
                      <a:pt x="13030" y="6106"/>
                    </a:moveTo>
                    <a:cubicBezTo>
                      <a:pt x="26639" y="6106"/>
                      <a:pt x="39841" y="10498"/>
                      <a:pt x="50822" y="18851"/>
                    </a:cubicBezTo>
                    <a:cubicBezTo>
                      <a:pt x="63837" y="28735"/>
                      <a:pt x="72318" y="43055"/>
                      <a:pt x="74765" y="59202"/>
                    </a:cubicBezTo>
                    <a:cubicBezTo>
                      <a:pt x="75124" y="61655"/>
                      <a:pt x="77211" y="63422"/>
                      <a:pt x="79617" y="63422"/>
                    </a:cubicBezTo>
                    <a:cubicBezTo>
                      <a:pt x="79835" y="63422"/>
                      <a:pt x="80055" y="63407"/>
                      <a:pt x="80278" y="63377"/>
                    </a:cubicBezTo>
                    <a:lnTo>
                      <a:pt x="90683" y="62105"/>
                    </a:lnTo>
                    <a:lnTo>
                      <a:pt x="69904" y="88690"/>
                    </a:lnTo>
                    <a:lnTo>
                      <a:pt x="43319" y="67944"/>
                    </a:lnTo>
                    <a:lnTo>
                      <a:pt x="53595" y="66672"/>
                    </a:lnTo>
                    <a:cubicBezTo>
                      <a:pt x="54932" y="66509"/>
                      <a:pt x="56139" y="65791"/>
                      <a:pt x="56954" y="64747"/>
                    </a:cubicBezTo>
                    <a:cubicBezTo>
                      <a:pt x="57770" y="63671"/>
                      <a:pt x="58129" y="62301"/>
                      <a:pt x="57900" y="60964"/>
                    </a:cubicBezTo>
                    <a:cubicBezTo>
                      <a:pt x="55813" y="47165"/>
                      <a:pt x="49615" y="34509"/>
                      <a:pt x="40057" y="24364"/>
                    </a:cubicBezTo>
                    <a:cubicBezTo>
                      <a:pt x="32065" y="15915"/>
                      <a:pt x="22214" y="9685"/>
                      <a:pt x="11287" y="6130"/>
                    </a:cubicBezTo>
                    <a:cubicBezTo>
                      <a:pt x="11868" y="6114"/>
                      <a:pt x="12449" y="6106"/>
                      <a:pt x="13030" y="6106"/>
                    </a:cubicBezTo>
                    <a:close/>
                    <a:moveTo>
                      <a:pt x="13140" y="0"/>
                    </a:moveTo>
                    <a:cubicBezTo>
                      <a:pt x="10327" y="0"/>
                      <a:pt x="7497" y="172"/>
                      <a:pt x="4665" y="519"/>
                    </a:cubicBezTo>
                    <a:cubicBezTo>
                      <a:pt x="2153" y="812"/>
                      <a:pt x="261" y="2737"/>
                      <a:pt x="131" y="5281"/>
                    </a:cubicBezTo>
                    <a:cubicBezTo>
                      <a:pt x="0" y="7793"/>
                      <a:pt x="1631" y="9913"/>
                      <a:pt x="4078" y="10501"/>
                    </a:cubicBezTo>
                    <a:cubicBezTo>
                      <a:pt x="16147" y="13241"/>
                      <a:pt x="27075" y="19504"/>
                      <a:pt x="35621" y="28572"/>
                    </a:cubicBezTo>
                    <a:cubicBezTo>
                      <a:pt x="44070" y="37510"/>
                      <a:pt x="49582" y="48633"/>
                      <a:pt x="51670" y="60735"/>
                    </a:cubicBezTo>
                    <a:lnTo>
                      <a:pt x="39862" y="62203"/>
                    </a:lnTo>
                    <a:cubicBezTo>
                      <a:pt x="37839" y="62431"/>
                      <a:pt x="36208" y="63867"/>
                      <a:pt x="35654" y="65791"/>
                    </a:cubicBezTo>
                    <a:cubicBezTo>
                      <a:pt x="35099" y="67748"/>
                      <a:pt x="35784" y="69804"/>
                      <a:pt x="37382" y="71076"/>
                    </a:cubicBezTo>
                    <a:lnTo>
                      <a:pt x="67034" y="94236"/>
                    </a:lnTo>
                    <a:cubicBezTo>
                      <a:pt x="67915" y="94921"/>
                      <a:pt x="68991" y="95280"/>
                      <a:pt x="70100" y="95280"/>
                    </a:cubicBezTo>
                    <a:cubicBezTo>
                      <a:pt x="70296" y="95280"/>
                      <a:pt x="70492" y="95280"/>
                      <a:pt x="70720" y="95247"/>
                    </a:cubicBezTo>
                    <a:cubicBezTo>
                      <a:pt x="72025" y="95084"/>
                      <a:pt x="73199" y="94399"/>
                      <a:pt x="74015" y="93355"/>
                    </a:cubicBezTo>
                    <a:lnTo>
                      <a:pt x="97175" y="63704"/>
                    </a:lnTo>
                    <a:cubicBezTo>
                      <a:pt x="98447" y="62138"/>
                      <a:pt x="98577" y="59952"/>
                      <a:pt x="97599" y="58191"/>
                    </a:cubicBezTo>
                    <a:cubicBezTo>
                      <a:pt x="96696" y="56619"/>
                      <a:pt x="95066" y="55670"/>
                      <a:pt x="93311" y="55670"/>
                    </a:cubicBezTo>
                    <a:cubicBezTo>
                      <a:pt x="93100" y="55670"/>
                      <a:pt x="92887" y="55684"/>
                      <a:pt x="92673" y="55712"/>
                    </a:cubicBezTo>
                    <a:lnTo>
                      <a:pt x="80636" y="57180"/>
                    </a:lnTo>
                    <a:cubicBezTo>
                      <a:pt x="77733" y="39924"/>
                      <a:pt x="68502" y="24625"/>
                      <a:pt x="54508" y="13991"/>
                    </a:cubicBezTo>
                    <a:cubicBezTo>
                      <a:pt x="42489" y="4826"/>
                      <a:pt x="28045" y="0"/>
                      <a:pt x="13140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2" name="Google Shape;1182;p61"/>
              <p:cNvSpPr/>
              <p:nvPr/>
            </p:nvSpPr>
            <p:spPr>
              <a:xfrm>
                <a:off x="4024475" y="3004100"/>
                <a:ext cx="2409000" cy="2453225"/>
              </a:xfrm>
              <a:custGeom>
                <a:avLst/>
                <a:gdLst/>
                <a:ahLst/>
                <a:cxnLst/>
                <a:rect l="l" t="t" r="r" b="b"/>
                <a:pathLst>
                  <a:path w="96360" h="98129" extrusionOk="0">
                    <a:moveTo>
                      <a:pt x="89849" y="0"/>
                    </a:moveTo>
                    <a:cubicBezTo>
                      <a:pt x="87460" y="0"/>
                      <a:pt x="85475" y="1600"/>
                      <a:pt x="84910" y="3955"/>
                    </a:cubicBezTo>
                    <a:cubicBezTo>
                      <a:pt x="82169" y="16024"/>
                      <a:pt x="75906" y="26952"/>
                      <a:pt x="66838" y="35498"/>
                    </a:cubicBezTo>
                    <a:cubicBezTo>
                      <a:pt x="57900" y="43947"/>
                      <a:pt x="46777" y="49459"/>
                      <a:pt x="34675" y="51547"/>
                    </a:cubicBezTo>
                    <a:lnTo>
                      <a:pt x="33207" y="39739"/>
                    </a:lnTo>
                    <a:cubicBezTo>
                      <a:pt x="32979" y="37716"/>
                      <a:pt x="31543" y="36085"/>
                      <a:pt x="29619" y="35531"/>
                    </a:cubicBezTo>
                    <a:cubicBezTo>
                      <a:pt x="29167" y="35403"/>
                      <a:pt x="28711" y="35341"/>
                      <a:pt x="28260" y="35341"/>
                    </a:cubicBezTo>
                    <a:cubicBezTo>
                      <a:pt x="26755" y="35341"/>
                      <a:pt x="25313" y="36030"/>
                      <a:pt x="24334" y="37259"/>
                    </a:cubicBezTo>
                    <a:lnTo>
                      <a:pt x="1174" y="66911"/>
                    </a:lnTo>
                    <a:cubicBezTo>
                      <a:pt x="359" y="67955"/>
                      <a:pt x="0" y="69260"/>
                      <a:pt x="163" y="70597"/>
                    </a:cubicBezTo>
                    <a:cubicBezTo>
                      <a:pt x="326" y="71902"/>
                      <a:pt x="1011" y="73076"/>
                      <a:pt x="2055" y="73892"/>
                    </a:cubicBezTo>
                    <a:lnTo>
                      <a:pt x="31707" y="97052"/>
                    </a:lnTo>
                    <a:cubicBezTo>
                      <a:pt x="32587" y="97769"/>
                      <a:pt x="33664" y="98128"/>
                      <a:pt x="34740" y="98128"/>
                    </a:cubicBezTo>
                    <a:cubicBezTo>
                      <a:pt x="35588" y="98128"/>
                      <a:pt x="36436" y="97900"/>
                      <a:pt x="37219" y="97476"/>
                    </a:cubicBezTo>
                    <a:cubicBezTo>
                      <a:pt x="38981" y="96465"/>
                      <a:pt x="39959" y="94540"/>
                      <a:pt x="39698" y="92550"/>
                    </a:cubicBezTo>
                    <a:lnTo>
                      <a:pt x="38231" y="80513"/>
                    </a:lnTo>
                    <a:cubicBezTo>
                      <a:pt x="45635" y="79274"/>
                      <a:pt x="52714" y="76860"/>
                      <a:pt x="59303" y="73304"/>
                    </a:cubicBezTo>
                    <a:cubicBezTo>
                      <a:pt x="60803" y="72522"/>
                      <a:pt x="61358" y="70662"/>
                      <a:pt x="60542" y="69162"/>
                    </a:cubicBezTo>
                    <a:cubicBezTo>
                      <a:pt x="60001" y="68145"/>
                      <a:pt x="58943" y="67567"/>
                      <a:pt x="57845" y="67567"/>
                    </a:cubicBezTo>
                    <a:cubicBezTo>
                      <a:pt x="57357" y="67567"/>
                      <a:pt x="56861" y="67681"/>
                      <a:pt x="56400" y="67922"/>
                    </a:cubicBezTo>
                    <a:cubicBezTo>
                      <a:pt x="50104" y="71315"/>
                      <a:pt x="43319" y="73565"/>
                      <a:pt x="36208" y="74642"/>
                    </a:cubicBezTo>
                    <a:cubicBezTo>
                      <a:pt x="33533" y="75033"/>
                      <a:pt x="31674" y="77480"/>
                      <a:pt x="32033" y="80155"/>
                    </a:cubicBezTo>
                    <a:lnTo>
                      <a:pt x="33305" y="90560"/>
                    </a:lnTo>
                    <a:lnTo>
                      <a:pt x="6720" y="69781"/>
                    </a:lnTo>
                    <a:lnTo>
                      <a:pt x="27466" y="43196"/>
                    </a:lnTo>
                    <a:lnTo>
                      <a:pt x="28738" y="53472"/>
                    </a:lnTo>
                    <a:cubicBezTo>
                      <a:pt x="28901" y="54809"/>
                      <a:pt x="29619" y="56016"/>
                      <a:pt x="30663" y="56831"/>
                    </a:cubicBezTo>
                    <a:cubicBezTo>
                      <a:pt x="31525" y="57485"/>
                      <a:pt x="32576" y="57845"/>
                      <a:pt x="33648" y="57845"/>
                    </a:cubicBezTo>
                    <a:cubicBezTo>
                      <a:pt x="33913" y="57845"/>
                      <a:pt x="34181" y="57823"/>
                      <a:pt x="34447" y="57777"/>
                    </a:cubicBezTo>
                    <a:cubicBezTo>
                      <a:pt x="48245" y="55690"/>
                      <a:pt x="60901" y="49492"/>
                      <a:pt x="71046" y="39934"/>
                    </a:cubicBezTo>
                    <a:cubicBezTo>
                      <a:pt x="79495" y="31942"/>
                      <a:pt x="85725" y="22124"/>
                      <a:pt x="89281" y="11196"/>
                    </a:cubicBezTo>
                    <a:lnTo>
                      <a:pt x="89281" y="11196"/>
                    </a:lnTo>
                    <a:cubicBezTo>
                      <a:pt x="89509" y="20036"/>
                      <a:pt x="87878" y="28844"/>
                      <a:pt x="84453" y="36999"/>
                    </a:cubicBezTo>
                    <a:cubicBezTo>
                      <a:pt x="80408" y="46654"/>
                      <a:pt x="73949" y="55233"/>
                      <a:pt x="65729" y="61757"/>
                    </a:cubicBezTo>
                    <a:cubicBezTo>
                      <a:pt x="64424" y="62833"/>
                      <a:pt x="64196" y="64758"/>
                      <a:pt x="65240" y="66063"/>
                    </a:cubicBezTo>
                    <a:cubicBezTo>
                      <a:pt x="65855" y="66827"/>
                      <a:pt x="66748" y="67219"/>
                      <a:pt x="67643" y="67219"/>
                    </a:cubicBezTo>
                    <a:cubicBezTo>
                      <a:pt x="68314" y="67219"/>
                      <a:pt x="68987" y="66999"/>
                      <a:pt x="69546" y="66552"/>
                    </a:cubicBezTo>
                    <a:cubicBezTo>
                      <a:pt x="78549" y="59376"/>
                      <a:pt x="85660" y="49981"/>
                      <a:pt x="90096" y="39380"/>
                    </a:cubicBezTo>
                    <a:cubicBezTo>
                      <a:pt x="94695" y="28387"/>
                      <a:pt x="96359" y="16285"/>
                      <a:pt x="94891" y="4411"/>
                    </a:cubicBezTo>
                    <a:cubicBezTo>
                      <a:pt x="94565" y="1965"/>
                      <a:pt x="92608" y="138"/>
                      <a:pt x="90129" y="8"/>
                    </a:cubicBezTo>
                    <a:cubicBezTo>
                      <a:pt x="90035" y="3"/>
                      <a:pt x="89941" y="0"/>
                      <a:pt x="898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3" name="Google Shape;1183;p61"/>
              <p:cNvSpPr/>
              <p:nvPr/>
            </p:nvSpPr>
            <p:spPr>
              <a:xfrm>
                <a:off x="1182450" y="3075075"/>
                <a:ext cx="2464475" cy="2382250"/>
              </a:xfrm>
              <a:custGeom>
                <a:avLst/>
                <a:gdLst/>
                <a:ahLst/>
                <a:cxnLst/>
                <a:rect l="l" t="t" r="r" b="b"/>
                <a:pathLst>
                  <a:path w="98579" h="95290" extrusionOk="0">
                    <a:moveTo>
                      <a:pt x="28674" y="6596"/>
                    </a:moveTo>
                    <a:lnTo>
                      <a:pt x="55259" y="27342"/>
                    </a:lnTo>
                    <a:lnTo>
                      <a:pt x="44984" y="28614"/>
                    </a:lnTo>
                    <a:cubicBezTo>
                      <a:pt x="43646" y="28777"/>
                      <a:pt x="42439" y="29495"/>
                      <a:pt x="41624" y="30539"/>
                    </a:cubicBezTo>
                    <a:cubicBezTo>
                      <a:pt x="40808" y="31615"/>
                      <a:pt x="40449" y="32985"/>
                      <a:pt x="40678" y="34323"/>
                    </a:cubicBezTo>
                    <a:cubicBezTo>
                      <a:pt x="42765" y="48121"/>
                      <a:pt x="48963" y="60777"/>
                      <a:pt x="58521" y="70922"/>
                    </a:cubicBezTo>
                    <a:cubicBezTo>
                      <a:pt x="66513" y="79371"/>
                      <a:pt x="76364" y="85601"/>
                      <a:pt x="87292" y="89157"/>
                    </a:cubicBezTo>
                    <a:cubicBezTo>
                      <a:pt x="86710" y="89173"/>
                      <a:pt x="86129" y="89181"/>
                      <a:pt x="85548" y="89181"/>
                    </a:cubicBezTo>
                    <a:cubicBezTo>
                      <a:pt x="71939" y="89181"/>
                      <a:pt x="58738" y="84788"/>
                      <a:pt x="47756" y="76435"/>
                    </a:cubicBezTo>
                    <a:cubicBezTo>
                      <a:pt x="34741" y="66551"/>
                      <a:pt x="26260" y="52231"/>
                      <a:pt x="23813" y="36084"/>
                    </a:cubicBezTo>
                    <a:cubicBezTo>
                      <a:pt x="23454" y="33605"/>
                      <a:pt x="21334" y="31843"/>
                      <a:pt x="18920" y="31843"/>
                    </a:cubicBezTo>
                    <a:cubicBezTo>
                      <a:pt x="18692" y="31843"/>
                      <a:pt x="18496" y="31876"/>
                      <a:pt x="18301" y="31909"/>
                    </a:cubicBezTo>
                    <a:lnTo>
                      <a:pt x="7895" y="33181"/>
                    </a:lnTo>
                    <a:lnTo>
                      <a:pt x="7895" y="33181"/>
                    </a:lnTo>
                    <a:lnTo>
                      <a:pt x="28674" y="6596"/>
                    </a:lnTo>
                    <a:close/>
                    <a:moveTo>
                      <a:pt x="28488" y="1"/>
                    </a:moveTo>
                    <a:cubicBezTo>
                      <a:pt x="28279" y="1"/>
                      <a:pt x="28069" y="13"/>
                      <a:pt x="27858" y="39"/>
                    </a:cubicBezTo>
                    <a:cubicBezTo>
                      <a:pt x="26553" y="202"/>
                      <a:pt x="25379" y="887"/>
                      <a:pt x="24564" y="1931"/>
                    </a:cubicBezTo>
                    <a:lnTo>
                      <a:pt x="1403" y="31583"/>
                    </a:lnTo>
                    <a:cubicBezTo>
                      <a:pt x="131" y="33148"/>
                      <a:pt x="1" y="35334"/>
                      <a:pt x="979" y="37095"/>
                    </a:cubicBezTo>
                    <a:cubicBezTo>
                      <a:pt x="1882" y="38668"/>
                      <a:pt x="3512" y="39616"/>
                      <a:pt x="5267" y="39616"/>
                    </a:cubicBezTo>
                    <a:cubicBezTo>
                      <a:pt x="5478" y="39616"/>
                      <a:pt x="5691" y="39602"/>
                      <a:pt x="5905" y="39574"/>
                    </a:cubicBezTo>
                    <a:lnTo>
                      <a:pt x="17942" y="38107"/>
                    </a:lnTo>
                    <a:cubicBezTo>
                      <a:pt x="20845" y="55362"/>
                      <a:pt x="30076" y="70661"/>
                      <a:pt x="44070" y="81295"/>
                    </a:cubicBezTo>
                    <a:cubicBezTo>
                      <a:pt x="56107" y="90461"/>
                      <a:pt x="70525" y="95289"/>
                      <a:pt x="85432" y="95289"/>
                    </a:cubicBezTo>
                    <a:cubicBezTo>
                      <a:pt x="88238" y="95289"/>
                      <a:pt x="91075" y="95126"/>
                      <a:pt x="93913" y="94767"/>
                    </a:cubicBezTo>
                    <a:cubicBezTo>
                      <a:pt x="96425" y="94474"/>
                      <a:pt x="98317" y="92549"/>
                      <a:pt x="98448" y="90005"/>
                    </a:cubicBezTo>
                    <a:cubicBezTo>
                      <a:pt x="98578" y="87493"/>
                      <a:pt x="96947" y="85373"/>
                      <a:pt x="94501" y="84786"/>
                    </a:cubicBezTo>
                    <a:cubicBezTo>
                      <a:pt x="82431" y="82045"/>
                      <a:pt x="71504" y="75782"/>
                      <a:pt x="62957" y="66714"/>
                    </a:cubicBezTo>
                    <a:cubicBezTo>
                      <a:pt x="54509" y="57776"/>
                      <a:pt x="48996" y="46653"/>
                      <a:pt x="46908" y="34551"/>
                    </a:cubicBezTo>
                    <a:lnTo>
                      <a:pt x="58717" y="33083"/>
                    </a:lnTo>
                    <a:cubicBezTo>
                      <a:pt x="60739" y="32855"/>
                      <a:pt x="62370" y="31419"/>
                      <a:pt x="62925" y="29495"/>
                    </a:cubicBezTo>
                    <a:cubicBezTo>
                      <a:pt x="63479" y="27538"/>
                      <a:pt x="62794" y="25483"/>
                      <a:pt x="61196" y="24210"/>
                    </a:cubicBezTo>
                    <a:lnTo>
                      <a:pt x="31544" y="1050"/>
                    </a:lnTo>
                    <a:cubicBezTo>
                      <a:pt x="30665" y="364"/>
                      <a:pt x="29601" y="1"/>
                      <a:pt x="2848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184" name="Google Shape;1184;p61"/>
          <p:cNvGrpSpPr/>
          <p:nvPr/>
        </p:nvGrpSpPr>
        <p:grpSpPr>
          <a:xfrm>
            <a:off x="2600075" y="2353249"/>
            <a:ext cx="1626191" cy="1626191"/>
            <a:chOff x="2999325" y="2778819"/>
            <a:chExt cx="1917000" cy="1917000"/>
          </a:xfrm>
        </p:grpSpPr>
        <p:sp>
          <p:nvSpPr>
            <p:cNvPr id="1185" name="Google Shape;1185;p61"/>
            <p:cNvSpPr/>
            <p:nvPr/>
          </p:nvSpPr>
          <p:spPr>
            <a:xfrm>
              <a:off x="2999325" y="2778819"/>
              <a:ext cx="1917000" cy="1917000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186" name="Google Shape;1186;p61"/>
            <p:cNvGrpSpPr/>
            <p:nvPr/>
          </p:nvGrpSpPr>
          <p:grpSpPr>
            <a:xfrm>
              <a:off x="3220635" y="2981225"/>
              <a:ext cx="1474386" cy="1466595"/>
              <a:chOff x="1190625" y="238125"/>
              <a:chExt cx="5246925" cy="5219200"/>
            </a:xfrm>
          </p:grpSpPr>
          <p:sp>
            <p:nvSpPr>
              <p:cNvPr id="1187" name="Google Shape;1187;p61"/>
              <p:cNvSpPr/>
              <p:nvPr/>
            </p:nvSpPr>
            <p:spPr>
              <a:xfrm>
                <a:off x="1267275" y="314775"/>
                <a:ext cx="5065875" cy="5065875"/>
              </a:xfrm>
              <a:custGeom>
                <a:avLst/>
                <a:gdLst/>
                <a:ahLst/>
                <a:cxnLst/>
                <a:rect l="l" t="t" r="r" b="b"/>
                <a:pathLst>
                  <a:path w="202635" h="202635" extrusionOk="0">
                    <a:moveTo>
                      <a:pt x="101318" y="0"/>
                    </a:moveTo>
                    <a:cubicBezTo>
                      <a:pt x="45342" y="0"/>
                      <a:pt x="0" y="45342"/>
                      <a:pt x="0" y="101318"/>
                    </a:cubicBezTo>
                    <a:cubicBezTo>
                      <a:pt x="0" y="157293"/>
                      <a:pt x="45342" y="202635"/>
                      <a:pt x="101318" y="202635"/>
                    </a:cubicBezTo>
                    <a:cubicBezTo>
                      <a:pt x="157293" y="202635"/>
                      <a:pt x="202635" y="157293"/>
                      <a:pt x="202635" y="101318"/>
                    </a:cubicBezTo>
                    <a:cubicBezTo>
                      <a:pt x="202635" y="45342"/>
                      <a:pt x="157293" y="0"/>
                      <a:pt x="101318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8" name="Google Shape;1188;p61"/>
              <p:cNvSpPr/>
              <p:nvPr/>
            </p:nvSpPr>
            <p:spPr>
              <a:xfrm>
                <a:off x="2962675" y="773075"/>
                <a:ext cx="1675075" cy="2098300"/>
              </a:xfrm>
              <a:custGeom>
                <a:avLst/>
                <a:gdLst/>
                <a:ahLst/>
                <a:cxnLst/>
                <a:rect l="l" t="t" r="r" b="b"/>
                <a:pathLst>
                  <a:path w="67003" h="83932" extrusionOk="0">
                    <a:moveTo>
                      <a:pt x="33502" y="1"/>
                    </a:moveTo>
                    <a:cubicBezTo>
                      <a:pt x="21595" y="1"/>
                      <a:pt x="10244" y="2545"/>
                      <a:pt x="1" y="7079"/>
                    </a:cubicBezTo>
                    <a:lnTo>
                      <a:pt x="20062" y="83932"/>
                    </a:lnTo>
                    <a:lnTo>
                      <a:pt x="31871" y="83932"/>
                    </a:lnTo>
                    <a:lnTo>
                      <a:pt x="39406" y="70884"/>
                    </a:lnTo>
                    <a:lnTo>
                      <a:pt x="49616" y="73689"/>
                    </a:lnTo>
                    <a:lnTo>
                      <a:pt x="67002" y="7079"/>
                    </a:lnTo>
                    <a:cubicBezTo>
                      <a:pt x="56760" y="2545"/>
                      <a:pt x="45408" y="1"/>
                      <a:pt x="3350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89" name="Google Shape;1189;p61"/>
              <p:cNvSpPr/>
              <p:nvPr/>
            </p:nvSpPr>
            <p:spPr>
              <a:xfrm>
                <a:off x="3759425" y="2545150"/>
                <a:ext cx="443650" cy="326225"/>
              </a:xfrm>
              <a:custGeom>
                <a:avLst/>
                <a:gdLst/>
                <a:ahLst/>
                <a:cxnLst/>
                <a:rect l="l" t="t" r="r" b="b"/>
                <a:pathLst>
                  <a:path w="17746" h="13049" fill="none" extrusionOk="0">
                    <a:moveTo>
                      <a:pt x="7536" y="1"/>
                    </a:moveTo>
                    <a:lnTo>
                      <a:pt x="17746" y="2806"/>
                    </a:lnTo>
                    <a:lnTo>
                      <a:pt x="15071" y="13049"/>
                    </a:lnTo>
                    <a:lnTo>
                      <a:pt x="1" y="13049"/>
                    </a:lnTo>
                    <a:close/>
                  </a:path>
                </a:pathLst>
              </a:custGeom>
              <a:noFill/>
              <a:ln w="1533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0" name="Google Shape;1190;p61"/>
              <p:cNvSpPr/>
              <p:nvPr/>
            </p:nvSpPr>
            <p:spPr>
              <a:xfrm>
                <a:off x="3611825" y="2545150"/>
                <a:ext cx="2250800" cy="1976800"/>
              </a:xfrm>
              <a:custGeom>
                <a:avLst/>
                <a:gdLst/>
                <a:ahLst/>
                <a:cxnLst/>
                <a:rect l="l" t="t" r="r" b="b"/>
                <a:pathLst>
                  <a:path w="90032" h="79072" extrusionOk="0">
                    <a:moveTo>
                      <a:pt x="13440" y="1"/>
                    </a:moveTo>
                    <a:lnTo>
                      <a:pt x="0" y="23259"/>
                    </a:lnTo>
                    <a:lnTo>
                      <a:pt x="56498" y="79071"/>
                    </a:lnTo>
                    <a:cubicBezTo>
                      <a:pt x="74830" y="65599"/>
                      <a:pt x="87487" y="44820"/>
                      <a:pt x="90031" y="21040"/>
                    </a:cubicBezTo>
                    <a:lnTo>
                      <a:pt x="13440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1" name="Google Shape;1191;p61"/>
              <p:cNvSpPr/>
              <p:nvPr/>
            </p:nvSpPr>
            <p:spPr>
              <a:xfrm>
                <a:off x="1737800" y="2615275"/>
                <a:ext cx="2062425" cy="1906675"/>
              </a:xfrm>
              <a:custGeom>
                <a:avLst/>
                <a:gdLst/>
                <a:ahLst/>
                <a:cxnLst/>
                <a:rect l="l" t="t" r="r" b="b"/>
                <a:pathLst>
                  <a:path w="82497" h="76267" extrusionOk="0">
                    <a:moveTo>
                      <a:pt x="66382" y="1"/>
                    </a:moveTo>
                    <a:lnTo>
                      <a:pt x="1" y="18235"/>
                    </a:lnTo>
                    <a:cubicBezTo>
                      <a:pt x="2545" y="42015"/>
                      <a:pt x="15202" y="62794"/>
                      <a:pt x="33534" y="76266"/>
                    </a:cubicBezTo>
                    <a:lnTo>
                      <a:pt x="82497" y="27891"/>
                    </a:lnTo>
                    <a:lnTo>
                      <a:pt x="74961" y="20454"/>
                    </a:lnTo>
                    <a:lnTo>
                      <a:pt x="80866" y="10244"/>
                    </a:lnTo>
                    <a:lnTo>
                      <a:pt x="69057" y="10244"/>
                    </a:lnTo>
                    <a:lnTo>
                      <a:pt x="66382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2" name="Google Shape;1192;p61"/>
              <p:cNvSpPr/>
              <p:nvPr/>
            </p:nvSpPr>
            <p:spPr>
              <a:xfrm>
                <a:off x="3397350" y="2545150"/>
                <a:ext cx="591250" cy="767400"/>
              </a:xfrm>
              <a:custGeom>
                <a:avLst/>
                <a:gdLst/>
                <a:ahLst/>
                <a:cxnLst/>
                <a:rect l="l" t="t" r="r" b="b"/>
                <a:pathLst>
                  <a:path w="23650" h="30696" fill="none" extrusionOk="0">
                    <a:moveTo>
                      <a:pt x="23650" y="23259"/>
                    </a:moveTo>
                    <a:lnTo>
                      <a:pt x="16115" y="30696"/>
                    </a:lnTo>
                    <a:lnTo>
                      <a:pt x="8579" y="23259"/>
                    </a:lnTo>
                    <a:lnTo>
                      <a:pt x="14484" y="13049"/>
                    </a:lnTo>
                    <a:lnTo>
                      <a:pt x="2675" y="13049"/>
                    </a:lnTo>
                    <a:lnTo>
                      <a:pt x="0" y="2806"/>
                    </a:lnTo>
                    <a:lnTo>
                      <a:pt x="10210" y="1"/>
                    </a:lnTo>
                    <a:close/>
                  </a:path>
                </a:pathLst>
              </a:custGeom>
              <a:noFill/>
              <a:ln w="153325" cap="rnd" cmpd="sng">
                <a:solidFill>
                  <a:srgbClr val="000000"/>
                </a:solidFill>
                <a:prstDash val="solid"/>
                <a:round/>
                <a:headEnd type="none" w="sm" len="sm"/>
                <a:tailEnd type="none" w="sm" len="sm"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3" name="Google Shape;1193;p61"/>
              <p:cNvSpPr/>
              <p:nvPr/>
            </p:nvSpPr>
            <p:spPr>
              <a:xfrm>
                <a:off x="3127425" y="2174925"/>
                <a:ext cx="1345575" cy="1345575"/>
              </a:xfrm>
              <a:custGeom>
                <a:avLst/>
                <a:gdLst/>
                <a:ahLst/>
                <a:cxnLst/>
                <a:rect l="l" t="t" r="r" b="b"/>
                <a:pathLst>
                  <a:path w="53823" h="53823" extrusionOk="0">
                    <a:moveTo>
                      <a:pt x="26912" y="0"/>
                    </a:moveTo>
                    <a:cubicBezTo>
                      <a:pt x="12037" y="0"/>
                      <a:pt x="0" y="12037"/>
                      <a:pt x="0" y="26912"/>
                    </a:cubicBezTo>
                    <a:cubicBezTo>
                      <a:pt x="0" y="41786"/>
                      <a:pt x="12037" y="53823"/>
                      <a:pt x="26912" y="53823"/>
                    </a:cubicBezTo>
                    <a:cubicBezTo>
                      <a:pt x="41786" y="53823"/>
                      <a:pt x="53823" y="41786"/>
                      <a:pt x="53823" y="26912"/>
                    </a:cubicBezTo>
                    <a:cubicBezTo>
                      <a:pt x="53823" y="12037"/>
                      <a:pt x="41786" y="0"/>
                      <a:pt x="26912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4" name="Google Shape;1194;p61"/>
              <p:cNvSpPr/>
              <p:nvPr/>
            </p:nvSpPr>
            <p:spPr>
              <a:xfrm>
                <a:off x="3050750" y="2098250"/>
                <a:ext cx="1498925" cy="1498925"/>
              </a:xfrm>
              <a:custGeom>
                <a:avLst/>
                <a:gdLst/>
                <a:ahLst/>
                <a:cxnLst/>
                <a:rect l="l" t="t" r="r" b="b"/>
                <a:pathLst>
                  <a:path w="59957" h="59957" extrusionOk="0">
                    <a:moveTo>
                      <a:pt x="29979" y="6133"/>
                    </a:moveTo>
                    <a:cubicBezTo>
                      <a:pt x="43124" y="6133"/>
                      <a:pt x="53824" y="16833"/>
                      <a:pt x="53824" y="29979"/>
                    </a:cubicBezTo>
                    <a:cubicBezTo>
                      <a:pt x="53824" y="43124"/>
                      <a:pt x="43124" y="53824"/>
                      <a:pt x="29979" y="53824"/>
                    </a:cubicBezTo>
                    <a:cubicBezTo>
                      <a:pt x="16833" y="53824"/>
                      <a:pt x="6133" y="43124"/>
                      <a:pt x="6133" y="29979"/>
                    </a:cubicBezTo>
                    <a:cubicBezTo>
                      <a:pt x="6133" y="16833"/>
                      <a:pt x="16833" y="6133"/>
                      <a:pt x="29979" y="6133"/>
                    </a:cubicBezTo>
                    <a:close/>
                    <a:moveTo>
                      <a:pt x="29979" y="1"/>
                    </a:moveTo>
                    <a:cubicBezTo>
                      <a:pt x="13440" y="1"/>
                      <a:pt x="1" y="13440"/>
                      <a:pt x="1" y="29979"/>
                    </a:cubicBezTo>
                    <a:cubicBezTo>
                      <a:pt x="1" y="46517"/>
                      <a:pt x="13440" y="59956"/>
                      <a:pt x="29979" y="59956"/>
                    </a:cubicBezTo>
                    <a:cubicBezTo>
                      <a:pt x="46517" y="59956"/>
                      <a:pt x="59956" y="46517"/>
                      <a:pt x="59956" y="29979"/>
                    </a:cubicBezTo>
                    <a:cubicBezTo>
                      <a:pt x="59956" y="13440"/>
                      <a:pt x="46517" y="1"/>
                      <a:pt x="29979" y="1"/>
                    </a:cubicBezTo>
                    <a:close/>
                  </a:path>
                </a:pathLst>
              </a:custGeom>
              <a:solidFill>
                <a:srgbClr val="FEDF30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5" name="Google Shape;1195;p61"/>
              <p:cNvSpPr/>
              <p:nvPr/>
            </p:nvSpPr>
            <p:spPr>
              <a:xfrm>
                <a:off x="4068500" y="3222225"/>
                <a:ext cx="2369050" cy="2158225"/>
              </a:xfrm>
              <a:custGeom>
                <a:avLst/>
                <a:gdLst/>
                <a:ahLst/>
                <a:cxnLst/>
                <a:rect l="l" t="t" r="r" b="b"/>
                <a:pathLst>
                  <a:path w="94762" h="86329" extrusionOk="0">
                    <a:moveTo>
                      <a:pt x="47393" y="0"/>
                    </a:moveTo>
                    <a:cubicBezTo>
                      <a:pt x="36347" y="0"/>
                      <a:pt x="25297" y="4216"/>
                      <a:pt x="16865" y="12649"/>
                    </a:cubicBezTo>
                    <a:cubicBezTo>
                      <a:pt x="1" y="29513"/>
                      <a:pt x="1" y="56849"/>
                      <a:pt x="16865" y="73680"/>
                    </a:cubicBezTo>
                    <a:cubicBezTo>
                      <a:pt x="25297" y="82113"/>
                      <a:pt x="36347" y="86329"/>
                      <a:pt x="47393" y="86329"/>
                    </a:cubicBezTo>
                    <a:cubicBezTo>
                      <a:pt x="58439" y="86329"/>
                      <a:pt x="69481" y="82113"/>
                      <a:pt x="77897" y="73680"/>
                    </a:cubicBezTo>
                    <a:cubicBezTo>
                      <a:pt x="94761" y="56849"/>
                      <a:pt x="94761" y="29513"/>
                      <a:pt x="77897" y="12649"/>
                    </a:cubicBezTo>
                    <a:cubicBezTo>
                      <a:pt x="69481" y="4216"/>
                      <a:pt x="58439" y="0"/>
                      <a:pt x="47393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6" name="Google Shape;1196;p61"/>
              <p:cNvSpPr/>
              <p:nvPr/>
            </p:nvSpPr>
            <p:spPr>
              <a:xfrm>
                <a:off x="4751075" y="3567775"/>
                <a:ext cx="1007150" cy="1467125"/>
              </a:xfrm>
              <a:custGeom>
                <a:avLst/>
                <a:gdLst/>
                <a:ahLst/>
                <a:cxnLst/>
                <a:rect l="l" t="t" r="r" b="b"/>
                <a:pathLst>
                  <a:path w="40286" h="58685" extrusionOk="0">
                    <a:moveTo>
                      <a:pt x="28053" y="1"/>
                    </a:moveTo>
                    <a:cubicBezTo>
                      <a:pt x="27205" y="34"/>
                      <a:pt x="26390" y="523"/>
                      <a:pt x="25672" y="1240"/>
                    </a:cubicBezTo>
                    <a:cubicBezTo>
                      <a:pt x="17713" y="8808"/>
                      <a:pt x="9721" y="16343"/>
                      <a:pt x="1729" y="23879"/>
                    </a:cubicBezTo>
                    <a:cubicBezTo>
                      <a:pt x="0" y="25542"/>
                      <a:pt x="229" y="28054"/>
                      <a:pt x="2284" y="29294"/>
                    </a:cubicBezTo>
                    <a:cubicBezTo>
                      <a:pt x="6687" y="31936"/>
                      <a:pt x="11156" y="34447"/>
                      <a:pt x="15625" y="36992"/>
                    </a:cubicBezTo>
                    <a:cubicBezTo>
                      <a:pt x="15886" y="37155"/>
                      <a:pt x="16017" y="37285"/>
                      <a:pt x="15854" y="37644"/>
                    </a:cubicBezTo>
                    <a:cubicBezTo>
                      <a:pt x="14418" y="41069"/>
                      <a:pt x="12983" y="44494"/>
                      <a:pt x="11548" y="47919"/>
                    </a:cubicBezTo>
                    <a:cubicBezTo>
                      <a:pt x="10667" y="50072"/>
                      <a:pt x="9754" y="52193"/>
                      <a:pt x="8938" y="54346"/>
                    </a:cubicBezTo>
                    <a:cubicBezTo>
                      <a:pt x="8318" y="55911"/>
                      <a:pt x="9036" y="57608"/>
                      <a:pt x="10537" y="58325"/>
                    </a:cubicBezTo>
                    <a:cubicBezTo>
                      <a:pt x="11016" y="58565"/>
                      <a:pt x="11492" y="58685"/>
                      <a:pt x="11964" y="58685"/>
                    </a:cubicBezTo>
                    <a:cubicBezTo>
                      <a:pt x="12843" y="58685"/>
                      <a:pt x="13712" y="58271"/>
                      <a:pt x="14581" y="57444"/>
                    </a:cubicBezTo>
                    <a:cubicBezTo>
                      <a:pt x="22541" y="49909"/>
                      <a:pt x="30533" y="42341"/>
                      <a:pt x="38492" y="34806"/>
                    </a:cubicBezTo>
                    <a:cubicBezTo>
                      <a:pt x="40286" y="33077"/>
                      <a:pt x="39960" y="30533"/>
                      <a:pt x="37774" y="29294"/>
                    </a:cubicBezTo>
                    <a:cubicBezTo>
                      <a:pt x="33403" y="26782"/>
                      <a:pt x="28999" y="24205"/>
                      <a:pt x="24596" y="21693"/>
                    </a:cubicBezTo>
                    <a:cubicBezTo>
                      <a:pt x="24335" y="21530"/>
                      <a:pt x="24237" y="21367"/>
                      <a:pt x="24367" y="21041"/>
                    </a:cubicBezTo>
                    <a:cubicBezTo>
                      <a:pt x="26716" y="15495"/>
                      <a:pt x="29130" y="9950"/>
                      <a:pt x="31315" y="4339"/>
                    </a:cubicBezTo>
                    <a:cubicBezTo>
                      <a:pt x="32131" y="2219"/>
                      <a:pt x="30500" y="1"/>
                      <a:pt x="28053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197" name="Google Shape;1197;p61"/>
              <p:cNvSpPr/>
              <p:nvPr/>
            </p:nvSpPr>
            <p:spPr>
              <a:xfrm>
                <a:off x="1190625" y="238125"/>
                <a:ext cx="5219200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08768" extrusionOk="0">
                    <a:moveTo>
                      <a:pt x="104384" y="24465"/>
                    </a:moveTo>
                    <a:cubicBezTo>
                      <a:pt x="114724" y="24465"/>
                      <a:pt x="124771" y="26422"/>
                      <a:pt x="134263" y="30271"/>
                    </a:cubicBezTo>
                    <a:lnTo>
                      <a:pt x="121346" y="79690"/>
                    </a:lnTo>
                    <a:cubicBezTo>
                      <a:pt x="116518" y="76363"/>
                      <a:pt x="110679" y="74406"/>
                      <a:pt x="104384" y="74406"/>
                    </a:cubicBezTo>
                    <a:cubicBezTo>
                      <a:pt x="98088" y="74406"/>
                      <a:pt x="92249" y="76363"/>
                      <a:pt x="87421" y="79690"/>
                    </a:cubicBezTo>
                    <a:lnTo>
                      <a:pt x="74504" y="30271"/>
                    </a:lnTo>
                    <a:cubicBezTo>
                      <a:pt x="83996" y="26422"/>
                      <a:pt x="94043" y="24465"/>
                      <a:pt x="104384" y="24465"/>
                    </a:cubicBezTo>
                    <a:close/>
                    <a:moveTo>
                      <a:pt x="104384" y="80538"/>
                    </a:moveTo>
                    <a:cubicBezTo>
                      <a:pt x="117529" y="80538"/>
                      <a:pt x="128229" y="91238"/>
                      <a:pt x="128229" y="104384"/>
                    </a:cubicBezTo>
                    <a:cubicBezTo>
                      <a:pt x="128229" y="117529"/>
                      <a:pt x="117529" y="128229"/>
                      <a:pt x="104384" y="128229"/>
                    </a:cubicBezTo>
                    <a:cubicBezTo>
                      <a:pt x="91238" y="128229"/>
                      <a:pt x="80538" y="117529"/>
                      <a:pt x="80538" y="104384"/>
                    </a:cubicBezTo>
                    <a:cubicBezTo>
                      <a:pt x="80538" y="91238"/>
                      <a:pt x="91238" y="80538"/>
                      <a:pt x="104384" y="80538"/>
                    </a:cubicBezTo>
                    <a:close/>
                    <a:moveTo>
                      <a:pt x="134263" y="102035"/>
                    </a:moveTo>
                    <a:lnTo>
                      <a:pt x="183519" y="115572"/>
                    </a:lnTo>
                    <a:cubicBezTo>
                      <a:pt x="183258" y="117334"/>
                      <a:pt x="182965" y="119128"/>
                      <a:pt x="182573" y="120889"/>
                    </a:cubicBezTo>
                    <a:cubicBezTo>
                      <a:pt x="176506" y="117953"/>
                      <a:pt x="169721" y="116290"/>
                      <a:pt x="162545" y="116290"/>
                    </a:cubicBezTo>
                    <a:cubicBezTo>
                      <a:pt x="146202" y="116290"/>
                      <a:pt x="131817" y="124804"/>
                      <a:pt x="123597" y="137656"/>
                    </a:cubicBezTo>
                    <a:lnTo>
                      <a:pt x="117301" y="131425"/>
                    </a:lnTo>
                    <a:cubicBezTo>
                      <a:pt x="127381" y="126598"/>
                      <a:pt x="134361" y="116290"/>
                      <a:pt x="134361" y="104384"/>
                    </a:cubicBezTo>
                    <a:cubicBezTo>
                      <a:pt x="134361" y="103601"/>
                      <a:pt x="134329" y="102818"/>
                      <a:pt x="134263" y="102035"/>
                    </a:cubicBezTo>
                    <a:close/>
                    <a:moveTo>
                      <a:pt x="170635" y="136286"/>
                    </a:moveTo>
                    <a:cubicBezTo>
                      <a:pt x="170798" y="136318"/>
                      <a:pt x="170863" y="136384"/>
                      <a:pt x="170863" y="136416"/>
                    </a:cubicBezTo>
                    <a:cubicBezTo>
                      <a:pt x="168710" y="141994"/>
                      <a:pt x="166296" y="147572"/>
                      <a:pt x="163980" y="153052"/>
                    </a:cubicBezTo>
                    <a:cubicBezTo>
                      <a:pt x="163230" y="154781"/>
                      <a:pt x="163850" y="156575"/>
                      <a:pt x="165513" y="157521"/>
                    </a:cubicBezTo>
                    <a:cubicBezTo>
                      <a:pt x="169884" y="160066"/>
                      <a:pt x="174288" y="162610"/>
                      <a:pt x="178692" y="165122"/>
                    </a:cubicBezTo>
                    <a:cubicBezTo>
                      <a:pt x="179116" y="165383"/>
                      <a:pt x="179148" y="165448"/>
                      <a:pt x="178789" y="165774"/>
                    </a:cubicBezTo>
                    <a:cubicBezTo>
                      <a:pt x="170773" y="173367"/>
                      <a:pt x="154848" y="188771"/>
                      <a:pt x="154294" y="188771"/>
                    </a:cubicBezTo>
                    <a:cubicBezTo>
                      <a:pt x="154293" y="188771"/>
                      <a:pt x="154293" y="188771"/>
                      <a:pt x="154292" y="188771"/>
                    </a:cubicBezTo>
                    <a:cubicBezTo>
                      <a:pt x="154259" y="188739"/>
                      <a:pt x="154161" y="188706"/>
                      <a:pt x="154194" y="188608"/>
                    </a:cubicBezTo>
                    <a:cubicBezTo>
                      <a:pt x="156347" y="183128"/>
                      <a:pt x="158891" y="177191"/>
                      <a:pt x="161110" y="172005"/>
                    </a:cubicBezTo>
                    <a:cubicBezTo>
                      <a:pt x="161697" y="170569"/>
                      <a:pt x="161468" y="168645"/>
                      <a:pt x="159544" y="167536"/>
                    </a:cubicBezTo>
                    <a:cubicBezTo>
                      <a:pt x="155140" y="164991"/>
                      <a:pt x="150671" y="162512"/>
                      <a:pt x="146267" y="159870"/>
                    </a:cubicBezTo>
                    <a:cubicBezTo>
                      <a:pt x="145941" y="159674"/>
                      <a:pt x="145974" y="159576"/>
                      <a:pt x="146267" y="159283"/>
                    </a:cubicBezTo>
                    <a:cubicBezTo>
                      <a:pt x="151650" y="154194"/>
                      <a:pt x="168743" y="137558"/>
                      <a:pt x="170635" y="136286"/>
                    </a:cubicBezTo>
                    <a:close/>
                    <a:moveTo>
                      <a:pt x="170792" y="130182"/>
                    </a:moveTo>
                    <a:cubicBezTo>
                      <a:pt x="169107" y="130182"/>
                      <a:pt x="167377" y="130862"/>
                      <a:pt x="165970" y="132208"/>
                    </a:cubicBezTo>
                    <a:cubicBezTo>
                      <a:pt x="157945" y="139841"/>
                      <a:pt x="150019" y="147279"/>
                      <a:pt x="142060" y="154846"/>
                    </a:cubicBezTo>
                    <a:cubicBezTo>
                      <a:pt x="140526" y="156314"/>
                      <a:pt x="139744" y="158304"/>
                      <a:pt x="139972" y="160294"/>
                    </a:cubicBezTo>
                    <a:cubicBezTo>
                      <a:pt x="140168" y="162251"/>
                      <a:pt x="141342" y="164013"/>
                      <a:pt x="143103" y="165089"/>
                    </a:cubicBezTo>
                    <a:cubicBezTo>
                      <a:pt x="146920" y="167405"/>
                      <a:pt x="150769" y="169558"/>
                      <a:pt x="154586" y="171744"/>
                    </a:cubicBezTo>
                    <a:cubicBezTo>
                      <a:pt x="152628" y="176310"/>
                      <a:pt x="150345" y="181595"/>
                      <a:pt x="148486" y="186423"/>
                    </a:cubicBezTo>
                    <a:cubicBezTo>
                      <a:pt x="147311" y="189456"/>
                      <a:pt x="148649" y="192849"/>
                      <a:pt x="151617" y="194284"/>
                    </a:cubicBezTo>
                    <a:cubicBezTo>
                      <a:pt x="152506" y="194704"/>
                      <a:pt x="153442" y="194936"/>
                      <a:pt x="154394" y="194936"/>
                    </a:cubicBezTo>
                    <a:cubicBezTo>
                      <a:pt x="155958" y="194936"/>
                      <a:pt x="157566" y="194308"/>
                      <a:pt x="159087" y="192849"/>
                    </a:cubicBezTo>
                    <a:cubicBezTo>
                      <a:pt x="166851" y="185477"/>
                      <a:pt x="175201" y="177615"/>
                      <a:pt x="182997" y="170210"/>
                    </a:cubicBezTo>
                    <a:cubicBezTo>
                      <a:pt x="184563" y="168710"/>
                      <a:pt x="185313" y="166720"/>
                      <a:pt x="185085" y="164730"/>
                    </a:cubicBezTo>
                    <a:cubicBezTo>
                      <a:pt x="184857" y="162708"/>
                      <a:pt x="183617" y="160914"/>
                      <a:pt x="181725" y="159837"/>
                    </a:cubicBezTo>
                    <a:cubicBezTo>
                      <a:pt x="177974" y="157684"/>
                      <a:pt x="174223" y="155499"/>
                      <a:pt x="170504" y="153346"/>
                    </a:cubicBezTo>
                    <a:cubicBezTo>
                      <a:pt x="172526" y="148551"/>
                      <a:pt x="174647" y="143593"/>
                      <a:pt x="176571" y="138634"/>
                    </a:cubicBezTo>
                    <a:cubicBezTo>
                      <a:pt x="177322" y="136742"/>
                      <a:pt x="177061" y="134590"/>
                      <a:pt x="175886" y="132926"/>
                    </a:cubicBezTo>
                    <a:cubicBezTo>
                      <a:pt x="174627" y="131090"/>
                      <a:pt x="172740" y="130182"/>
                      <a:pt x="170792" y="130182"/>
                    </a:cubicBezTo>
                    <a:close/>
                    <a:moveTo>
                      <a:pt x="162545" y="122422"/>
                    </a:moveTo>
                    <a:cubicBezTo>
                      <a:pt x="184661" y="122422"/>
                      <a:pt x="202667" y="140396"/>
                      <a:pt x="202667" y="162545"/>
                    </a:cubicBezTo>
                    <a:cubicBezTo>
                      <a:pt x="202667" y="184661"/>
                      <a:pt x="184661" y="202667"/>
                      <a:pt x="162545" y="202667"/>
                    </a:cubicBezTo>
                    <a:cubicBezTo>
                      <a:pt x="140396" y="202667"/>
                      <a:pt x="122422" y="184661"/>
                      <a:pt x="122422" y="162545"/>
                    </a:cubicBezTo>
                    <a:cubicBezTo>
                      <a:pt x="122422" y="140396"/>
                      <a:pt x="140396" y="122422"/>
                      <a:pt x="162545" y="122422"/>
                    </a:cubicBezTo>
                    <a:close/>
                    <a:moveTo>
                      <a:pt x="104384" y="0"/>
                    </a:moveTo>
                    <a:cubicBezTo>
                      <a:pt x="46614" y="0"/>
                      <a:pt x="0" y="46973"/>
                      <a:pt x="0" y="104384"/>
                    </a:cubicBezTo>
                    <a:cubicBezTo>
                      <a:pt x="0" y="161044"/>
                      <a:pt x="46777" y="208767"/>
                      <a:pt x="104384" y="208767"/>
                    </a:cubicBezTo>
                    <a:cubicBezTo>
                      <a:pt x="116486" y="208767"/>
                      <a:pt x="128327" y="206712"/>
                      <a:pt x="139613" y="202667"/>
                    </a:cubicBezTo>
                    <a:cubicBezTo>
                      <a:pt x="146365" y="206549"/>
                      <a:pt x="154194" y="208767"/>
                      <a:pt x="162545" y="208767"/>
                    </a:cubicBezTo>
                    <a:cubicBezTo>
                      <a:pt x="188021" y="208767"/>
                      <a:pt x="208767" y="188021"/>
                      <a:pt x="208767" y="162545"/>
                    </a:cubicBezTo>
                    <a:cubicBezTo>
                      <a:pt x="208767" y="146496"/>
                      <a:pt x="200580" y="132371"/>
                      <a:pt x="188151" y="124053"/>
                    </a:cubicBezTo>
                    <a:cubicBezTo>
                      <a:pt x="188934" y="120628"/>
                      <a:pt x="189554" y="117138"/>
                      <a:pt x="189913" y="113648"/>
                    </a:cubicBezTo>
                    <a:cubicBezTo>
                      <a:pt x="190076" y="112147"/>
                      <a:pt x="189130" y="110777"/>
                      <a:pt x="187695" y="110353"/>
                    </a:cubicBezTo>
                    <a:lnTo>
                      <a:pt x="132959" y="95348"/>
                    </a:lnTo>
                    <a:cubicBezTo>
                      <a:pt x="131621" y="91140"/>
                      <a:pt x="129403" y="87356"/>
                      <a:pt x="126500" y="84159"/>
                    </a:cubicBezTo>
                    <a:lnTo>
                      <a:pt x="140853" y="29260"/>
                    </a:lnTo>
                    <a:cubicBezTo>
                      <a:pt x="141244" y="27792"/>
                      <a:pt x="140494" y="26292"/>
                      <a:pt x="139124" y="25672"/>
                    </a:cubicBezTo>
                    <a:cubicBezTo>
                      <a:pt x="128163" y="20811"/>
                      <a:pt x="116453" y="18365"/>
                      <a:pt x="104384" y="18365"/>
                    </a:cubicBezTo>
                    <a:cubicBezTo>
                      <a:pt x="92314" y="18365"/>
                      <a:pt x="80604" y="20811"/>
                      <a:pt x="69643" y="25672"/>
                    </a:cubicBezTo>
                    <a:cubicBezTo>
                      <a:pt x="68273" y="26292"/>
                      <a:pt x="67523" y="27792"/>
                      <a:pt x="67915" y="29260"/>
                    </a:cubicBezTo>
                    <a:lnTo>
                      <a:pt x="82267" y="84159"/>
                    </a:lnTo>
                    <a:cubicBezTo>
                      <a:pt x="79364" y="87356"/>
                      <a:pt x="77146" y="91140"/>
                      <a:pt x="75809" y="95348"/>
                    </a:cubicBezTo>
                    <a:lnTo>
                      <a:pt x="21072" y="110353"/>
                    </a:lnTo>
                    <a:cubicBezTo>
                      <a:pt x="19637" y="110777"/>
                      <a:pt x="18691" y="112147"/>
                      <a:pt x="18854" y="113648"/>
                    </a:cubicBezTo>
                    <a:cubicBezTo>
                      <a:pt x="19735" y="121900"/>
                      <a:pt x="21823" y="129958"/>
                      <a:pt x="25019" y="137623"/>
                    </a:cubicBezTo>
                    <a:cubicBezTo>
                      <a:pt x="25533" y="138798"/>
                      <a:pt x="26671" y="139495"/>
                      <a:pt x="27854" y="139495"/>
                    </a:cubicBezTo>
                    <a:cubicBezTo>
                      <a:pt x="28249" y="139495"/>
                      <a:pt x="28648" y="139417"/>
                      <a:pt x="29032" y="139254"/>
                    </a:cubicBezTo>
                    <a:cubicBezTo>
                      <a:pt x="30597" y="138602"/>
                      <a:pt x="31315" y="136808"/>
                      <a:pt x="30663" y="135242"/>
                    </a:cubicBezTo>
                    <a:cubicBezTo>
                      <a:pt x="28020" y="128946"/>
                      <a:pt x="26194" y="122324"/>
                      <a:pt x="25248" y="115572"/>
                    </a:cubicBezTo>
                    <a:lnTo>
                      <a:pt x="74504" y="102035"/>
                    </a:lnTo>
                    <a:lnTo>
                      <a:pt x="74504" y="102035"/>
                    </a:lnTo>
                    <a:cubicBezTo>
                      <a:pt x="73460" y="114594"/>
                      <a:pt x="80636" y="126271"/>
                      <a:pt x="91466" y="131425"/>
                    </a:cubicBezTo>
                    <a:lnTo>
                      <a:pt x="55160" y="167307"/>
                    </a:lnTo>
                    <a:cubicBezTo>
                      <a:pt x="47266" y="161110"/>
                      <a:pt x="40677" y="153640"/>
                      <a:pt x="35556" y="144995"/>
                    </a:cubicBezTo>
                    <a:cubicBezTo>
                      <a:pt x="34994" y="144023"/>
                      <a:pt x="33974" y="143480"/>
                      <a:pt x="32933" y="143480"/>
                    </a:cubicBezTo>
                    <a:cubicBezTo>
                      <a:pt x="32402" y="143480"/>
                      <a:pt x="31865" y="143621"/>
                      <a:pt x="31380" y="143919"/>
                    </a:cubicBezTo>
                    <a:cubicBezTo>
                      <a:pt x="29912" y="144767"/>
                      <a:pt x="29456" y="146659"/>
                      <a:pt x="30304" y="148094"/>
                    </a:cubicBezTo>
                    <a:cubicBezTo>
                      <a:pt x="36273" y="158206"/>
                      <a:pt x="44135" y="166851"/>
                      <a:pt x="53627" y="173799"/>
                    </a:cubicBezTo>
                    <a:cubicBezTo>
                      <a:pt x="54170" y="174195"/>
                      <a:pt x="54806" y="174393"/>
                      <a:pt x="55439" y="174393"/>
                    </a:cubicBezTo>
                    <a:cubicBezTo>
                      <a:pt x="56212" y="174393"/>
                      <a:pt x="56982" y="174097"/>
                      <a:pt x="57574" y="173505"/>
                    </a:cubicBezTo>
                    <a:lnTo>
                      <a:pt x="97925" y="133644"/>
                    </a:lnTo>
                    <a:cubicBezTo>
                      <a:pt x="100014" y="134104"/>
                      <a:pt x="102220" y="134341"/>
                      <a:pt x="104429" y="134341"/>
                    </a:cubicBezTo>
                    <a:cubicBezTo>
                      <a:pt x="106599" y="134341"/>
                      <a:pt x="108773" y="134112"/>
                      <a:pt x="110842" y="133644"/>
                    </a:cubicBezTo>
                    <a:lnTo>
                      <a:pt x="120530" y="143234"/>
                    </a:lnTo>
                    <a:cubicBezTo>
                      <a:pt x="117823" y="149105"/>
                      <a:pt x="116290" y="155629"/>
                      <a:pt x="116290" y="162545"/>
                    </a:cubicBezTo>
                    <a:cubicBezTo>
                      <a:pt x="116290" y="176930"/>
                      <a:pt x="122912" y="189848"/>
                      <a:pt x="133285" y="198329"/>
                    </a:cubicBezTo>
                    <a:cubicBezTo>
                      <a:pt x="123955" y="201199"/>
                      <a:pt x="114267" y="202635"/>
                      <a:pt x="104384" y="202635"/>
                    </a:cubicBezTo>
                    <a:cubicBezTo>
                      <a:pt x="50006" y="202635"/>
                      <a:pt x="6100" y="158500"/>
                      <a:pt x="6100" y="104384"/>
                    </a:cubicBezTo>
                    <a:cubicBezTo>
                      <a:pt x="6100" y="49876"/>
                      <a:pt x="50235" y="6100"/>
                      <a:pt x="104384" y="6100"/>
                    </a:cubicBezTo>
                    <a:cubicBezTo>
                      <a:pt x="157521" y="6100"/>
                      <a:pt x="202635" y="50202"/>
                      <a:pt x="202635" y="104384"/>
                    </a:cubicBezTo>
                    <a:cubicBezTo>
                      <a:pt x="202635" y="111234"/>
                      <a:pt x="201950" y="118084"/>
                      <a:pt x="200547" y="124738"/>
                    </a:cubicBezTo>
                    <a:cubicBezTo>
                      <a:pt x="200188" y="126402"/>
                      <a:pt x="201232" y="128033"/>
                      <a:pt x="202896" y="128359"/>
                    </a:cubicBezTo>
                    <a:cubicBezTo>
                      <a:pt x="203117" y="128407"/>
                      <a:pt x="203337" y="128430"/>
                      <a:pt x="203554" y="128430"/>
                    </a:cubicBezTo>
                    <a:cubicBezTo>
                      <a:pt x="204969" y="128430"/>
                      <a:pt x="206233" y="127453"/>
                      <a:pt x="206516" y="126011"/>
                    </a:cubicBezTo>
                    <a:cubicBezTo>
                      <a:pt x="208017" y="118932"/>
                      <a:pt x="208767" y="111658"/>
                      <a:pt x="208767" y="104384"/>
                    </a:cubicBezTo>
                    <a:cubicBezTo>
                      <a:pt x="208767" y="46483"/>
                      <a:pt x="161860" y="0"/>
                      <a:pt x="1043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1198" name="Google Shape;1198;p61"/>
          <p:cNvCxnSpPr/>
          <p:nvPr/>
        </p:nvCxnSpPr>
        <p:spPr>
          <a:xfrm rot="10800000">
            <a:off x="7193875" y="2001338"/>
            <a:ext cx="11358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7" name="Google Shape;827;p47"/>
          <p:cNvSpPr txBox="1">
            <a:spLocks noGrp="1"/>
          </p:cNvSpPr>
          <p:nvPr>
            <p:ph type="title"/>
          </p:nvPr>
        </p:nvSpPr>
        <p:spPr>
          <a:xfrm>
            <a:off x="713250" y="18734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T</a:t>
            </a:r>
            <a:r>
              <a:rPr lang="en" dirty="0"/>
              <a:t>HE 17 SDGs</a:t>
            </a:r>
            <a:endParaRPr dirty="0"/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2452125-9CE6-0233-45EF-6BFF6545F1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10894" y="692559"/>
            <a:ext cx="5004846" cy="4025637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1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3" name="Google Shape;1253;p63"/>
          <p:cNvSpPr txBox="1">
            <a:spLocks noGrp="1"/>
          </p:cNvSpPr>
          <p:nvPr>
            <p:ph type="title"/>
          </p:nvPr>
        </p:nvSpPr>
        <p:spPr>
          <a:xfrm>
            <a:off x="713250" y="417400"/>
            <a:ext cx="7717500" cy="1154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PICTURE IS WORTH A THOUSAND WORDS</a:t>
            </a:r>
            <a:endParaRPr/>
          </a:p>
        </p:txBody>
      </p:sp>
      <p:grpSp>
        <p:nvGrpSpPr>
          <p:cNvPr id="1254" name="Google Shape;1254;p63"/>
          <p:cNvGrpSpPr/>
          <p:nvPr/>
        </p:nvGrpSpPr>
        <p:grpSpPr>
          <a:xfrm rot="-785771">
            <a:off x="6623321" y="1836804"/>
            <a:ext cx="1762361" cy="1695157"/>
            <a:chOff x="212038" y="1589050"/>
            <a:chExt cx="2423100" cy="2330700"/>
          </a:xfrm>
        </p:grpSpPr>
        <p:sp>
          <p:nvSpPr>
            <p:cNvPr id="1255" name="Google Shape;1255;p63"/>
            <p:cNvSpPr/>
            <p:nvPr/>
          </p:nvSpPr>
          <p:spPr>
            <a:xfrm>
              <a:off x="212038" y="1589050"/>
              <a:ext cx="2423100" cy="2330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56" name="Google Shape;1256;p63"/>
            <p:cNvGrpSpPr/>
            <p:nvPr/>
          </p:nvGrpSpPr>
          <p:grpSpPr>
            <a:xfrm>
              <a:off x="490745" y="1822578"/>
              <a:ext cx="1865687" cy="1863650"/>
              <a:chOff x="1190625" y="239750"/>
              <a:chExt cx="5221625" cy="5215925"/>
            </a:xfrm>
          </p:grpSpPr>
          <p:sp>
            <p:nvSpPr>
              <p:cNvPr id="1257" name="Google Shape;1257;p63"/>
              <p:cNvSpPr/>
              <p:nvPr/>
            </p:nvSpPr>
            <p:spPr>
              <a:xfrm>
                <a:off x="4090525" y="920675"/>
                <a:ext cx="1140900" cy="351500"/>
              </a:xfrm>
              <a:custGeom>
                <a:avLst/>
                <a:gdLst/>
                <a:ahLst/>
                <a:cxnLst/>
                <a:rect l="l" t="t" r="r" b="b"/>
                <a:pathLst>
                  <a:path w="45636" h="14060" extrusionOk="0">
                    <a:moveTo>
                      <a:pt x="0" y="1"/>
                    </a:moveTo>
                    <a:lnTo>
                      <a:pt x="0" y="14060"/>
                    </a:lnTo>
                    <a:lnTo>
                      <a:pt x="45635" y="14060"/>
                    </a:lnTo>
                    <a:lnTo>
                      <a:pt x="45570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8" name="Google Shape;1258;p63"/>
              <p:cNvSpPr/>
              <p:nvPr/>
            </p:nvSpPr>
            <p:spPr>
              <a:xfrm>
                <a:off x="1270525" y="3450350"/>
                <a:ext cx="694825" cy="992500"/>
              </a:xfrm>
              <a:custGeom>
                <a:avLst/>
                <a:gdLst/>
                <a:ahLst/>
                <a:cxnLst/>
                <a:rect l="l" t="t" r="r" b="b"/>
                <a:pathLst>
                  <a:path w="27793" h="39700" extrusionOk="0">
                    <a:moveTo>
                      <a:pt x="4078" y="1"/>
                    </a:moveTo>
                    <a:cubicBezTo>
                      <a:pt x="1827" y="1"/>
                      <a:pt x="1" y="1827"/>
                      <a:pt x="1" y="4078"/>
                    </a:cubicBezTo>
                    <a:lnTo>
                      <a:pt x="1" y="35622"/>
                    </a:lnTo>
                    <a:cubicBezTo>
                      <a:pt x="1" y="37872"/>
                      <a:pt x="1827" y="39699"/>
                      <a:pt x="4078" y="39699"/>
                    </a:cubicBezTo>
                    <a:lnTo>
                      <a:pt x="23715" y="39699"/>
                    </a:lnTo>
                    <a:cubicBezTo>
                      <a:pt x="25966" y="39699"/>
                      <a:pt x="27793" y="37872"/>
                      <a:pt x="27793" y="35622"/>
                    </a:cubicBezTo>
                    <a:lnTo>
                      <a:pt x="27793" y="4078"/>
                    </a:lnTo>
                    <a:cubicBezTo>
                      <a:pt x="27793" y="1827"/>
                      <a:pt x="25966" y="1"/>
                      <a:pt x="23715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59" name="Google Shape;1259;p63"/>
              <p:cNvSpPr/>
              <p:nvPr/>
            </p:nvSpPr>
            <p:spPr>
              <a:xfrm>
                <a:off x="1267275" y="920675"/>
                <a:ext cx="1445075" cy="351500"/>
              </a:xfrm>
              <a:custGeom>
                <a:avLst/>
                <a:gdLst/>
                <a:ahLst/>
                <a:cxnLst/>
                <a:rect l="l" t="t" r="r" b="b"/>
                <a:pathLst>
                  <a:path w="57803" h="14060" extrusionOk="0">
                    <a:moveTo>
                      <a:pt x="2447" y="1"/>
                    </a:moveTo>
                    <a:cubicBezTo>
                      <a:pt x="1077" y="1"/>
                      <a:pt x="0" y="1077"/>
                      <a:pt x="0" y="2447"/>
                    </a:cubicBezTo>
                    <a:lnTo>
                      <a:pt x="0" y="11613"/>
                    </a:lnTo>
                    <a:cubicBezTo>
                      <a:pt x="0" y="12984"/>
                      <a:pt x="1077" y="14060"/>
                      <a:pt x="2447" y="14060"/>
                    </a:cubicBezTo>
                    <a:lnTo>
                      <a:pt x="57803" y="14060"/>
                    </a:lnTo>
                    <a:lnTo>
                      <a:pt x="57803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0" name="Google Shape;1260;p63"/>
              <p:cNvSpPr/>
              <p:nvPr/>
            </p:nvSpPr>
            <p:spPr>
              <a:xfrm>
                <a:off x="2712325" y="760850"/>
                <a:ext cx="1530725" cy="671175"/>
              </a:xfrm>
              <a:custGeom>
                <a:avLst/>
                <a:gdLst/>
                <a:ahLst/>
                <a:cxnLst/>
                <a:rect l="l" t="t" r="r" b="b"/>
                <a:pathLst>
                  <a:path w="61229" h="26847" extrusionOk="0">
                    <a:moveTo>
                      <a:pt x="4339" y="0"/>
                    </a:moveTo>
                    <a:cubicBezTo>
                      <a:pt x="1958" y="0"/>
                      <a:pt x="1" y="1925"/>
                      <a:pt x="1" y="4339"/>
                    </a:cubicBezTo>
                    <a:lnTo>
                      <a:pt x="1" y="22541"/>
                    </a:lnTo>
                    <a:cubicBezTo>
                      <a:pt x="1" y="24857"/>
                      <a:pt x="1860" y="26749"/>
                      <a:pt x="4143" y="26846"/>
                    </a:cubicBezTo>
                    <a:lnTo>
                      <a:pt x="56890" y="26846"/>
                    </a:lnTo>
                    <a:cubicBezTo>
                      <a:pt x="59271" y="26846"/>
                      <a:pt x="61228" y="24922"/>
                      <a:pt x="61228" y="22541"/>
                    </a:cubicBezTo>
                    <a:lnTo>
                      <a:pt x="61228" y="4339"/>
                    </a:lnTo>
                    <a:cubicBezTo>
                      <a:pt x="61228" y="1925"/>
                      <a:pt x="59271" y="0"/>
                      <a:pt x="5689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1" name="Google Shape;1261;p63"/>
              <p:cNvSpPr/>
              <p:nvPr/>
            </p:nvSpPr>
            <p:spPr>
              <a:xfrm>
                <a:off x="5074825" y="316400"/>
                <a:ext cx="1260775" cy="2968950"/>
              </a:xfrm>
              <a:custGeom>
                <a:avLst/>
                <a:gdLst/>
                <a:ahLst/>
                <a:cxnLst/>
                <a:rect l="l" t="t" r="r" b="b"/>
                <a:pathLst>
                  <a:path w="50431" h="118758" extrusionOk="0">
                    <a:moveTo>
                      <a:pt x="25183" y="12983"/>
                    </a:moveTo>
                    <a:cubicBezTo>
                      <a:pt x="30206" y="12983"/>
                      <a:pt x="34317" y="17061"/>
                      <a:pt x="34317" y="22084"/>
                    </a:cubicBezTo>
                    <a:cubicBezTo>
                      <a:pt x="34317" y="27108"/>
                      <a:pt x="30206" y="31185"/>
                      <a:pt x="25183" y="31185"/>
                    </a:cubicBezTo>
                    <a:cubicBezTo>
                      <a:pt x="20159" y="31185"/>
                      <a:pt x="16082" y="27108"/>
                      <a:pt x="16082" y="22084"/>
                    </a:cubicBezTo>
                    <a:cubicBezTo>
                      <a:pt x="16082" y="17061"/>
                      <a:pt x="20159" y="12983"/>
                      <a:pt x="25183" y="12983"/>
                    </a:cubicBezTo>
                    <a:close/>
                    <a:moveTo>
                      <a:pt x="25183" y="44200"/>
                    </a:moveTo>
                    <a:cubicBezTo>
                      <a:pt x="29489" y="44200"/>
                      <a:pt x="32979" y="47691"/>
                      <a:pt x="32979" y="51964"/>
                    </a:cubicBezTo>
                    <a:cubicBezTo>
                      <a:pt x="32979" y="56270"/>
                      <a:pt x="29489" y="59727"/>
                      <a:pt x="25183" y="59727"/>
                    </a:cubicBezTo>
                    <a:cubicBezTo>
                      <a:pt x="20877" y="59727"/>
                      <a:pt x="17387" y="56270"/>
                      <a:pt x="17387" y="51964"/>
                    </a:cubicBezTo>
                    <a:cubicBezTo>
                      <a:pt x="17387" y="47691"/>
                      <a:pt x="20877" y="44200"/>
                      <a:pt x="25183" y="44200"/>
                    </a:cubicBezTo>
                    <a:close/>
                    <a:moveTo>
                      <a:pt x="18007" y="72873"/>
                    </a:moveTo>
                    <a:cubicBezTo>
                      <a:pt x="21595" y="72873"/>
                      <a:pt x="24531" y="75776"/>
                      <a:pt x="24531" y="79365"/>
                    </a:cubicBezTo>
                    <a:cubicBezTo>
                      <a:pt x="24531" y="82953"/>
                      <a:pt x="21595" y="85856"/>
                      <a:pt x="18007" y="85856"/>
                    </a:cubicBezTo>
                    <a:cubicBezTo>
                      <a:pt x="14418" y="85856"/>
                      <a:pt x="11483" y="82953"/>
                      <a:pt x="11483" y="79365"/>
                    </a:cubicBezTo>
                    <a:cubicBezTo>
                      <a:pt x="11483" y="75776"/>
                      <a:pt x="14418" y="72873"/>
                      <a:pt x="18007" y="72873"/>
                    </a:cubicBezTo>
                    <a:close/>
                    <a:moveTo>
                      <a:pt x="43739" y="0"/>
                    </a:moveTo>
                    <a:cubicBezTo>
                      <a:pt x="43719" y="0"/>
                      <a:pt x="43699" y="0"/>
                      <a:pt x="43678" y="1"/>
                    </a:cubicBezTo>
                    <a:lnTo>
                      <a:pt x="6524" y="131"/>
                    </a:lnTo>
                    <a:cubicBezTo>
                      <a:pt x="2904" y="131"/>
                      <a:pt x="0" y="3067"/>
                      <a:pt x="33" y="6655"/>
                    </a:cubicBezTo>
                    <a:lnTo>
                      <a:pt x="457" y="117138"/>
                    </a:lnTo>
                    <a:cubicBezTo>
                      <a:pt x="457" y="118101"/>
                      <a:pt x="1262" y="118758"/>
                      <a:pt x="2103" y="118758"/>
                    </a:cubicBezTo>
                    <a:cubicBezTo>
                      <a:pt x="2459" y="118758"/>
                      <a:pt x="2821" y="118640"/>
                      <a:pt x="3132" y="118378"/>
                    </a:cubicBezTo>
                    <a:lnTo>
                      <a:pt x="19344" y="104776"/>
                    </a:lnTo>
                    <a:cubicBezTo>
                      <a:pt x="39079" y="88237"/>
                      <a:pt x="50431" y="63805"/>
                      <a:pt x="50333" y="38101"/>
                    </a:cubicBezTo>
                    <a:lnTo>
                      <a:pt x="50235" y="6459"/>
                    </a:lnTo>
                    <a:cubicBezTo>
                      <a:pt x="50203" y="2891"/>
                      <a:pt x="47331" y="0"/>
                      <a:pt x="43739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2" name="Google Shape;1262;p63"/>
              <p:cNvSpPr/>
              <p:nvPr/>
            </p:nvSpPr>
            <p:spPr>
              <a:xfrm>
                <a:off x="2848525" y="316400"/>
                <a:ext cx="1259150" cy="444475"/>
              </a:xfrm>
              <a:custGeom>
                <a:avLst/>
                <a:gdLst/>
                <a:ahLst/>
                <a:cxnLst/>
                <a:rect l="l" t="t" r="r" b="b"/>
                <a:pathLst>
                  <a:path w="50366" h="17779" extrusionOk="0">
                    <a:moveTo>
                      <a:pt x="9525" y="1"/>
                    </a:moveTo>
                    <a:cubicBezTo>
                      <a:pt x="7698" y="1"/>
                      <a:pt x="6067" y="1142"/>
                      <a:pt x="5448" y="2838"/>
                    </a:cubicBezTo>
                    <a:lnTo>
                      <a:pt x="0" y="17778"/>
                    </a:lnTo>
                    <a:lnTo>
                      <a:pt x="50365" y="17778"/>
                    </a:lnTo>
                    <a:lnTo>
                      <a:pt x="44885" y="2838"/>
                    </a:lnTo>
                    <a:cubicBezTo>
                      <a:pt x="44265" y="1142"/>
                      <a:pt x="42634" y="1"/>
                      <a:pt x="40808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3" name="Google Shape;1263;p63"/>
              <p:cNvSpPr/>
              <p:nvPr/>
            </p:nvSpPr>
            <p:spPr>
              <a:xfrm>
                <a:off x="1270525" y="5054425"/>
                <a:ext cx="5062625" cy="324600"/>
              </a:xfrm>
              <a:custGeom>
                <a:avLst/>
                <a:gdLst/>
                <a:ahLst/>
                <a:cxnLst/>
                <a:rect l="l" t="t" r="r" b="b"/>
                <a:pathLst>
                  <a:path w="202505" h="12984" extrusionOk="0">
                    <a:moveTo>
                      <a:pt x="2610" y="1"/>
                    </a:moveTo>
                    <a:cubicBezTo>
                      <a:pt x="1175" y="1"/>
                      <a:pt x="1" y="1143"/>
                      <a:pt x="1" y="2578"/>
                    </a:cubicBezTo>
                    <a:lnTo>
                      <a:pt x="1" y="10374"/>
                    </a:lnTo>
                    <a:cubicBezTo>
                      <a:pt x="1" y="11809"/>
                      <a:pt x="1175" y="12984"/>
                      <a:pt x="2610" y="12984"/>
                    </a:cubicBezTo>
                    <a:lnTo>
                      <a:pt x="199895" y="12984"/>
                    </a:lnTo>
                    <a:cubicBezTo>
                      <a:pt x="201363" y="12984"/>
                      <a:pt x="202505" y="11809"/>
                      <a:pt x="202505" y="10374"/>
                    </a:cubicBezTo>
                    <a:lnTo>
                      <a:pt x="202505" y="2578"/>
                    </a:lnTo>
                    <a:cubicBezTo>
                      <a:pt x="202505" y="1143"/>
                      <a:pt x="201363" y="1"/>
                      <a:pt x="199895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4" name="Google Shape;1264;p63"/>
              <p:cNvSpPr/>
              <p:nvPr/>
            </p:nvSpPr>
            <p:spPr>
              <a:xfrm>
                <a:off x="1728850" y="543100"/>
                <a:ext cx="550475" cy="377600"/>
              </a:xfrm>
              <a:custGeom>
                <a:avLst/>
                <a:gdLst/>
                <a:ahLst/>
                <a:cxnLst/>
                <a:rect l="l" t="t" r="r" b="b"/>
                <a:pathLst>
                  <a:path w="22019" h="15104" extrusionOk="0">
                    <a:moveTo>
                      <a:pt x="2055" y="1"/>
                    </a:moveTo>
                    <a:cubicBezTo>
                      <a:pt x="913" y="1"/>
                      <a:pt x="0" y="914"/>
                      <a:pt x="0" y="2056"/>
                    </a:cubicBezTo>
                    <a:lnTo>
                      <a:pt x="0" y="15104"/>
                    </a:lnTo>
                    <a:lnTo>
                      <a:pt x="22019" y="15104"/>
                    </a:lnTo>
                    <a:lnTo>
                      <a:pt x="22019" y="2056"/>
                    </a:lnTo>
                    <a:cubicBezTo>
                      <a:pt x="22019" y="914"/>
                      <a:pt x="21105" y="1"/>
                      <a:pt x="1996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65" name="Google Shape;1265;p63"/>
              <p:cNvSpPr/>
              <p:nvPr/>
            </p:nvSpPr>
            <p:spPr>
              <a:xfrm>
                <a:off x="1190625" y="239750"/>
                <a:ext cx="5221625" cy="5215925"/>
              </a:xfrm>
              <a:custGeom>
                <a:avLst/>
                <a:gdLst/>
                <a:ahLst/>
                <a:cxnLst/>
                <a:rect l="l" t="t" r="r" b="b"/>
                <a:pathLst>
                  <a:path w="208865" h="208637" extrusionOk="0">
                    <a:moveTo>
                      <a:pt x="107124" y="6133"/>
                    </a:moveTo>
                    <a:cubicBezTo>
                      <a:pt x="107678" y="6133"/>
                      <a:pt x="108135" y="6459"/>
                      <a:pt x="108331" y="6948"/>
                    </a:cubicBezTo>
                    <a:lnTo>
                      <a:pt x="112310" y="17778"/>
                    </a:lnTo>
                    <a:lnTo>
                      <a:pt x="70687" y="17778"/>
                    </a:lnTo>
                    <a:lnTo>
                      <a:pt x="74634" y="6948"/>
                    </a:lnTo>
                    <a:cubicBezTo>
                      <a:pt x="74830" y="6459"/>
                      <a:pt x="75319" y="6133"/>
                      <a:pt x="75841" y="6133"/>
                    </a:cubicBezTo>
                    <a:close/>
                    <a:moveTo>
                      <a:pt x="40481" y="15201"/>
                    </a:moveTo>
                    <a:lnTo>
                      <a:pt x="40481" y="24172"/>
                    </a:lnTo>
                    <a:lnTo>
                      <a:pt x="24595" y="24172"/>
                    </a:lnTo>
                    <a:lnTo>
                      <a:pt x="24595" y="15201"/>
                    </a:lnTo>
                    <a:close/>
                    <a:moveTo>
                      <a:pt x="180551" y="19115"/>
                    </a:moveTo>
                    <a:cubicBezTo>
                      <a:pt x="183911" y="19115"/>
                      <a:pt x="186618" y="21823"/>
                      <a:pt x="186618" y="25150"/>
                    </a:cubicBezTo>
                    <a:cubicBezTo>
                      <a:pt x="186618" y="28510"/>
                      <a:pt x="183911" y="31217"/>
                      <a:pt x="180551" y="31217"/>
                    </a:cubicBezTo>
                    <a:cubicBezTo>
                      <a:pt x="177224" y="31217"/>
                      <a:pt x="174484" y="28510"/>
                      <a:pt x="174484" y="25150"/>
                    </a:cubicBezTo>
                    <a:cubicBezTo>
                      <a:pt x="174484" y="21823"/>
                      <a:pt x="177224" y="19115"/>
                      <a:pt x="180551" y="19115"/>
                    </a:cubicBezTo>
                    <a:close/>
                    <a:moveTo>
                      <a:pt x="180551" y="13016"/>
                    </a:moveTo>
                    <a:cubicBezTo>
                      <a:pt x="173831" y="13016"/>
                      <a:pt x="168384" y="18463"/>
                      <a:pt x="168384" y="25150"/>
                    </a:cubicBezTo>
                    <a:cubicBezTo>
                      <a:pt x="168384" y="31870"/>
                      <a:pt x="173831" y="37317"/>
                      <a:pt x="180551" y="37317"/>
                    </a:cubicBezTo>
                    <a:cubicBezTo>
                      <a:pt x="187271" y="37317"/>
                      <a:pt x="192718" y="31870"/>
                      <a:pt x="192718" y="25150"/>
                    </a:cubicBezTo>
                    <a:cubicBezTo>
                      <a:pt x="192718" y="18463"/>
                      <a:pt x="187271" y="13016"/>
                      <a:pt x="180551" y="13016"/>
                    </a:cubicBezTo>
                    <a:close/>
                    <a:moveTo>
                      <a:pt x="57835" y="30271"/>
                    </a:moveTo>
                    <a:lnTo>
                      <a:pt x="57835" y="38263"/>
                    </a:lnTo>
                    <a:lnTo>
                      <a:pt x="6100" y="38263"/>
                    </a:lnTo>
                    <a:lnTo>
                      <a:pt x="6100" y="30271"/>
                    </a:lnTo>
                    <a:close/>
                    <a:moveTo>
                      <a:pt x="152433" y="30271"/>
                    </a:moveTo>
                    <a:lnTo>
                      <a:pt x="152465" y="38263"/>
                    </a:lnTo>
                    <a:lnTo>
                      <a:pt x="125162" y="38263"/>
                    </a:lnTo>
                    <a:lnTo>
                      <a:pt x="125162" y="30271"/>
                    </a:lnTo>
                    <a:close/>
                    <a:moveTo>
                      <a:pt x="117758" y="23878"/>
                    </a:moveTo>
                    <a:cubicBezTo>
                      <a:pt x="118475" y="23878"/>
                      <a:pt x="119030" y="24465"/>
                      <a:pt x="119030" y="25183"/>
                    </a:cubicBezTo>
                    <a:lnTo>
                      <a:pt x="119030" y="43385"/>
                    </a:lnTo>
                    <a:cubicBezTo>
                      <a:pt x="119030" y="44070"/>
                      <a:pt x="118475" y="44657"/>
                      <a:pt x="117758" y="44657"/>
                    </a:cubicBezTo>
                    <a:lnTo>
                      <a:pt x="65174" y="44657"/>
                    </a:lnTo>
                    <a:cubicBezTo>
                      <a:pt x="64457" y="44624"/>
                      <a:pt x="63935" y="44070"/>
                      <a:pt x="63935" y="43385"/>
                    </a:cubicBezTo>
                    <a:lnTo>
                      <a:pt x="63935" y="25183"/>
                    </a:lnTo>
                    <a:cubicBezTo>
                      <a:pt x="63935" y="24465"/>
                      <a:pt x="64522" y="23878"/>
                      <a:pt x="65207" y="23878"/>
                    </a:cubicBezTo>
                    <a:close/>
                    <a:moveTo>
                      <a:pt x="180551" y="50333"/>
                    </a:moveTo>
                    <a:cubicBezTo>
                      <a:pt x="183161" y="50333"/>
                      <a:pt x="185281" y="52420"/>
                      <a:pt x="185281" y="55030"/>
                    </a:cubicBezTo>
                    <a:cubicBezTo>
                      <a:pt x="185281" y="57640"/>
                      <a:pt x="183161" y="59760"/>
                      <a:pt x="180551" y="59760"/>
                    </a:cubicBezTo>
                    <a:cubicBezTo>
                      <a:pt x="177941" y="59760"/>
                      <a:pt x="175821" y="57640"/>
                      <a:pt x="175821" y="55030"/>
                    </a:cubicBezTo>
                    <a:cubicBezTo>
                      <a:pt x="175821" y="52420"/>
                      <a:pt x="177941" y="50333"/>
                      <a:pt x="180551" y="50333"/>
                    </a:cubicBezTo>
                    <a:close/>
                    <a:moveTo>
                      <a:pt x="180551" y="44200"/>
                    </a:moveTo>
                    <a:cubicBezTo>
                      <a:pt x="174582" y="44200"/>
                      <a:pt x="169721" y="49061"/>
                      <a:pt x="169721" y="55030"/>
                    </a:cubicBezTo>
                    <a:cubicBezTo>
                      <a:pt x="169721" y="60999"/>
                      <a:pt x="174582" y="65860"/>
                      <a:pt x="180551" y="65860"/>
                    </a:cubicBezTo>
                    <a:cubicBezTo>
                      <a:pt x="186520" y="65860"/>
                      <a:pt x="191381" y="60999"/>
                      <a:pt x="191381" y="55030"/>
                    </a:cubicBezTo>
                    <a:cubicBezTo>
                      <a:pt x="191381" y="49061"/>
                      <a:pt x="186520" y="44200"/>
                      <a:pt x="180551" y="44200"/>
                    </a:cubicBezTo>
                    <a:close/>
                    <a:moveTo>
                      <a:pt x="110059" y="50757"/>
                    </a:moveTo>
                    <a:lnTo>
                      <a:pt x="91368" y="68339"/>
                    </a:lnTo>
                    <a:lnTo>
                      <a:pt x="72873" y="50757"/>
                    </a:lnTo>
                    <a:close/>
                    <a:moveTo>
                      <a:pt x="173375" y="79006"/>
                    </a:moveTo>
                    <a:cubicBezTo>
                      <a:pt x="175299" y="79006"/>
                      <a:pt x="176832" y="80539"/>
                      <a:pt x="176832" y="82431"/>
                    </a:cubicBezTo>
                    <a:cubicBezTo>
                      <a:pt x="176832" y="84323"/>
                      <a:pt x="175299" y="85888"/>
                      <a:pt x="173375" y="85888"/>
                    </a:cubicBezTo>
                    <a:cubicBezTo>
                      <a:pt x="171483" y="85888"/>
                      <a:pt x="169917" y="84323"/>
                      <a:pt x="169917" y="82431"/>
                    </a:cubicBezTo>
                    <a:cubicBezTo>
                      <a:pt x="169917" y="80539"/>
                      <a:pt x="171483" y="79006"/>
                      <a:pt x="173375" y="79006"/>
                    </a:cubicBezTo>
                    <a:close/>
                    <a:moveTo>
                      <a:pt x="173375" y="72873"/>
                    </a:moveTo>
                    <a:cubicBezTo>
                      <a:pt x="168090" y="72873"/>
                      <a:pt x="163817" y="77179"/>
                      <a:pt x="163817" y="82431"/>
                    </a:cubicBezTo>
                    <a:cubicBezTo>
                      <a:pt x="163817" y="87715"/>
                      <a:pt x="168090" y="91988"/>
                      <a:pt x="173375" y="91988"/>
                    </a:cubicBezTo>
                    <a:cubicBezTo>
                      <a:pt x="178659" y="91988"/>
                      <a:pt x="182932" y="87715"/>
                      <a:pt x="182932" y="82431"/>
                    </a:cubicBezTo>
                    <a:cubicBezTo>
                      <a:pt x="182932" y="77179"/>
                      <a:pt x="178659" y="72873"/>
                      <a:pt x="173375" y="72873"/>
                    </a:cubicBezTo>
                    <a:close/>
                    <a:moveTo>
                      <a:pt x="115344" y="54182"/>
                    </a:moveTo>
                    <a:lnTo>
                      <a:pt x="122161" y="97631"/>
                    </a:lnTo>
                    <a:lnTo>
                      <a:pt x="95805" y="72579"/>
                    </a:lnTo>
                    <a:lnTo>
                      <a:pt x="115344" y="54182"/>
                    </a:lnTo>
                    <a:close/>
                    <a:moveTo>
                      <a:pt x="67164" y="53758"/>
                    </a:moveTo>
                    <a:lnTo>
                      <a:pt x="86932" y="72547"/>
                    </a:lnTo>
                    <a:lnTo>
                      <a:pt x="60249" y="97697"/>
                    </a:lnTo>
                    <a:lnTo>
                      <a:pt x="60249" y="97697"/>
                    </a:lnTo>
                    <a:lnTo>
                      <a:pt x="67164" y="53758"/>
                    </a:lnTo>
                    <a:close/>
                    <a:moveTo>
                      <a:pt x="91368" y="76755"/>
                    </a:moveTo>
                    <a:lnTo>
                      <a:pt x="118802" y="102851"/>
                    </a:lnTo>
                    <a:lnTo>
                      <a:pt x="63707" y="102851"/>
                    </a:lnTo>
                    <a:lnTo>
                      <a:pt x="91368" y="76755"/>
                    </a:lnTo>
                    <a:close/>
                    <a:moveTo>
                      <a:pt x="117334" y="108951"/>
                    </a:moveTo>
                    <a:lnTo>
                      <a:pt x="91205" y="128686"/>
                    </a:lnTo>
                    <a:lnTo>
                      <a:pt x="65109" y="108951"/>
                    </a:lnTo>
                    <a:close/>
                    <a:moveTo>
                      <a:pt x="124347" y="111332"/>
                    </a:moveTo>
                    <a:lnTo>
                      <a:pt x="131915" y="159446"/>
                    </a:lnTo>
                    <a:lnTo>
                      <a:pt x="96294" y="132502"/>
                    </a:lnTo>
                    <a:lnTo>
                      <a:pt x="124347" y="111332"/>
                    </a:lnTo>
                    <a:close/>
                    <a:moveTo>
                      <a:pt x="91205" y="136351"/>
                    </a:moveTo>
                    <a:lnTo>
                      <a:pt x="125847" y="162512"/>
                    </a:lnTo>
                    <a:lnTo>
                      <a:pt x="56595" y="162512"/>
                    </a:lnTo>
                    <a:lnTo>
                      <a:pt x="91205" y="136351"/>
                    </a:lnTo>
                    <a:close/>
                    <a:moveTo>
                      <a:pt x="26911" y="131491"/>
                    </a:moveTo>
                    <a:cubicBezTo>
                      <a:pt x="27466" y="131491"/>
                      <a:pt x="27923" y="131948"/>
                      <a:pt x="27923" y="132502"/>
                    </a:cubicBezTo>
                    <a:lnTo>
                      <a:pt x="27923" y="164046"/>
                    </a:lnTo>
                    <a:cubicBezTo>
                      <a:pt x="27923" y="164633"/>
                      <a:pt x="27466" y="165089"/>
                      <a:pt x="26911" y="165089"/>
                    </a:cubicBezTo>
                    <a:lnTo>
                      <a:pt x="7274" y="165089"/>
                    </a:lnTo>
                    <a:cubicBezTo>
                      <a:pt x="6720" y="165089"/>
                      <a:pt x="6263" y="164633"/>
                      <a:pt x="6263" y="164046"/>
                    </a:cubicBezTo>
                    <a:lnTo>
                      <a:pt x="6263" y="132502"/>
                    </a:lnTo>
                    <a:cubicBezTo>
                      <a:pt x="6263" y="131948"/>
                      <a:pt x="6720" y="131491"/>
                      <a:pt x="7274" y="131491"/>
                    </a:cubicBezTo>
                    <a:close/>
                    <a:moveTo>
                      <a:pt x="133350" y="168612"/>
                    </a:moveTo>
                    <a:lnTo>
                      <a:pt x="136645" y="189522"/>
                    </a:lnTo>
                    <a:lnTo>
                      <a:pt x="45766" y="189522"/>
                    </a:lnTo>
                    <a:lnTo>
                      <a:pt x="49060" y="168612"/>
                    </a:lnTo>
                    <a:close/>
                    <a:moveTo>
                      <a:pt x="152465" y="44363"/>
                    </a:moveTo>
                    <a:lnTo>
                      <a:pt x="152791" y="123695"/>
                    </a:lnTo>
                    <a:lnTo>
                      <a:pt x="152791" y="189522"/>
                    </a:lnTo>
                    <a:lnTo>
                      <a:pt x="142842" y="189522"/>
                    </a:lnTo>
                    <a:lnTo>
                      <a:pt x="120857" y="50072"/>
                    </a:lnTo>
                    <a:cubicBezTo>
                      <a:pt x="123107" y="49028"/>
                      <a:pt x="124738" y="46908"/>
                      <a:pt x="125065" y="44363"/>
                    </a:cubicBezTo>
                    <a:close/>
                    <a:moveTo>
                      <a:pt x="202667" y="195622"/>
                    </a:moveTo>
                    <a:lnTo>
                      <a:pt x="202667" y="202504"/>
                    </a:lnTo>
                    <a:lnTo>
                      <a:pt x="6263" y="202504"/>
                    </a:lnTo>
                    <a:lnTo>
                      <a:pt x="6263" y="195622"/>
                    </a:lnTo>
                    <a:close/>
                    <a:moveTo>
                      <a:pt x="75841" y="0"/>
                    </a:moveTo>
                    <a:cubicBezTo>
                      <a:pt x="72775" y="0"/>
                      <a:pt x="69970" y="1957"/>
                      <a:pt x="68893" y="4861"/>
                    </a:cubicBezTo>
                    <a:lnTo>
                      <a:pt x="64131" y="17876"/>
                    </a:lnTo>
                    <a:cubicBezTo>
                      <a:pt x="60901" y="18333"/>
                      <a:pt x="58324" y="20910"/>
                      <a:pt x="57900" y="24172"/>
                    </a:cubicBezTo>
                    <a:lnTo>
                      <a:pt x="46581" y="24172"/>
                    </a:lnTo>
                    <a:lnTo>
                      <a:pt x="46581" y="14190"/>
                    </a:lnTo>
                    <a:cubicBezTo>
                      <a:pt x="46581" y="11385"/>
                      <a:pt x="44298" y="9101"/>
                      <a:pt x="41492" y="9101"/>
                    </a:cubicBezTo>
                    <a:lnTo>
                      <a:pt x="23584" y="9101"/>
                    </a:lnTo>
                    <a:cubicBezTo>
                      <a:pt x="20779" y="9101"/>
                      <a:pt x="18463" y="11385"/>
                      <a:pt x="18463" y="14190"/>
                    </a:cubicBezTo>
                    <a:lnTo>
                      <a:pt x="18463" y="24172"/>
                    </a:lnTo>
                    <a:lnTo>
                      <a:pt x="5513" y="24172"/>
                    </a:lnTo>
                    <a:cubicBezTo>
                      <a:pt x="2479" y="24172"/>
                      <a:pt x="0" y="26651"/>
                      <a:pt x="0" y="29684"/>
                    </a:cubicBezTo>
                    <a:lnTo>
                      <a:pt x="0" y="38850"/>
                    </a:lnTo>
                    <a:cubicBezTo>
                      <a:pt x="0" y="41884"/>
                      <a:pt x="2479" y="44363"/>
                      <a:pt x="5513" y="44363"/>
                    </a:cubicBezTo>
                    <a:lnTo>
                      <a:pt x="13961" y="44363"/>
                    </a:lnTo>
                    <a:lnTo>
                      <a:pt x="13961" y="125391"/>
                    </a:lnTo>
                    <a:lnTo>
                      <a:pt x="7274" y="125391"/>
                    </a:lnTo>
                    <a:cubicBezTo>
                      <a:pt x="3327" y="125391"/>
                      <a:pt x="130" y="128588"/>
                      <a:pt x="130" y="132502"/>
                    </a:cubicBezTo>
                    <a:lnTo>
                      <a:pt x="130" y="164046"/>
                    </a:lnTo>
                    <a:cubicBezTo>
                      <a:pt x="130" y="167993"/>
                      <a:pt x="3327" y="171189"/>
                      <a:pt x="7274" y="171189"/>
                    </a:cubicBezTo>
                    <a:lnTo>
                      <a:pt x="26911" y="171189"/>
                    </a:lnTo>
                    <a:cubicBezTo>
                      <a:pt x="30858" y="171189"/>
                      <a:pt x="34055" y="167993"/>
                      <a:pt x="34055" y="164046"/>
                    </a:cubicBezTo>
                    <a:lnTo>
                      <a:pt x="34055" y="132502"/>
                    </a:lnTo>
                    <a:cubicBezTo>
                      <a:pt x="34055" y="128588"/>
                      <a:pt x="30858" y="125391"/>
                      <a:pt x="26911" y="125391"/>
                    </a:cubicBezTo>
                    <a:lnTo>
                      <a:pt x="20061" y="125391"/>
                    </a:lnTo>
                    <a:lnTo>
                      <a:pt x="20061" y="44363"/>
                    </a:lnTo>
                    <a:lnTo>
                      <a:pt x="57900" y="44363"/>
                    </a:lnTo>
                    <a:cubicBezTo>
                      <a:pt x="58226" y="46712"/>
                      <a:pt x="59629" y="48702"/>
                      <a:pt x="61586" y="49811"/>
                    </a:cubicBezTo>
                    <a:lnTo>
                      <a:pt x="49778" y="124934"/>
                    </a:lnTo>
                    <a:cubicBezTo>
                      <a:pt x="49484" y="126631"/>
                      <a:pt x="50626" y="128196"/>
                      <a:pt x="52322" y="128457"/>
                    </a:cubicBezTo>
                    <a:cubicBezTo>
                      <a:pt x="52462" y="128477"/>
                      <a:pt x="52603" y="128487"/>
                      <a:pt x="52742" y="128487"/>
                    </a:cubicBezTo>
                    <a:cubicBezTo>
                      <a:pt x="54196" y="128487"/>
                      <a:pt x="55574" y="127431"/>
                      <a:pt x="55813" y="125913"/>
                    </a:cubicBezTo>
                    <a:lnTo>
                      <a:pt x="58096" y="111299"/>
                    </a:lnTo>
                    <a:lnTo>
                      <a:pt x="86149" y="132502"/>
                    </a:lnTo>
                    <a:lnTo>
                      <a:pt x="50528" y="159446"/>
                    </a:lnTo>
                    <a:lnTo>
                      <a:pt x="54018" y="137265"/>
                    </a:lnTo>
                    <a:cubicBezTo>
                      <a:pt x="54279" y="135601"/>
                      <a:pt x="53138" y="134035"/>
                      <a:pt x="51474" y="133774"/>
                    </a:cubicBezTo>
                    <a:cubicBezTo>
                      <a:pt x="51315" y="133749"/>
                      <a:pt x="51156" y="133737"/>
                      <a:pt x="50999" y="133737"/>
                    </a:cubicBezTo>
                    <a:cubicBezTo>
                      <a:pt x="49522" y="133737"/>
                      <a:pt x="48220" y="134815"/>
                      <a:pt x="47984" y="136319"/>
                    </a:cubicBezTo>
                    <a:lnTo>
                      <a:pt x="39601" y="189522"/>
                    </a:lnTo>
                    <a:lnTo>
                      <a:pt x="5806" y="189522"/>
                    </a:lnTo>
                    <a:cubicBezTo>
                      <a:pt x="2675" y="189522"/>
                      <a:pt x="130" y="192066"/>
                      <a:pt x="130" y="195165"/>
                    </a:cubicBezTo>
                    <a:lnTo>
                      <a:pt x="130" y="202961"/>
                    </a:lnTo>
                    <a:cubicBezTo>
                      <a:pt x="130" y="206093"/>
                      <a:pt x="2675" y="208637"/>
                      <a:pt x="5806" y="208637"/>
                    </a:cubicBezTo>
                    <a:lnTo>
                      <a:pt x="203091" y="208637"/>
                    </a:lnTo>
                    <a:cubicBezTo>
                      <a:pt x="206223" y="208637"/>
                      <a:pt x="208767" y="206093"/>
                      <a:pt x="208767" y="202961"/>
                    </a:cubicBezTo>
                    <a:lnTo>
                      <a:pt x="208767" y="195165"/>
                    </a:lnTo>
                    <a:cubicBezTo>
                      <a:pt x="208767" y="192066"/>
                      <a:pt x="206223" y="189522"/>
                      <a:pt x="203091" y="189522"/>
                    </a:cubicBezTo>
                    <a:lnTo>
                      <a:pt x="158891" y="189522"/>
                    </a:lnTo>
                    <a:lnTo>
                      <a:pt x="158891" y="125097"/>
                    </a:lnTo>
                    <a:lnTo>
                      <a:pt x="176669" y="110190"/>
                    </a:lnTo>
                    <a:cubicBezTo>
                      <a:pt x="197154" y="93032"/>
                      <a:pt x="208865" y="67850"/>
                      <a:pt x="208767" y="41134"/>
                    </a:cubicBezTo>
                    <a:lnTo>
                      <a:pt x="208669" y="9525"/>
                    </a:lnTo>
                    <a:cubicBezTo>
                      <a:pt x="208637" y="4273"/>
                      <a:pt x="204331" y="0"/>
                      <a:pt x="199079" y="0"/>
                    </a:cubicBezTo>
                    <a:lnTo>
                      <a:pt x="199046" y="0"/>
                    </a:lnTo>
                    <a:lnTo>
                      <a:pt x="190989" y="33"/>
                    </a:lnTo>
                    <a:cubicBezTo>
                      <a:pt x="189293" y="33"/>
                      <a:pt x="187956" y="1436"/>
                      <a:pt x="187956" y="3099"/>
                    </a:cubicBezTo>
                    <a:cubicBezTo>
                      <a:pt x="187956" y="4795"/>
                      <a:pt x="189326" y="6165"/>
                      <a:pt x="191022" y="6165"/>
                    </a:cubicBezTo>
                    <a:lnTo>
                      <a:pt x="199079" y="6133"/>
                    </a:lnTo>
                    <a:cubicBezTo>
                      <a:pt x="200971" y="6133"/>
                      <a:pt x="202537" y="7666"/>
                      <a:pt x="202537" y="9558"/>
                    </a:cubicBezTo>
                    <a:lnTo>
                      <a:pt x="202667" y="41167"/>
                    </a:lnTo>
                    <a:cubicBezTo>
                      <a:pt x="202732" y="66055"/>
                      <a:pt x="191837" y="89509"/>
                      <a:pt x="172755" y="105526"/>
                    </a:cubicBezTo>
                    <a:lnTo>
                      <a:pt x="158891" y="117138"/>
                    </a:lnTo>
                    <a:lnTo>
                      <a:pt x="158467" y="9721"/>
                    </a:lnTo>
                    <a:cubicBezTo>
                      <a:pt x="158467" y="9721"/>
                      <a:pt x="160033" y="6231"/>
                      <a:pt x="161892" y="6231"/>
                    </a:cubicBezTo>
                    <a:lnTo>
                      <a:pt x="178789" y="6165"/>
                    </a:lnTo>
                    <a:cubicBezTo>
                      <a:pt x="180486" y="6165"/>
                      <a:pt x="181856" y="4795"/>
                      <a:pt x="181856" y="3099"/>
                    </a:cubicBezTo>
                    <a:cubicBezTo>
                      <a:pt x="181823" y="1403"/>
                      <a:pt x="180453" y="65"/>
                      <a:pt x="178789" y="65"/>
                    </a:cubicBezTo>
                    <a:lnTo>
                      <a:pt x="178757" y="65"/>
                    </a:lnTo>
                    <a:lnTo>
                      <a:pt x="161860" y="131"/>
                    </a:lnTo>
                    <a:cubicBezTo>
                      <a:pt x="159315" y="131"/>
                      <a:pt x="156934" y="1142"/>
                      <a:pt x="155107" y="2969"/>
                    </a:cubicBezTo>
                    <a:cubicBezTo>
                      <a:pt x="153313" y="4763"/>
                      <a:pt x="152335" y="7177"/>
                      <a:pt x="152335" y="9721"/>
                    </a:cubicBezTo>
                    <a:lnTo>
                      <a:pt x="152400" y="24172"/>
                    </a:lnTo>
                    <a:lnTo>
                      <a:pt x="125065" y="24172"/>
                    </a:lnTo>
                    <a:cubicBezTo>
                      <a:pt x="124641" y="20910"/>
                      <a:pt x="122064" y="18333"/>
                      <a:pt x="118834" y="17876"/>
                    </a:cubicBezTo>
                    <a:lnTo>
                      <a:pt x="114072" y="4861"/>
                    </a:lnTo>
                    <a:cubicBezTo>
                      <a:pt x="112995" y="1957"/>
                      <a:pt x="110223" y="0"/>
                      <a:pt x="10712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1266" name="Google Shape;1266;p63"/>
          <p:cNvCxnSpPr/>
          <p:nvPr/>
        </p:nvCxnSpPr>
        <p:spPr>
          <a:xfrm rot="10800000">
            <a:off x="2440725" y="1601513"/>
            <a:ext cx="3411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267" name="Google Shape;1267;p63"/>
          <p:cNvGrpSpPr/>
          <p:nvPr/>
        </p:nvGrpSpPr>
        <p:grpSpPr>
          <a:xfrm rot="475272">
            <a:off x="615790" y="2341357"/>
            <a:ext cx="1596721" cy="1694738"/>
            <a:chOff x="455200" y="1659187"/>
            <a:chExt cx="2155200" cy="2287500"/>
          </a:xfrm>
        </p:grpSpPr>
        <p:sp>
          <p:nvSpPr>
            <p:cNvPr id="1268" name="Google Shape;1268;p63"/>
            <p:cNvSpPr/>
            <p:nvPr/>
          </p:nvSpPr>
          <p:spPr>
            <a:xfrm>
              <a:off x="455200" y="1659187"/>
              <a:ext cx="2155200" cy="2287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269" name="Google Shape;1269;p63"/>
            <p:cNvGrpSpPr/>
            <p:nvPr/>
          </p:nvGrpSpPr>
          <p:grpSpPr>
            <a:xfrm>
              <a:off x="571419" y="1841575"/>
              <a:ext cx="1922753" cy="1922680"/>
              <a:chOff x="1190625" y="238325"/>
              <a:chExt cx="5219200" cy="5219000"/>
            </a:xfrm>
          </p:grpSpPr>
          <p:sp>
            <p:nvSpPr>
              <p:cNvPr id="1270" name="Google Shape;1270;p63"/>
              <p:cNvSpPr/>
              <p:nvPr/>
            </p:nvSpPr>
            <p:spPr>
              <a:xfrm>
                <a:off x="2311925" y="4963100"/>
                <a:ext cx="2976575" cy="417550"/>
              </a:xfrm>
              <a:custGeom>
                <a:avLst/>
                <a:gdLst/>
                <a:ahLst/>
                <a:cxnLst/>
                <a:rect l="l" t="t" r="r" b="b"/>
                <a:pathLst>
                  <a:path w="119063" h="16702" extrusionOk="0">
                    <a:moveTo>
                      <a:pt x="4078" y="0"/>
                    </a:moveTo>
                    <a:cubicBezTo>
                      <a:pt x="1827" y="0"/>
                      <a:pt x="0" y="1827"/>
                      <a:pt x="0" y="4078"/>
                    </a:cubicBezTo>
                    <a:lnTo>
                      <a:pt x="0" y="12624"/>
                    </a:lnTo>
                    <a:cubicBezTo>
                      <a:pt x="0" y="14875"/>
                      <a:pt x="1827" y="16702"/>
                      <a:pt x="4078" y="16702"/>
                    </a:cubicBezTo>
                    <a:lnTo>
                      <a:pt x="114985" y="16702"/>
                    </a:lnTo>
                    <a:cubicBezTo>
                      <a:pt x="117236" y="16702"/>
                      <a:pt x="119063" y="14875"/>
                      <a:pt x="119063" y="12624"/>
                    </a:cubicBezTo>
                    <a:lnTo>
                      <a:pt x="119063" y="4078"/>
                    </a:lnTo>
                    <a:cubicBezTo>
                      <a:pt x="119063" y="1827"/>
                      <a:pt x="117236" y="0"/>
                      <a:pt x="11498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271" name="Google Shape;1271;p63"/>
              <p:cNvSpPr/>
              <p:nvPr/>
            </p:nvSpPr>
            <p:spPr>
              <a:xfrm>
                <a:off x="1190625" y="238325"/>
                <a:ext cx="5219200" cy="52190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08760" extrusionOk="0">
                    <a:moveTo>
                      <a:pt x="104384" y="6288"/>
                    </a:moveTo>
                    <a:lnTo>
                      <a:pt x="126011" y="24555"/>
                    </a:lnTo>
                    <a:cubicBezTo>
                      <a:pt x="127152" y="25533"/>
                      <a:pt x="127837" y="26969"/>
                      <a:pt x="127837" y="28469"/>
                    </a:cubicBezTo>
                    <a:lnTo>
                      <a:pt x="127837" y="34602"/>
                    </a:lnTo>
                    <a:lnTo>
                      <a:pt x="80930" y="34602"/>
                    </a:lnTo>
                    <a:lnTo>
                      <a:pt x="80930" y="28469"/>
                    </a:lnTo>
                    <a:cubicBezTo>
                      <a:pt x="80930" y="26969"/>
                      <a:pt x="81615" y="25533"/>
                      <a:pt x="82757" y="24555"/>
                    </a:cubicBezTo>
                    <a:lnTo>
                      <a:pt x="104384" y="6288"/>
                    </a:lnTo>
                    <a:close/>
                    <a:moveTo>
                      <a:pt x="74830" y="41321"/>
                    </a:moveTo>
                    <a:lnTo>
                      <a:pt x="74830" y="56359"/>
                    </a:lnTo>
                    <a:lnTo>
                      <a:pt x="12754" y="56359"/>
                    </a:lnTo>
                    <a:lnTo>
                      <a:pt x="12754" y="55022"/>
                    </a:lnTo>
                    <a:cubicBezTo>
                      <a:pt x="12754" y="53521"/>
                      <a:pt x="13831" y="52249"/>
                      <a:pt x="15299" y="51988"/>
                    </a:cubicBezTo>
                    <a:lnTo>
                      <a:pt x="74830" y="41321"/>
                    </a:lnTo>
                    <a:close/>
                    <a:moveTo>
                      <a:pt x="127837" y="40734"/>
                    </a:moveTo>
                    <a:lnTo>
                      <a:pt x="127837" y="56359"/>
                    </a:lnTo>
                    <a:lnTo>
                      <a:pt x="80930" y="56359"/>
                    </a:lnTo>
                    <a:lnTo>
                      <a:pt x="80930" y="40734"/>
                    </a:lnTo>
                    <a:close/>
                    <a:moveTo>
                      <a:pt x="119226" y="62459"/>
                    </a:moveTo>
                    <a:lnTo>
                      <a:pt x="104384" y="70842"/>
                    </a:lnTo>
                    <a:lnTo>
                      <a:pt x="89542" y="62459"/>
                    </a:lnTo>
                    <a:close/>
                    <a:moveTo>
                      <a:pt x="80930" y="64645"/>
                    </a:moveTo>
                    <a:lnTo>
                      <a:pt x="98153" y="74365"/>
                    </a:lnTo>
                    <a:lnTo>
                      <a:pt x="80930" y="84053"/>
                    </a:lnTo>
                    <a:lnTo>
                      <a:pt x="80930" y="64645"/>
                    </a:lnTo>
                    <a:close/>
                    <a:moveTo>
                      <a:pt x="127837" y="64645"/>
                    </a:moveTo>
                    <a:lnTo>
                      <a:pt x="127837" y="84053"/>
                    </a:lnTo>
                    <a:lnTo>
                      <a:pt x="110614" y="74365"/>
                    </a:lnTo>
                    <a:lnTo>
                      <a:pt x="127837" y="64645"/>
                    </a:lnTo>
                    <a:close/>
                    <a:moveTo>
                      <a:pt x="104384" y="77856"/>
                    </a:moveTo>
                    <a:lnTo>
                      <a:pt x="119226" y="86239"/>
                    </a:lnTo>
                    <a:lnTo>
                      <a:pt x="89542" y="86239"/>
                    </a:lnTo>
                    <a:lnTo>
                      <a:pt x="104384" y="77856"/>
                    </a:lnTo>
                    <a:close/>
                    <a:moveTo>
                      <a:pt x="74830" y="93317"/>
                    </a:moveTo>
                    <a:lnTo>
                      <a:pt x="74830" y="114129"/>
                    </a:lnTo>
                    <a:lnTo>
                      <a:pt x="12754" y="114129"/>
                    </a:lnTo>
                    <a:lnTo>
                      <a:pt x="12754" y="112759"/>
                    </a:lnTo>
                    <a:cubicBezTo>
                      <a:pt x="12754" y="111291"/>
                      <a:pt x="13831" y="110019"/>
                      <a:pt x="15299" y="109758"/>
                    </a:cubicBezTo>
                    <a:cubicBezTo>
                      <a:pt x="15397" y="109725"/>
                      <a:pt x="15462" y="109725"/>
                      <a:pt x="15560" y="109693"/>
                    </a:cubicBezTo>
                    <a:lnTo>
                      <a:pt x="74830" y="93317"/>
                    </a:lnTo>
                    <a:close/>
                    <a:moveTo>
                      <a:pt x="127837" y="92371"/>
                    </a:moveTo>
                    <a:lnTo>
                      <a:pt x="127837" y="114129"/>
                    </a:lnTo>
                    <a:lnTo>
                      <a:pt x="80930" y="114129"/>
                    </a:lnTo>
                    <a:lnTo>
                      <a:pt x="80930" y="92371"/>
                    </a:lnTo>
                    <a:close/>
                    <a:moveTo>
                      <a:pt x="133937" y="93317"/>
                    </a:moveTo>
                    <a:lnTo>
                      <a:pt x="193207" y="109693"/>
                    </a:lnTo>
                    <a:cubicBezTo>
                      <a:pt x="193305" y="109725"/>
                      <a:pt x="193371" y="109725"/>
                      <a:pt x="193468" y="109758"/>
                    </a:cubicBezTo>
                    <a:cubicBezTo>
                      <a:pt x="194936" y="110019"/>
                      <a:pt x="195980" y="111291"/>
                      <a:pt x="195980" y="112759"/>
                    </a:cubicBezTo>
                    <a:lnTo>
                      <a:pt x="195980" y="114129"/>
                    </a:lnTo>
                    <a:lnTo>
                      <a:pt x="133937" y="114129"/>
                    </a:lnTo>
                    <a:lnTo>
                      <a:pt x="133937" y="93317"/>
                    </a:lnTo>
                    <a:close/>
                    <a:moveTo>
                      <a:pt x="128718" y="120229"/>
                    </a:moveTo>
                    <a:lnTo>
                      <a:pt x="133122" y="132690"/>
                    </a:lnTo>
                    <a:lnTo>
                      <a:pt x="104547" y="151348"/>
                    </a:lnTo>
                    <a:lnTo>
                      <a:pt x="75743" y="132429"/>
                    </a:lnTo>
                    <a:lnTo>
                      <a:pt x="80049" y="120229"/>
                    </a:lnTo>
                    <a:close/>
                    <a:moveTo>
                      <a:pt x="135209" y="138626"/>
                    </a:moveTo>
                    <a:lnTo>
                      <a:pt x="150312" y="181456"/>
                    </a:lnTo>
                    <a:lnTo>
                      <a:pt x="110125" y="155034"/>
                    </a:lnTo>
                    <a:lnTo>
                      <a:pt x="135209" y="138626"/>
                    </a:lnTo>
                    <a:close/>
                    <a:moveTo>
                      <a:pt x="104547" y="158688"/>
                    </a:moveTo>
                    <a:lnTo>
                      <a:pt x="146007" y="185925"/>
                    </a:lnTo>
                    <a:lnTo>
                      <a:pt x="62826" y="185925"/>
                    </a:lnTo>
                    <a:lnTo>
                      <a:pt x="104547" y="158688"/>
                    </a:lnTo>
                    <a:close/>
                    <a:moveTo>
                      <a:pt x="159837" y="192058"/>
                    </a:moveTo>
                    <a:cubicBezTo>
                      <a:pt x="160392" y="192058"/>
                      <a:pt x="160849" y="192514"/>
                      <a:pt x="160849" y="193069"/>
                    </a:cubicBezTo>
                    <a:lnTo>
                      <a:pt x="160849" y="201615"/>
                    </a:lnTo>
                    <a:cubicBezTo>
                      <a:pt x="160849" y="202170"/>
                      <a:pt x="160392" y="202659"/>
                      <a:pt x="159837" y="202659"/>
                    </a:cubicBezTo>
                    <a:lnTo>
                      <a:pt x="48930" y="202659"/>
                    </a:lnTo>
                    <a:cubicBezTo>
                      <a:pt x="48375" y="202659"/>
                      <a:pt x="47919" y="202170"/>
                      <a:pt x="47919" y="201615"/>
                    </a:cubicBezTo>
                    <a:lnTo>
                      <a:pt x="47919" y="193069"/>
                    </a:lnTo>
                    <a:cubicBezTo>
                      <a:pt x="47919" y="192514"/>
                      <a:pt x="48375" y="192058"/>
                      <a:pt x="48930" y="192058"/>
                    </a:cubicBezTo>
                    <a:close/>
                    <a:moveTo>
                      <a:pt x="104384" y="0"/>
                    </a:moveTo>
                    <a:cubicBezTo>
                      <a:pt x="103120" y="0"/>
                      <a:pt x="101856" y="432"/>
                      <a:pt x="100828" y="1297"/>
                    </a:cubicBezTo>
                    <a:lnTo>
                      <a:pt x="78810" y="19890"/>
                    </a:lnTo>
                    <a:cubicBezTo>
                      <a:pt x="76265" y="22043"/>
                      <a:pt x="74830" y="25142"/>
                      <a:pt x="74830" y="28469"/>
                    </a:cubicBezTo>
                    <a:lnTo>
                      <a:pt x="74830" y="35091"/>
                    </a:lnTo>
                    <a:lnTo>
                      <a:pt x="14222" y="45986"/>
                    </a:lnTo>
                    <a:cubicBezTo>
                      <a:pt x="9819" y="46769"/>
                      <a:pt x="6654" y="50553"/>
                      <a:pt x="6654" y="55022"/>
                    </a:cubicBezTo>
                    <a:lnTo>
                      <a:pt x="6654" y="73028"/>
                    </a:lnTo>
                    <a:lnTo>
                      <a:pt x="3066" y="73028"/>
                    </a:lnTo>
                    <a:cubicBezTo>
                      <a:pt x="1370" y="73028"/>
                      <a:pt x="0" y="74398"/>
                      <a:pt x="0" y="76062"/>
                    </a:cubicBezTo>
                    <a:cubicBezTo>
                      <a:pt x="0" y="77758"/>
                      <a:pt x="1370" y="79128"/>
                      <a:pt x="3066" y="79128"/>
                    </a:cubicBezTo>
                    <a:lnTo>
                      <a:pt x="16375" y="79128"/>
                    </a:lnTo>
                    <a:cubicBezTo>
                      <a:pt x="18039" y="79128"/>
                      <a:pt x="19409" y="77758"/>
                      <a:pt x="19409" y="76062"/>
                    </a:cubicBezTo>
                    <a:cubicBezTo>
                      <a:pt x="19409" y="74398"/>
                      <a:pt x="18039" y="73028"/>
                      <a:pt x="16375" y="73028"/>
                    </a:cubicBezTo>
                    <a:lnTo>
                      <a:pt x="12754" y="73028"/>
                    </a:lnTo>
                    <a:lnTo>
                      <a:pt x="12754" y="62459"/>
                    </a:lnTo>
                    <a:lnTo>
                      <a:pt x="74830" y="62459"/>
                    </a:lnTo>
                    <a:lnTo>
                      <a:pt x="74830" y="86989"/>
                    </a:lnTo>
                    <a:lnTo>
                      <a:pt x="14059" y="103756"/>
                    </a:lnTo>
                    <a:cubicBezTo>
                      <a:pt x="9753" y="104604"/>
                      <a:pt x="6654" y="108355"/>
                      <a:pt x="6654" y="112759"/>
                    </a:cubicBezTo>
                    <a:lnTo>
                      <a:pt x="6654" y="130765"/>
                    </a:lnTo>
                    <a:lnTo>
                      <a:pt x="3066" y="130765"/>
                    </a:lnTo>
                    <a:cubicBezTo>
                      <a:pt x="1370" y="130765"/>
                      <a:pt x="0" y="132135"/>
                      <a:pt x="0" y="133831"/>
                    </a:cubicBezTo>
                    <a:cubicBezTo>
                      <a:pt x="0" y="135528"/>
                      <a:pt x="1370" y="136898"/>
                      <a:pt x="3066" y="136898"/>
                    </a:cubicBezTo>
                    <a:lnTo>
                      <a:pt x="16375" y="136898"/>
                    </a:lnTo>
                    <a:cubicBezTo>
                      <a:pt x="18039" y="136898"/>
                      <a:pt x="19409" y="135528"/>
                      <a:pt x="19409" y="133831"/>
                    </a:cubicBezTo>
                    <a:cubicBezTo>
                      <a:pt x="19409" y="132135"/>
                      <a:pt x="18039" y="130765"/>
                      <a:pt x="16375" y="130765"/>
                    </a:cubicBezTo>
                    <a:lnTo>
                      <a:pt x="12754" y="130765"/>
                    </a:lnTo>
                    <a:lnTo>
                      <a:pt x="12754" y="120229"/>
                    </a:lnTo>
                    <a:lnTo>
                      <a:pt x="73558" y="120229"/>
                    </a:lnTo>
                    <a:lnTo>
                      <a:pt x="62663" y="151120"/>
                    </a:lnTo>
                    <a:cubicBezTo>
                      <a:pt x="62108" y="152718"/>
                      <a:pt x="62956" y="154447"/>
                      <a:pt x="64522" y="155002"/>
                    </a:cubicBezTo>
                    <a:cubicBezTo>
                      <a:pt x="64860" y="155121"/>
                      <a:pt x="65209" y="155179"/>
                      <a:pt x="65553" y="155179"/>
                    </a:cubicBezTo>
                    <a:cubicBezTo>
                      <a:pt x="66805" y="155179"/>
                      <a:pt x="68002" y="154421"/>
                      <a:pt x="68436" y="153142"/>
                    </a:cubicBezTo>
                    <a:lnTo>
                      <a:pt x="73656" y="138365"/>
                    </a:lnTo>
                    <a:lnTo>
                      <a:pt x="98969" y="155002"/>
                    </a:lnTo>
                    <a:lnTo>
                      <a:pt x="58422" y="181489"/>
                    </a:lnTo>
                    <a:lnTo>
                      <a:pt x="64750" y="163581"/>
                    </a:lnTo>
                    <a:cubicBezTo>
                      <a:pt x="65305" y="161982"/>
                      <a:pt x="64489" y="160253"/>
                      <a:pt x="62891" y="159666"/>
                    </a:cubicBezTo>
                    <a:cubicBezTo>
                      <a:pt x="62559" y="159551"/>
                      <a:pt x="62221" y="159496"/>
                      <a:pt x="61890" y="159496"/>
                    </a:cubicBezTo>
                    <a:cubicBezTo>
                      <a:pt x="60624" y="159496"/>
                      <a:pt x="59442" y="160292"/>
                      <a:pt x="58977" y="161558"/>
                    </a:cubicBezTo>
                    <a:lnTo>
                      <a:pt x="50398" y="185925"/>
                    </a:lnTo>
                    <a:lnTo>
                      <a:pt x="48930" y="185925"/>
                    </a:lnTo>
                    <a:cubicBezTo>
                      <a:pt x="44983" y="185925"/>
                      <a:pt x="41786" y="189122"/>
                      <a:pt x="41786" y="193069"/>
                    </a:cubicBezTo>
                    <a:lnTo>
                      <a:pt x="41786" y="201615"/>
                    </a:lnTo>
                    <a:cubicBezTo>
                      <a:pt x="41786" y="205562"/>
                      <a:pt x="44983" y="208759"/>
                      <a:pt x="48930" y="208759"/>
                    </a:cubicBezTo>
                    <a:lnTo>
                      <a:pt x="159837" y="208759"/>
                    </a:lnTo>
                    <a:cubicBezTo>
                      <a:pt x="163784" y="208759"/>
                      <a:pt x="166981" y="205562"/>
                      <a:pt x="166981" y="201615"/>
                    </a:cubicBezTo>
                    <a:lnTo>
                      <a:pt x="166981" y="193069"/>
                    </a:lnTo>
                    <a:cubicBezTo>
                      <a:pt x="166981" y="189122"/>
                      <a:pt x="163784" y="185925"/>
                      <a:pt x="159837" y="185925"/>
                    </a:cubicBezTo>
                    <a:lnTo>
                      <a:pt x="158369" y="185925"/>
                    </a:lnTo>
                    <a:lnTo>
                      <a:pt x="135209" y="120229"/>
                    </a:lnTo>
                    <a:lnTo>
                      <a:pt x="196013" y="120229"/>
                    </a:lnTo>
                    <a:lnTo>
                      <a:pt x="196013" y="130765"/>
                    </a:lnTo>
                    <a:lnTo>
                      <a:pt x="192392" y="130765"/>
                    </a:lnTo>
                    <a:cubicBezTo>
                      <a:pt x="190728" y="130765"/>
                      <a:pt x="189358" y="132135"/>
                      <a:pt x="189358" y="133831"/>
                    </a:cubicBezTo>
                    <a:cubicBezTo>
                      <a:pt x="189358" y="135528"/>
                      <a:pt x="190728" y="136898"/>
                      <a:pt x="192392" y="136898"/>
                    </a:cubicBezTo>
                    <a:lnTo>
                      <a:pt x="205701" y="136898"/>
                    </a:lnTo>
                    <a:cubicBezTo>
                      <a:pt x="207397" y="136898"/>
                      <a:pt x="208767" y="135528"/>
                      <a:pt x="208767" y="133831"/>
                    </a:cubicBezTo>
                    <a:cubicBezTo>
                      <a:pt x="208767" y="132135"/>
                      <a:pt x="207397" y="130765"/>
                      <a:pt x="205701" y="130765"/>
                    </a:cubicBezTo>
                    <a:lnTo>
                      <a:pt x="202113" y="130765"/>
                    </a:lnTo>
                    <a:lnTo>
                      <a:pt x="202113" y="112759"/>
                    </a:lnTo>
                    <a:cubicBezTo>
                      <a:pt x="202113" y="108355"/>
                      <a:pt x="199014" y="104604"/>
                      <a:pt x="194708" y="103756"/>
                    </a:cubicBezTo>
                    <a:lnTo>
                      <a:pt x="133937" y="86989"/>
                    </a:lnTo>
                    <a:lnTo>
                      <a:pt x="133937" y="62459"/>
                    </a:lnTo>
                    <a:lnTo>
                      <a:pt x="151585" y="62459"/>
                    </a:lnTo>
                    <a:cubicBezTo>
                      <a:pt x="153281" y="62459"/>
                      <a:pt x="154651" y="61122"/>
                      <a:pt x="154651" y="59425"/>
                    </a:cubicBezTo>
                    <a:cubicBezTo>
                      <a:pt x="154651" y="57729"/>
                      <a:pt x="153281" y="56359"/>
                      <a:pt x="151585" y="56359"/>
                    </a:cubicBezTo>
                    <a:lnTo>
                      <a:pt x="133937" y="56359"/>
                    </a:lnTo>
                    <a:lnTo>
                      <a:pt x="133937" y="41321"/>
                    </a:lnTo>
                    <a:lnTo>
                      <a:pt x="193468" y="51988"/>
                    </a:lnTo>
                    <a:cubicBezTo>
                      <a:pt x="194936" y="52249"/>
                      <a:pt x="196013" y="53521"/>
                      <a:pt x="196013" y="55022"/>
                    </a:cubicBezTo>
                    <a:lnTo>
                      <a:pt x="196013" y="56359"/>
                    </a:lnTo>
                    <a:lnTo>
                      <a:pt x="163817" y="56359"/>
                    </a:lnTo>
                    <a:cubicBezTo>
                      <a:pt x="162153" y="56359"/>
                      <a:pt x="160783" y="57729"/>
                      <a:pt x="160783" y="59425"/>
                    </a:cubicBezTo>
                    <a:cubicBezTo>
                      <a:pt x="160783" y="61122"/>
                      <a:pt x="162153" y="62459"/>
                      <a:pt x="163817" y="62459"/>
                    </a:cubicBezTo>
                    <a:lnTo>
                      <a:pt x="196013" y="62459"/>
                    </a:lnTo>
                    <a:lnTo>
                      <a:pt x="196013" y="73028"/>
                    </a:lnTo>
                    <a:lnTo>
                      <a:pt x="192392" y="73028"/>
                    </a:lnTo>
                    <a:cubicBezTo>
                      <a:pt x="190728" y="73028"/>
                      <a:pt x="189358" y="74398"/>
                      <a:pt x="189358" y="76062"/>
                    </a:cubicBezTo>
                    <a:cubicBezTo>
                      <a:pt x="189358" y="77758"/>
                      <a:pt x="190728" y="79128"/>
                      <a:pt x="192392" y="79128"/>
                    </a:cubicBezTo>
                    <a:lnTo>
                      <a:pt x="205701" y="79128"/>
                    </a:lnTo>
                    <a:cubicBezTo>
                      <a:pt x="207397" y="79128"/>
                      <a:pt x="208767" y="77758"/>
                      <a:pt x="208767" y="76062"/>
                    </a:cubicBezTo>
                    <a:cubicBezTo>
                      <a:pt x="208767" y="74398"/>
                      <a:pt x="207397" y="73028"/>
                      <a:pt x="205701" y="73028"/>
                    </a:cubicBezTo>
                    <a:lnTo>
                      <a:pt x="202113" y="73028"/>
                    </a:lnTo>
                    <a:lnTo>
                      <a:pt x="202113" y="55022"/>
                    </a:lnTo>
                    <a:cubicBezTo>
                      <a:pt x="202113" y="50553"/>
                      <a:pt x="198949" y="46769"/>
                      <a:pt x="194545" y="45986"/>
                    </a:cubicBezTo>
                    <a:lnTo>
                      <a:pt x="133937" y="35091"/>
                    </a:lnTo>
                    <a:lnTo>
                      <a:pt x="133937" y="28469"/>
                    </a:lnTo>
                    <a:cubicBezTo>
                      <a:pt x="133937" y="25142"/>
                      <a:pt x="132502" y="22043"/>
                      <a:pt x="129958" y="19890"/>
                    </a:cubicBezTo>
                    <a:lnTo>
                      <a:pt x="107939" y="1297"/>
                    </a:lnTo>
                    <a:cubicBezTo>
                      <a:pt x="106912" y="432"/>
                      <a:pt x="105648" y="0"/>
                      <a:pt x="1043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2" name="Google Shape;1392;p68"/>
          <p:cNvSpPr txBox="1">
            <a:spLocks noGrp="1"/>
          </p:cNvSpPr>
          <p:nvPr>
            <p:ph type="title"/>
          </p:nvPr>
        </p:nvSpPr>
        <p:spPr>
          <a:xfrm>
            <a:off x="713225" y="2064175"/>
            <a:ext cx="4204500" cy="13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dirty="0"/>
              <a:t>P</a:t>
            </a:r>
            <a:r>
              <a:rPr lang="en" dirty="0"/>
              <a:t>URPOSE OF SDGs</a:t>
            </a:r>
            <a:endParaRPr dirty="0"/>
          </a:p>
        </p:txBody>
      </p:sp>
      <p:sp>
        <p:nvSpPr>
          <p:cNvPr id="1394" name="Google Shape;1394;p68"/>
          <p:cNvSpPr txBox="1">
            <a:spLocks noGrp="1"/>
          </p:cNvSpPr>
          <p:nvPr>
            <p:ph type="title" idx="2"/>
          </p:nvPr>
        </p:nvSpPr>
        <p:spPr>
          <a:xfrm>
            <a:off x="2045225" y="708375"/>
            <a:ext cx="15405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grpSp>
        <p:nvGrpSpPr>
          <p:cNvPr id="1395" name="Google Shape;1395;p68"/>
          <p:cNvGrpSpPr/>
          <p:nvPr/>
        </p:nvGrpSpPr>
        <p:grpSpPr>
          <a:xfrm rot="622958">
            <a:off x="5791734" y="2534384"/>
            <a:ext cx="1646990" cy="1496357"/>
            <a:chOff x="5287775" y="1294313"/>
            <a:chExt cx="2873400" cy="2610600"/>
          </a:xfrm>
        </p:grpSpPr>
        <p:sp>
          <p:nvSpPr>
            <p:cNvPr id="1396" name="Google Shape;1396;p68"/>
            <p:cNvSpPr/>
            <p:nvPr/>
          </p:nvSpPr>
          <p:spPr>
            <a:xfrm>
              <a:off x="5287775" y="1294313"/>
              <a:ext cx="2873400" cy="26106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397" name="Google Shape;1397;p68"/>
            <p:cNvGrpSpPr/>
            <p:nvPr/>
          </p:nvGrpSpPr>
          <p:grpSpPr>
            <a:xfrm>
              <a:off x="5676999" y="1552120"/>
              <a:ext cx="2094987" cy="2094987"/>
              <a:chOff x="1190625" y="238125"/>
              <a:chExt cx="5219200" cy="5219200"/>
            </a:xfrm>
          </p:grpSpPr>
          <p:sp>
            <p:nvSpPr>
              <p:cNvPr id="1398" name="Google Shape;1398;p68"/>
              <p:cNvSpPr/>
              <p:nvPr/>
            </p:nvSpPr>
            <p:spPr>
              <a:xfrm>
                <a:off x="2027300" y="3081750"/>
                <a:ext cx="1620425" cy="1772925"/>
              </a:xfrm>
              <a:custGeom>
                <a:avLst/>
                <a:gdLst/>
                <a:ahLst/>
                <a:cxnLst/>
                <a:rect l="l" t="t" r="r" b="b"/>
                <a:pathLst>
                  <a:path w="64817" h="70917" extrusionOk="0">
                    <a:moveTo>
                      <a:pt x="1" y="0"/>
                    </a:moveTo>
                    <a:lnTo>
                      <a:pt x="1" y="12233"/>
                    </a:lnTo>
                    <a:lnTo>
                      <a:pt x="50529" y="12233"/>
                    </a:lnTo>
                    <a:cubicBezTo>
                      <a:pt x="51671" y="12233"/>
                      <a:pt x="52584" y="13146"/>
                      <a:pt x="52584" y="14255"/>
                    </a:cubicBezTo>
                    <a:lnTo>
                      <a:pt x="52584" y="70916"/>
                    </a:lnTo>
                    <a:lnTo>
                      <a:pt x="64817" y="70916"/>
                    </a:lnTo>
                    <a:lnTo>
                      <a:pt x="64817" y="11515"/>
                    </a:lnTo>
                    <a:cubicBezTo>
                      <a:pt x="64817" y="5154"/>
                      <a:pt x="59630" y="0"/>
                      <a:pt x="53269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399" name="Google Shape;1399;p68"/>
              <p:cNvSpPr/>
              <p:nvPr/>
            </p:nvSpPr>
            <p:spPr>
              <a:xfrm>
                <a:off x="3953525" y="3081750"/>
                <a:ext cx="1619600" cy="1772925"/>
              </a:xfrm>
              <a:custGeom>
                <a:avLst/>
                <a:gdLst/>
                <a:ahLst/>
                <a:cxnLst/>
                <a:rect l="l" t="t" r="r" b="b"/>
                <a:pathLst>
                  <a:path w="64784" h="70917" extrusionOk="0">
                    <a:moveTo>
                      <a:pt x="11515" y="0"/>
                    </a:moveTo>
                    <a:cubicBezTo>
                      <a:pt x="5154" y="0"/>
                      <a:pt x="0" y="5154"/>
                      <a:pt x="0" y="11515"/>
                    </a:cubicBezTo>
                    <a:lnTo>
                      <a:pt x="0" y="70916"/>
                    </a:lnTo>
                    <a:lnTo>
                      <a:pt x="12233" y="70916"/>
                    </a:lnTo>
                    <a:lnTo>
                      <a:pt x="12233" y="14255"/>
                    </a:lnTo>
                    <a:cubicBezTo>
                      <a:pt x="12233" y="13146"/>
                      <a:pt x="13113" y="12233"/>
                      <a:pt x="14255" y="12233"/>
                    </a:cubicBezTo>
                    <a:lnTo>
                      <a:pt x="64783" y="12233"/>
                    </a:lnTo>
                    <a:lnTo>
                      <a:pt x="64783" y="0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0" name="Google Shape;1400;p68"/>
              <p:cNvSpPr/>
              <p:nvPr/>
            </p:nvSpPr>
            <p:spPr>
              <a:xfrm>
                <a:off x="5258300" y="4922325"/>
                <a:ext cx="1069975" cy="458325"/>
              </a:xfrm>
              <a:custGeom>
                <a:avLst/>
                <a:gdLst/>
                <a:ahLst/>
                <a:cxnLst/>
                <a:rect l="l" t="t" r="r" b="b"/>
                <a:pathLst>
                  <a:path w="42799" h="18333" extrusionOk="0">
                    <a:moveTo>
                      <a:pt x="2839" y="1"/>
                    </a:moveTo>
                    <a:cubicBezTo>
                      <a:pt x="1273" y="1"/>
                      <a:pt x="1" y="1273"/>
                      <a:pt x="1" y="2838"/>
                    </a:cubicBezTo>
                    <a:lnTo>
                      <a:pt x="1" y="15495"/>
                    </a:lnTo>
                    <a:cubicBezTo>
                      <a:pt x="1" y="17061"/>
                      <a:pt x="1273" y="18333"/>
                      <a:pt x="2839" y="18333"/>
                    </a:cubicBezTo>
                    <a:lnTo>
                      <a:pt x="39960" y="18333"/>
                    </a:lnTo>
                    <a:cubicBezTo>
                      <a:pt x="41526" y="18333"/>
                      <a:pt x="42798" y="17061"/>
                      <a:pt x="42798" y="15495"/>
                    </a:cubicBezTo>
                    <a:lnTo>
                      <a:pt x="42798" y="2838"/>
                    </a:lnTo>
                    <a:cubicBezTo>
                      <a:pt x="42798" y="1273"/>
                      <a:pt x="41526" y="1"/>
                      <a:pt x="3996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1" name="Google Shape;1401;p68"/>
              <p:cNvSpPr/>
              <p:nvPr/>
            </p:nvSpPr>
            <p:spPr>
              <a:xfrm>
                <a:off x="5410800" y="1772875"/>
                <a:ext cx="764975" cy="3148650"/>
              </a:xfrm>
              <a:custGeom>
                <a:avLst/>
                <a:gdLst/>
                <a:ahLst/>
                <a:cxnLst/>
                <a:rect l="l" t="t" r="r" b="b"/>
                <a:pathLst>
                  <a:path w="30599" h="125946" extrusionOk="0">
                    <a:moveTo>
                      <a:pt x="6296" y="1"/>
                    </a:moveTo>
                    <a:lnTo>
                      <a:pt x="6296" y="70133"/>
                    </a:lnTo>
                    <a:cubicBezTo>
                      <a:pt x="6296" y="74635"/>
                      <a:pt x="5220" y="79104"/>
                      <a:pt x="3165" y="83116"/>
                    </a:cubicBezTo>
                    <a:cubicBezTo>
                      <a:pt x="1077" y="87128"/>
                      <a:pt x="1" y="91597"/>
                      <a:pt x="1" y="96099"/>
                    </a:cubicBezTo>
                    <a:lnTo>
                      <a:pt x="1" y="125946"/>
                    </a:lnTo>
                    <a:lnTo>
                      <a:pt x="30598" y="125946"/>
                    </a:lnTo>
                    <a:lnTo>
                      <a:pt x="30598" y="96099"/>
                    </a:lnTo>
                    <a:cubicBezTo>
                      <a:pt x="30598" y="91597"/>
                      <a:pt x="29522" y="87128"/>
                      <a:pt x="27434" y="83116"/>
                    </a:cubicBezTo>
                    <a:cubicBezTo>
                      <a:pt x="25379" y="79104"/>
                      <a:pt x="24303" y="74635"/>
                      <a:pt x="24303" y="70133"/>
                    </a:cubicBezTo>
                    <a:lnTo>
                      <a:pt x="24303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2" name="Google Shape;1402;p68"/>
              <p:cNvSpPr/>
              <p:nvPr/>
            </p:nvSpPr>
            <p:spPr>
              <a:xfrm>
                <a:off x="5415700" y="1467075"/>
                <a:ext cx="755175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30207" h="12233" extrusionOk="0">
                    <a:moveTo>
                      <a:pt x="2838" y="0"/>
                    </a:moveTo>
                    <a:cubicBezTo>
                      <a:pt x="1273" y="0"/>
                      <a:pt x="1" y="1272"/>
                      <a:pt x="1" y="2838"/>
                    </a:cubicBezTo>
                    <a:lnTo>
                      <a:pt x="1" y="9362"/>
                    </a:lnTo>
                    <a:cubicBezTo>
                      <a:pt x="1" y="10928"/>
                      <a:pt x="1273" y="12233"/>
                      <a:pt x="2838" y="12233"/>
                    </a:cubicBezTo>
                    <a:lnTo>
                      <a:pt x="27369" y="12233"/>
                    </a:lnTo>
                    <a:cubicBezTo>
                      <a:pt x="28934" y="12233"/>
                      <a:pt x="30207" y="10928"/>
                      <a:pt x="30207" y="9362"/>
                    </a:cubicBezTo>
                    <a:lnTo>
                      <a:pt x="30207" y="2838"/>
                    </a:lnTo>
                    <a:cubicBezTo>
                      <a:pt x="30207" y="1272"/>
                      <a:pt x="28934" y="0"/>
                      <a:pt x="2736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3" name="Google Shape;1403;p68"/>
              <p:cNvSpPr/>
              <p:nvPr/>
            </p:nvSpPr>
            <p:spPr>
              <a:xfrm>
                <a:off x="2796325" y="4247100"/>
                <a:ext cx="2007775" cy="1133550"/>
              </a:xfrm>
              <a:custGeom>
                <a:avLst/>
                <a:gdLst/>
                <a:ahLst/>
                <a:cxnLst/>
                <a:rect l="l" t="t" r="r" b="b"/>
                <a:pathLst>
                  <a:path w="80311" h="45342" extrusionOk="0">
                    <a:moveTo>
                      <a:pt x="12233" y="0"/>
                    </a:moveTo>
                    <a:cubicBezTo>
                      <a:pt x="5481" y="0"/>
                      <a:pt x="1" y="5480"/>
                      <a:pt x="1" y="12233"/>
                    </a:cubicBezTo>
                    <a:lnTo>
                      <a:pt x="1" y="42504"/>
                    </a:lnTo>
                    <a:cubicBezTo>
                      <a:pt x="1" y="44070"/>
                      <a:pt x="1273" y="45342"/>
                      <a:pt x="2838" y="45342"/>
                    </a:cubicBezTo>
                    <a:lnTo>
                      <a:pt x="77473" y="45342"/>
                    </a:lnTo>
                    <a:cubicBezTo>
                      <a:pt x="79038" y="45342"/>
                      <a:pt x="80311" y="44070"/>
                      <a:pt x="80311" y="42504"/>
                    </a:cubicBezTo>
                    <a:lnTo>
                      <a:pt x="80311" y="12233"/>
                    </a:lnTo>
                    <a:cubicBezTo>
                      <a:pt x="80311" y="5480"/>
                      <a:pt x="74830" y="0"/>
                      <a:pt x="6807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4" name="Google Shape;1404;p68"/>
              <p:cNvSpPr/>
              <p:nvPr/>
            </p:nvSpPr>
            <p:spPr>
              <a:xfrm>
                <a:off x="1267275" y="4922325"/>
                <a:ext cx="1069950" cy="458325"/>
              </a:xfrm>
              <a:custGeom>
                <a:avLst/>
                <a:gdLst/>
                <a:ahLst/>
                <a:cxnLst/>
                <a:rect l="l" t="t" r="r" b="b"/>
                <a:pathLst>
                  <a:path w="42798" h="18333" extrusionOk="0">
                    <a:moveTo>
                      <a:pt x="2838" y="1"/>
                    </a:moveTo>
                    <a:cubicBezTo>
                      <a:pt x="1272" y="1"/>
                      <a:pt x="0" y="1273"/>
                      <a:pt x="0" y="2838"/>
                    </a:cubicBezTo>
                    <a:lnTo>
                      <a:pt x="0" y="15495"/>
                    </a:lnTo>
                    <a:cubicBezTo>
                      <a:pt x="0" y="17061"/>
                      <a:pt x="1272" y="18333"/>
                      <a:pt x="2838" y="18333"/>
                    </a:cubicBezTo>
                    <a:lnTo>
                      <a:pt x="39960" y="18333"/>
                    </a:lnTo>
                    <a:cubicBezTo>
                      <a:pt x="41525" y="18333"/>
                      <a:pt x="42798" y="17061"/>
                      <a:pt x="42798" y="15495"/>
                    </a:cubicBezTo>
                    <a:lnTo>
                      <a:pt x="42798" y="2838"/>
                    </a:lnTo>
                    <a:cubicBezTo>
                      <a:pt x="42798" y="1273"/>
                      <a:pt x="41525" y="1"/>
                      <a:pt x="3996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5" name="Google Shape;1405;p68"/>
              <p:cNvSpPr/>
              <p:nvPr/>
            </p:nvSpPr>
            <p:spPr>
              <a:xfrm>
                <a:off x="1419775" y="1772875"/>
                <a:ext cx="764950" cy="3148650"/>
              </a:xfrm>
              <a:custGeom>
                <a:avLst/>
                <a:gdLst/>
                <a:ahLst/>
                <a:cxnLst/>
                <a:rect l="l" t="t" r="r" b="b"/>
                <a:pathLst>
                  <a:path w="30598" h="125946" extrusionOk="0">
                    <a:moveTo>
                      <a:pt x="6296" y="1"/>
                    </a:moveTo>
                    <a:lnTo>
                      <a:pt x="6296" y="70133"/>
                    </a:lnTo>
                    <a:cubicBezTo>
                      <a:pt x="6296" y="74635"/>
                      <a:pt x="5219" y="79104"/>
                      <a:pt x="3164" y="83116"/>
                    </a:cubicBezTo>
                    <a:cubicBezTo>
                      <a:pt x="1077" y="87128"/>
                      <a:pt x="0" y="91597"/>
                      <a:pt x="0" y="96099"/>
                    </a:cubicBezTo>
                    <a:lnTo>
                      <a:pt x="0" y="125946"/>
                    </a:lnTo>
                    <a:lnTo>
                      <a:pt x="30598" y="125946"/>
                    </a:lnTo>
                    <a:lnTo>
                      <a:pt x="30598" y="96099"/>
                    </a:lnTo>
                    <a:cubicBezTo>
                      <a:pt x="30598" y="91597"/>
                      <a:pt x="29521" y="87128"/>
                      <a:pt x="27433" y="83116"/>
                    </a:cubicBezTo>
                    <a:cubicBezTo>
                      <a:pt x="25378" y="79104"/>
                      <a:pt x="24302" y="74635"/>
                      <a:pt x="24302" y="70133"/>
                    </a:cubicBezTo>
                    <a:lnTo>
                      <a:pt x="24302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6" name="Google Shape;1406;p68"/>
              <p:cNvSpPr/>
              <p:nvPr/>
            </p:nvSpPr>
            <p:spPr>
              <a:xfrm>
                <a:off x="1424650" y="1467075"/>
                <a:ext cx="755175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30207" h="12233" extrusionOk="0">
                    <a:moveTo>
                      <a:pt x="2839" y="0"/>
                    </a:moveTo>
                    <a:cubicBezTo>
                      <a:pt x="1273" y="0"/>
                      <a:pt x="1" y="1272"/>
                      <a:pt x="1" y="2838"/>
                    </a:cubicBezTo>
                    <a:lnTo>
                      <a:pt x="1" y="9362"/>
                    </a:lnTo>
                    <a:cubicBezTo>
                      <a:pt x="1" y="10928"/>
                      <a:pt x="1273" y="12233"/>
                      <a:pt x="2839" y="12233"/>
                    </a:cubicBezTo>
                    <a:lnTo>
                      <a:pt x="27369" y="12233"/>
                    </a:lnTo>
                    <a:cubicBezTo>
                      <a:pt x="28935" y="12233"/>
                      <a:pt x="30207" y="10928"/>
                      <a:pt x="30207" y="9362"/>
                    </a:cubicBezTo>
                    <a:lnTo>
                      <a:pt x="30207" y="2838"/>
                    </a:lnTo>
                    <a:cubicBezTo>
                      <a:pt x="30207" y="1272"/>
                      <a:pt x="28935" y="0"/>
                      <a:pt x="27369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07" name="Google Shape;1407;p68"/>
              <p:cNvSpPr/>
              <p:nvPr/>
            </p:nvSpPr>
            <p:spPr>
              <a:xfrm>
                <a:off x="1190625" y="238125"/>
                <a:ext cx="5219200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08768" extrusionOk="0">
                    <a:moveTo>
                      <a:pt x="33370" y="0"/>
                    </a:moveTo>
                    <a:cubicBezTo>
                      <a:pt x="31674" y="0"/>
                      <a:pt x="30304" y="1370"/>
                      <a:pt x="30304" y="3066"/>
                    </a:cubicBezTo>
                    <a:cubicBezTo>
                      <a:pt x="30304" y="4763"/>
                      <a:pt x="31674" y="6100"/>
                      <a:pt x="33370" y="6100"/>
                    </a:cubicBezTo>
                    <a:lnTo>
                      <a:pt x="39111" y="6100"/>
                    </a:lnTo>
                    <a:cubicBezTo>
                      <a:pt x="42145" y="6100"/>
                      <a:pt x="44657" y="8612"/>
                      <a:pt x="44657" y="11645"/>
                    </a:cubicBezTo>
                    <a:cubicBezTo>
                      <a:pt x="44657" y="14712"/>
                      <a:pt x="42145" y="17191"/>
                      <a:pt x="39111" y="17191"/>
                    </a:cubicBezTo>
                    <a:lnTo>
                      <a:pt x="31217" y="17191"/>
                    </a:lnTo>
                    <a:cubicBezTo>
                      <a:pt x="25802" y="17191"/>
                      <a:pt x="21399" y="21562"/>
                      <a:pt x="21399" y="26977"/>
                    </a:cubicBezTo>
                    <a:lnTo>
                      <a:pt x="21399" y="35327"/>
                    </a:lnTo>
                    <a:cubicBezTo>
                      <a:pt x="21399" y="37024"/>
                      <a:pt x="22769" y="38394"/>
                      <a:pt x="24465" y="38394"/>
                    </a:cubicBezTo>
                    <a:cubicBezTo>
                      <a:pt x="26161" y="38394"/>
                      <a:pt x="27531" y="37024"/>
                      <a:pt x="27531" y="35327"/>
                    </a:cubicBezTo>
                    <a:lnTo>
                      <a:pt x="27531" y="26977"/>
                    </a:lnTo>
                    <a:cubicBezTo>
                      <a:pt x="27531" y="24954"/>
                      <a:pt x="29162" y="23291"/>
                      <a:pt x="31217" y="23291"/>
                    </a:cubicBezTo>
                    <a:lnTo>
                      <a:pt x="39111" y="23291"/>
                    </a:lnTo>
                    <a:cubicBezTo>
                      <a:pt x="45537" y="23291"/>
                      <a:pt x="50757" y="18071"/>
                      <a:pt x="50757" y="11645"/>
                    </a:cubicBezTo>
                    <a:cubicBezTo>
                      <a:pt x="50757" y="5219"/>
                      <a:pt x="45537" y="0"/>
                      <a:pt x="39111" y="0"/>
                    </a:cubicBezTo>
                    <a:close/>
                    <a:moveTo>
                      <a:pt x="191381" y="0"/>
                    </a:moveTo>
                    <a:cubicBezTo>
                      <a:pt x="189685" y="0"/>
                      <a:pt x="188314" y="1370"/>
                      <a:pt x="188314" y="3066"/>
                    </a:cubicBezTo>
                    <a:cubicBezTo>
                      <a:pt x="188314" y="4763"/>
                      <a:pt x="189685" y="6100"/>
                      <a:pt x="191381" y="6100"/>
                    </a:cubicBezTo>
                    <a:lnTo>
                      <a:pt x="197122" y="6100"/>
                    </a:lnTo>
                    <a:cubicBezTo>
                      <a:pt x="200155" y="6100"/>
                      <a:pt x="202635" y="8612"/>
                      <a:pt x="202635" y="11645"/>
                    </a:cubicBezTo>
                    <a:cubicBezTo>
                      <a:pt x="202635" y="14712"/>
                      <a:pt x="200155" y="17191"/>
                      <a:pt x="197122" y="17191"/>
                    </a:cubicBezTo>
                    <a:lnTo>
                      <a:pt x="189228" y="17191"/>
                    </a:lnTo>
                    <a:cubicBezTo>
                      <a:pt x="183813" y="17191"/>
                      <a:pt x="179409" y="21562"/>
                      <a:pt x="179409" y="26977"/>
                    </a:cubicBezTo>
                    <a:lnTo>
                      <a:pt x="179409" y="35327"/>
                    </a:lnTo>
                    <a:cubicBezTo>
                      <a:pt x="179409" y="37024"/>
                      <a:pt x="180779" y="38394"/>
                      <a:pt x="182476" y="38394"/>
                    </a:cubicBezTo>
                    <a:cubicBezTo>
                      <a:pt x="184172" y="38394"/>
                      <a:pt x="185542" y="37024"/>
                      <a:pt x="185542" y="35327"/>
                    </a:cubicBezTo>
                    <a:lnTo>
                      <a:pt x="185542" y="26977"/>
                    </a:lnTo>
                    <a:cubicBezTo>
                      <a:pt x="185542" y="24954"/>
                      <a:pt x="187173" y="23291"/>
                      <a:pt x="189228" y="23291"/>
                    </a:cubicBezTo>
                    <a:lnTo>
                      <a:pt x="197122" y="23291"/>
                    </a:lnTo>
                    <a:cubicBezTo>
                      <a:pt x="203548" y="23291"/>
                      <a:pt x="208767" y="18071"/>
                      <a:pt x="208767" y="11645"/>
                    </a:cubicBezTo>
                    <a:cubicBezTo>
                      <a:pt x="208767" y="5219"/>
                      <a:pt x="203548" y="0"/>
                      <a:pt x="197122" y="0"/>
                    </a:cubicBezTo>
                    <a:close/>
                    <a:moveTo>
                      <a:pt x="36534" y="52192"/>
                    </a:moveTo>
                    <a:lnTo>
                      <a:pt x="36534" y="58324"/>
                    </a:lnTo>
                    <a:lnTo>
                      <a:pt x="12396" y="58324"/>
                    </a:lnTo>
                    <a:lnTo>
                      <a:pt x="12396" y="52192"/>
                    </a:lnTo>
                    <a:close/>
                    <a:moveTo>
                      <a:pt x="196372" y="52192"/>
                    </a:moveTo>
                    <a:lnTo>
                      <a:pt x="196372" y="58324"/>
                    </a:lnTo>
                    <a:lnTo>
                      <a:pt x="172233" y="58324"/>
                    </a:lnTo>
                    <a:lnTo>
                      <a:pt x="172233" y="52192"/>
                    </a:lnTo>
                    <a:close/>
                    <a:moveTo>
                      <a:pt x="172233" y="116812"/>
                    </a:moveTo>
                    <a:lnTo>
                      <a:pt x="172233" y="122912"/>
                    </a:lnTo>
                    <a:lnTo>
                      <a:pt x="124771" y="122912"/>
                    </a:lnTo>
                    <a:cubicBezTo>
                      <a:pt x="121966" y="122912"/>
                      <a:pt x="119682" y="125195"/>
                      <a:pt x="119682" y="128000"/>
                    </a:cubicBezTo>
                    <a:lnTo>
                      <a:pt x="119682" y="157293"/>
                    </a:lnTo>
                    <a:lnTo>
                      <a:pt x="113550" y="157293"/>
                    </a:lnTo>
                    <a:lnTo>
                      <a:pt x="113550" y="125260"/>
                    </a:lnTo>
                    <a:cubicBezTo>
                      <a:pt x="113550" y="120596"/>
                      <a:pt x="117366" y="116812"/>
                      <a:pt x="122031" y="116812"/>
                    </a:cubicBezTo>
                    <a:close/>
                    <a:moveTo>
                      <a:pt x="30402" y="64424"/>
                    </a:moveTo>
                    <a:lnTo>
                      <a:pt x="30402" y="131523"/>
                    </a:lnTo>
                    <a:cubicBezTo>
                      <a:pt x="30402" y="136514"/>
                      <a:pt x="31609" y="141472"/>
                      <a:pt x="33892" y="145909"/>
                    </a:cubicBezTo>
                    <a:cubicBezTo>
                      <a:pt x="35719" y="149464"/>
                      <a:pt x="36697" y="153476"/>
                      <a:pt x="36697" y="157489"/>
                    </a:cubicBezTo>
                    <a:lnTo>
                      <a:pt x="36697" y="184302"/>
                    </a:lnTo>
                    <a:lnTo>
                      <a:pt x="12232" y="184302"/>
                    </a:lnTo>
                    <a:lnTo>
                      <a:pt x="12232" y="157489"/>
                    </a:lnTo>
                    <a:cubicBezTo>
                      <a:pt x="12232" y="153476"/>
                      <a:pt x="13211" y="149464"/>
                      <a:pt x="15038" y="145909"/>
                    </a:cubicBezTo>
                    <a:cubicBezTo>
                      <a:pt x="17321" y="141472"/>
                      <a:pt x="18528" y="136514"/>
                      <a:pt x="18528" y="131523"/>
                    </a:cubicBezTo>
                    <a:lnTo>
                      <a:pt x="18528" y="64424"/>
                    </a:lnTo>
                    <a:close/>
                    <a:moveTo>
                      <a:pt x="202667" y="190402"/>
                    </a:moveTo>
                    <a:lnTo>
                      <a:pt x="202667" y="202635"/>
                    </a:lnTo>
                    <a:lnTo>
                      <a:pt x="165970" y="202635"/>
                    </a:lnTo>
                    <a:lnTo>
                      <a:pt x="165970" y="190402"/>
                    </a:lnTo>
                    <a:close/>
                    <a:moveTo>
                      <a:pt x="42830" y="190435"/>
                    </a:moveTo>
                    <a:lnTo>
                      <a:pt x="42830" y="202667"/>
                    </a:lnTo>
                    <a:lnTo>
                      <a:pt x="6133" y="202667"/>
                    </a:lnTo>
                    <a:lnTo>
                      <a:pt x="6133" y="190435"/>
                    </a:lnTo>
                    <a:close/>
                    <a:moveTo>
                      <a:pt x="132306" y="163426"/>
                    </a:moveTo>
                    <a:cubicBezTo>
                      <a:pt x="137362" y="163426"/>
                      <a:pt x="141505" y="167536"/>
                      <a:pt x="141505" y="172592"/>
                    </a:cubicBezTo>
                    <a:lnTo>
                      <a:pt x="141505" y="202667"/>
                    </a:lnTo>
                    <a:lnTo>
                      <a:pt x="67295" y="202667"/>
                    </a:lnTo>
                    <a:lnTo>
                      <a:pt x="67295" y="172592"/>
                    </a:lnTo>
                    <a:cubicBezTo>
                      <a:pt x="67295" y="167536"/>
                      <a:pt x="71405" y="163426"/>
                      <a:pt x="76461" y="163426"/>
                    </a:cubicBezTo>
                    <a:close/>
                    <a:moveTo>
                      <a:pt x="12200" y="46092"/>
                    </a:moveTo>
                    <a:cubicBezTo>
                      <a:pt x="8938" y="46092"/>
                      <a:pt x="6296" y="48734"/>
                      <a:pt x="6296" y="51996"/>
                    </a:cubicBezTo>
                    <a:lnTo>
                      <a:pt x="6296" y="58520"/>
                    </a:lnTo>
                    <a:cubicBezTo>
                      <a:pt x="6296" y="61739"/>
                      <a:pt x="8943" y="64429"/>
                      <a:pt x="12167" y="64429"/>
                    </a:cubicBezTo>
                    <a:cubicBezTo>
                      <a:pt x="12243" y="64429"/>
                      <a:pt x="12319" y="64427"/>
                      <a:pt x="12396" y="64424"/>
                    </a:cubicBezTo>
                    <a:lnTo>
                      <a:pt x="12396" y="131523"/>
                    </a:lnTo>
                    <a:cubicBezTo>
                      <a:pt x="12396" y="135536"/>
                      <a:pt x="11450" y="139548"/>
                      <a:pt x="9590" y="143103"/>
                    </a:cubicBezTo>
                    <a:cubicBezTo>
                      <a:pt x="7307" y="147540"/>
                      <a:pt x="6133" y="152530"/>
                      <a:pt x="6133" y="157489"/>
                    </a:cubicBezTo>
                    <a:lnTo>
                      <a:pt x="6133" y="184302"/>
                    </a:lnTo>
                    <a:lnTo>
                      <a:pt x="5904" y="184302"/>
                    </a:lnTo>
                    <a:cubicBezTo>
                      <a:pt x="2642" y="184302"/>
                      <a:pt x="0" y="186944"/>
                      <a:pt x="0" y="190206"/>
                    </a:cubicBezTo>
                    <a:lnTo>
                      <a:pt x="0" y="202863"/>
                    </a:lnTo>
                    <a:cubicBezTo>
                      <a:pt x="0" y="206125"/>
                      <a:pt x="2642" y="208767"/>
                      <a:pt x="5904" y="208767"/>
                    </a:cubicBezTo>
                    <a:lnTo>
                      <a:pt x="43026" y="208767"/>
                    </a:lnTo>
                    <a:cubicBezTo>
                      <a:pt x="46288" y="208767"/>
                      <a:pt x="48930" y="206125"/>
                      <a:pt x="48930" y="202863"/>
                    </a:cubicBezTo>
                    <a:lnTo>
                      <a:pt x="48930" y="190206"/>
                    </a:lnTo>
                    <a:cubicBezTo>
                      <a:pt x="48930" y="186944"/>
                      <a:pt x="46288" y="184302"/>
                      <a:pt x="43026" y="184302"/>
                    </a:cubicBezTo>
                    <a:lnTo>
                      <a:pt x="42830" y="184302"/>
                    </a:lnTo>
                    <a:lnTo>
                      <a:pt x="42830" y="157489"/>
                    </a:lnTo>
                    <a:cubicBezTo>
                      <a:pt x="42830" y="152530"/>
                      <a:pt x="41623" y="147540"/>
                      <a:pt x="39340" y="143103"/>
                    </a:cubicBezTo>
                    <a:cubicBezTo>
                      <a:pt x="37480" y="139548"/>
                      <a:pt x="36534" y="135536"/>
                      <a:pt x="36534" y="131523"/>
                    </a:cubicBezTo>
                    <a:lnTo>
                      <a:pt x="36534" y="129044"/>
                    </a:lnTo>
                    <a:lnTo>
                      <a:pt x="82985" y="129044"/>
                    </a:lnTo>
                    <a:lnTo>
                      <a:pt x="82985" y="157293"/>
                    </a:lnTo>
                    <a:lnTo>
                      <a:pt x="76461" y="157293"/>
                    </a:lnTo>
                    <a:cubicBezTo>
                      <a:pt x="68012" y="157293"/>
                      <a:pt x="61162" y="164176"/>
                      <a:pt x="61162" y="172592"/>
                    </a:cubicBezTo>
                    <a:lnTo>
                      <a:pt x="61162" y="202863"/>
                    </a:lnTo>
                    <a:cubicBezTo>
                      <a:pt x="61162" y="206125"/>
                      <a:pt x="63804" y="208767"/>
                      <a:pt x="67066" y="208767"/>
                    </a:cubicBezTo>
                    <a:lnTo>
                      <a:pt x="141701" y="208767"/>
                    </a:lnTo>
                    <a:cubicBezTo>
                      <a:pt x="144963" y="208767"/>
                      <a:pt x="147605" y="206125"/>
                      <a:pt x="147605" y="202863"/>
                    </a:cubicBezTo>
                    <a:lnTo>
                      <a:pt x="147605" y="172592"/>
                    </a:lnTo>
                    <a:cubicBezTo>
                      <a:pt x="147605" y="164176"/>
                      <a:pt x="140755" y="157293"/>
                      <a:pt x="132306" y="157293"/>
                    </a:cubicBezTo>
                    <a:lnTo>
                      <a:pt x="125782" y="157293"/>
                    </a:lnTo>
                    <a:lnTo>
                      <a:pt x="125782" y="129012"/>
                    </a:lnTo>
                    <a:lnTo>
                      <a:pt x="172233" y="129012"/>
                    </a:lnTo>
                    <a:lnTo>
                      <a:pt x="172233" y="131523"/>
                    </a:lnTo>
                    <a:cubicBezTo>
                      <a:pt x="172233" y="135536"/>
                      <a:pt x="171287" y="139548"/>
                      <a:pt x="169428" y="143103"/>
                    </a:cubicBezTo>
                    <a:cubicBezTo>
                      <a:pt x="167144" y="147540"/>
                      <a:pt x="165937" y="152530"/>
                      <a:pt x="165937" y="157489"/>
                    </a:cubicBezTo>
                    <a:lnTo>
                      <a:pt x="165937" y="184302"/>
                    </a:lnTo>
                    <a:lnTo>
                      <a:pt x="165742" y="184302"/>
                    </a:lnTo>
                    <a:cubicBezTo>
                      <a:pt x="162480" y="184302"/>
                      <a:pt x="159837" y="186944"/>
                      <a:pt x="159837" y="190206"/>
                    </a:cubicBezTo>
                    <a:lnTo>
                      <a:pt x="159837" y="202863"/>
                    </a:lnTo>
                    <a:cubicBezTo>
                      <a:pt x="159837" y="206125"/>
                      <a:pt x="162480" y="208767"/>
                      <a:pt x="165742" y="208767"/>
                    </a:cubicBezTo>
                    <a:lnTo>
                      <a:pt x="202863" y="208767"/>
                    </a:lnTo>
                    <a:cubicBezTo>
                      <a:pt x="206125" y="208767"/>
                      <a:pt x="208767" y="206125"/>
                      <a:pt x="208767" y="202863"/>
                    </a:cubicBezTo>
                    <a:lnTo>
                      <a:pt x="208767" y="190206"/>
                    </a:lnTo>
                    <a:cubicBezTo>
                      <a:pt x="208767" y="186944"/>
                      <a:pt x="206125" y="184302"/>
                      <a:pt x="202863" y="184302"/>
                    </a:cubicBezTo>
                    <a:lnTo>
                      <a:pt x="202667" y="184302"/>
                    </a:lnTo>
                    <a:lnTo>
                      <a:pt x="202667" y="157489"/>
                    </a:lnTo>
                    <a:cubicBezTo>
                      <a:pt x="202667" y="152530"/>
                      <a:pt x="201460" y="147540"/>
                      <a:pt x="199177" y="143103"/>
                    </a:cubicBezTo>
                    <a:cubicBezTo>
                      <a:pt x="197318" y="139548"/>
                      <a:pt x="196372" y="135536"/>
                      <a:pt x="196372" y="131523"/>
                    </a:cubicBezTo>
                    <a:lnTo>
                      <a:pt x="196372" y="117138"/>
                    </a:lnTo>
                    <a:cubicBezTo>
                      <a:pt x="196372" y="115442"/>
                      <a:pt x="195002" y="114072"/>
                      <a:pt x="193305" y="114072"/>
                    </a:cubicBezTo>
                    <a:cubicBezTo>
                      <a:pt x="191609" y="114072"/>
                      <a:pt x="190239" y="115442"/>
                      <a:pt x="190239" y="117138"/>
                    </a:cubicBezTo>
                    <a:lnTo>
                      <a:pt x="190239" y="131523"/>
                    </a:lnTo>
                    <a:cubicBezTo>
                      <a:pt x="190239" y="136514"/>
                      <a:pt x="191446" y="141472"/>
                      <a:pt x="193729" y="145909"/>
                    </a:cubicBezTo>
                    <a:cubicBezTo>
                      <a:pt x="195556" y="149464"/>
                      <a:pt x="196535" y="153476"/>
                      <a:pt x="196535" y="157489"/>
                    </a:cubicBezTo>
                    <a:lnTo>
                      <a:pt x="196535" y="184302"/>
                    </a:lnTo>
                    <a:lnTo>
                      <a:pt x="172070" y="184302"/>
                    </a:lnTo>
                    <a:lnTo>
                      <a:pt x="172070" y="157489"/>
                    </a:lnTo>
                    <a:cubicBezTo>
                      <a:pt x="172070" y="153476"/>
                      <a:pt x="173048" y="149464"/>
                      <a:pt x="174875" y="145909"/>
                    </a:cubicBezTo>
                    <a:cubicBezTo>
                      <a:pt x="177158" y="141472"/>
                      <a:pt x="178365" y="136514"/>
                      <a:pt x="178365" y="131523"/>
                    </a:cubicBezTo>
                    <a:lnTo>
                      <a:pt x="178365" y="64424"/>
                    </a:lnTo>
                    <a:lnTo>
                      <a:pt x="190239" y="64424"/>
                    </a:lnTo>
                    <a:lnTo>
                      <a:pt x="190239" y="104905"/>
                    </a:lnTo>
                    <a:cubicBezTo>
                      <a:pt x="190239" y="106569"/>
                      <a:pt x="191609" y="107939"/>
                      <a:pt x="193305" y="107939"/>
                    </a:cubicBezTo>
                    <a:cubicBezTo>
                      <a:pt x="195002" y="107939"/>
                      <a:pt x="196372" y="106569"/>
                      <a:pt x="196372" y="104905"/>
                    </a:cubicBezTo>
                    <a:lnTo>
                      <a:pt x="196372" y="64424"/>
                    </a:lnTo>
                    <a:cubicBezTo>
                      <a:pt x="196431" y="64426"/>
                      <a:pt x="196491" y="64427"/>
                      <a:pt x="196550" y="64427"/>
                    </a:cubicBezTo>
                    <a:cubicBezTo>
                      <a:pt x="199798" y="64427"/>
                      <a:pt x="202471" y="61819"/>
                      <a:pt x="202471" y="58520"/>
                    </a:cubicBezTo>
                    <a:lnTo>
                      <a:pt x="202471" y="51996"/>
                    </a:lnTo>
                    <a:cubicBezTo>
                      <a:pt x="202471" y="48734"/>
                      <a:pt x="199829" y="46092"/>
                      <a:pt x="196567" y="46092"/>
                    </a:cubicBezTo>
                    <a:lnTo>
                      <a:pt x="172037" y="46092"/>
                    </a:lnTo>
                    <a:cubicBezTo>
                      <a:pt x="168775" y="46092"/>
                      <a:pt x="166133" y="48734"/>
                      <a:pt x="166133" y="51996"/>
                    </a:cubicBezTo>
                    <a:lnTo>
                      <a:pt x="166133" y="58520"/>
                    </a:lnTo>
                    <a:cubicBezTo>
                      <a:pt x="166133" y="61739"/>
                      <a:pt x="168780" y="64429"/>
                      <a:pt x="172005" y="64429"/>
                    </a:cubicBezTo>
                    <a:cubicBezTo>
                      <a:pt x="172081" y="64429"/>
                      <a:pt x="172157" y="64427"/>
                      <a:pt x="172233" y="64424"/>
                    </a:cubicBezTo>
                    <a:lnTo>
                      <a:pt x="172233" y="110679"/>
                    </a:lnTo>
                    <a:lnTo>
                      <a:pt x="122031" y="110679"/>
                    </a:lnTo>
                    <a:cubicBezTo>
                      <a:pt x="113974" y="110679"/>
                      <a:pt x="107450" y="117236"/>
                      <a:pt x="107450" y="125260"/>
                    </a:cubicBezTo>
                    <a:lnTo>
                      <a:pt x="107450" y="157293"/>
                    </a:lnTo>
                    <a:lnTo>
                      <a:pt x="101317" y="157293"/>
                    </a:lnTo>
                    <a:lnTo>
                      <a:pt x="101317" y="125260"/>
                    </a:lnTo>
                    <a:cubicBezTo>
                      <a:pt x="101317" y="117236"/>
                      <a:pt x="94793" y="110679"/>
                      <a:pt x="86736" y="110679"/>
                    </a:cubicBezTo>
                    <a:lnTo>
                      <a:pt x="64718" y="110679"/>
                    </a:lnTo>
                    <a:cubicBezTo>
                      <a:pt x="63054" y="110679"/>
                      <a:pt x="61684" y="112049"/>
                      <a:pt x="61684" y="113745"/>
                    </a:cubicBezTo>
                    <a:cubicBezTo>
                      <a:pt x="61684" y="115442"/>
                      <a:pt x="63054" y="116812"/>
                      <a:pt x="64718" y="116812"/>
                    </a:cubicBezTo>
                    <a:lnTo>
                      <a:pt x="86736" y="116812"/>
                    </a:lnTo>
                    <a:cubicBezTo>
                      <a:pt x="91401" y="116812"/>
                      <a:pt x="95217" y="120596"/>
                      <a:pt x="95217" y="125260"/>
                    </a:cubicBezTo>
                    <a:lnTo>
                      <a:pt x="95217" y="157293"/>
                    </a:lnTo>
                    <a:lnTo>
                      <a:pt x="89085" y="157293"/>
                    </a:lnTo>
                    <a:lnTo>
                      <a:pt x="89085" y="128000"/>
                    </a:lnTo>
                    <a:cubicBezTo>
                      <a:pt x="89085" y="125195"/>
                      <a:pt x="86801" y="122912"/>
                      <a:pt x="83996" y="122912"/>
                    </a:cubicBezTo>
                    <a:lnTo>
                      <a:pt x="36534" y="122912"/>
                    </a:lnTo>
                    <a:lnTo>
                      <a:pt x="36534" y="116812"/>
                    </a:lnTo>
                    <a:lnTo>
                      <a:pt x="52518" y="116812"/>
                    </a:lnTo>
                    <a:cubicBezTo>
                      <a:pt x="54182" y="116812"/>
                      <a:pt x="55552" y="115442"/>
                      <a:pt x="55552" y="113745"/>
                    </a:cubicBezTo>
                    <a:cubicBezTo>
                      <a:pt x="55552" y="112049"/>
                      <a:pt x="54182" y="110679"/>
                      <a:pt x="52518" y="110679"/>
                    </a:cubicBezTo>
                    <a:lnTo>
                      <a:pt x="36534" y="110679"/>
                    </a:lnTo>
                    <a:lnTo>
                      <a:pt x="36534" y="64424"/>
                    </a:lnTo>
                    <a:cubicBezTo>
                      <a:pt x="36594" y="64426"/>
                      <a:pt x="36654" y="64427"/>
                      <a:pt x="36713" y="64427"/>
                    </a:cubicBezTo>
                    <a:cubicBezTo>
                      <a:pt x="39960" y="64427"/>
                      <a:pt x="42634" y="61819"/>
                      <a:pt x="42634" y="58520"/>
                    </a:cubicBezTo>
                    <a:lnTo>
                      <a:pt x="42634" y="51996"/>
                    </a:lnTo>
                    <a:cubicBezTo>
                      <a:pt x="42634" y="48734"/>
                      <a:pt x="39992" y="46092"/>
                      <a:pt x="36730" y="4609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08" name="Google Shape;1408;p68"/>
          <p:cNvGrpSpPr/>
          <p:nvPr/>
        </p:nvGrpSpPr>
        <p:grpSpPr>
          <a:xfrm rot="-1274946">
            <a:off x="6949230" y="1223804"/>
            <a:ext cx="1493430" cy="1470248"/>
            <a:chOff x="6795362" y="580225"/>
            <a:chExt cx="1778100" cy="1750500"/>
          </a:xfrm>
        </p:grpSpPr>
        <p:sp>
          <p:nvSpPr>
            <p:cNvPr id="1409" name="Google Shape;1409;p68"/>
            <p:cNvSpPr/>
            <p:nvPr/>
          </p:nvSpPr>
          <p:spPr>
            <a:xfrm>
              <a:off x="6795362" y="580225"/>
              <a:ext cx="1778100" cy="1750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10" name="Google Shape;1410;p68"/>
            <p:cNvGrpSpPr/>
            <p:nvPr/>
          </p:nvGrpSpPr>
          <p:grpSpPr>
            <a:xfrm>
              <a:off x="7033060" y="804085"/>
              <a:ext cx="1302712" cy="1302768"/>
              <a:chOff x="1190625" y="237900"/>
              <a:chExt cx="5219200" cy="5219425"/>
            </a:xfrm>
          </p:grpSpPr>
          <p:sp>
            <p:nvSpPr>
              <p:cNvPr id="1411" name="Google Shape;1411;p68"/>
              <p:cNvSpPr/>
              <p:nvPr/>
            </p:nvSpPr>
            <p:spPr>
              <a:xfrm>
                <a:off x="2135775" y="314775"/>
                <a:ext cx="601850" cy="1143350"/>
              </a:xfrm>
              <a:custGeom>
                <a:avLst/>
                <a:gdLst/>
                <a:ahLst/>
                <a:cxnLst/>
                <a:rect l="l" t="t" r="r" b="b"/>
                <a:pathLst>
                  <a:path w="24074" h="45734" extrusionOk="0">
                    <a:moveTo>
                      <a:pt x="12037" y="0"/>
                    </a:moveTo>
                    <a:lnTo>
                      <a:pt x="5024" y="4991"/>
                    </a:lnTo>
                    <a:lnTo>
                      <a:pt x="0" y="45733"/>
                    </a:lnTo>
                    <a:lnTo>
                      <a:pt x="24074" y="45733"/>
                    </a:lnTo>
                    <a:lnTo>
                      <a:pt x="19279" y="5154"/>
                    </a:lnTo>
                    <a:lnTo>
                      <a:pt x="12037" y="0"/>
                    </a:ln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2" name="Google Shape;1412;p68"/>
              <p:cNvSpPr/>
              <p:nvPr/>
            </p:nvSpPr>
            <p:spPr>
              <a:xfrm>
                <a:off x="1983275" y="1458100"/>
                <a:ext cx="906850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36274" h="12233" extrusionOk="0">
                    <a:moveTo>
                      <a:pt x="2447" y="0"/>
                    </a:moveTo>
                    <a:cubicBezTo>
                      <a:pt x="1077" y="0"/>
                      <a:pt x="1" y="1077"/>
                      <a:pt x="1" y="2447"/>
                    </a:cubicBezTo>
                    <a:lnTo>
                      <a:pt x="1" y="9786"/>
                    </a:lnTo>
                    <a:cubicBezTo>
                      <a:pt x="1" y="11124"/>
                      <a:pt x="1077" y="12233"/>
                      <a:pt x="2447" y="12233"/>
                    </a:cubicBezTo>
                    <a:lnTo>
                      <a:pt x="33827" y="12233"/>
                    </a:lnTo>
                    <a:cubicBezTo>
                      <a:pt x="35197" y="12233"/>
                      <a:pt x="36274" y="11124"/>
                      <a:pt x="36274" y="9786"/>
                    </a:cubicBezTo>
                    <a:lnTo>
                      <a:pt x="36274" y="2447"/>
                    </a:lnTo>
                    <a:cubicBezTo>
                      <a:pt x="36274" y="1077"/>
                      <a:pt x="35197" y="0"/>
                      <a:pt x="33827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3" name="Google Shape;1413;p68"/>
              <p:cNvSpPr/>
              <p:nvPr/>
            </p:nvSpPr>
            <p:spPr>
              <a:xfrm>
                <a:off x="5741900" y="3525375"/>
                <a:ext cx="591250" cy="591275"/>
              </a:xfrm>
              <a:custGeom>
                <a:avLst/>
                <a:gdLst/>
                <a:ahLst/>
                <a:cxnLst/>
                <a:rect l="l" t="t" r="r" b="b"/>
                <a:pathLst>
                  <a:path w="23650" h="23651" extrusionOk="0">
                    <a:moveTo>
                      <a:pt x="2447" y="1"/>
                    </a:moveTo>
                    <a:cubicBezTo>
                      <a:pt x="1110" y="1"/>
                      <a:pt x="0" y="1110"/>
                      <a:pt x="0" y="2447"/>
                    </a:cubicBezTo>
                    <a:lnTo>
                      <a:pt x="0" y="21204"/>
                    </a:lnTo>
                    <a:cubicBezTo>
                      <a:pt x="0" y="22574"/>
                      <a:pt x="1110" y="23650"/>
                      <a:pt x="2447" y="23650"/>
                    </a:cubicBezTo>
                    <a:lnTo>
                      <a:pt x="21203" y="23650"/>
                    </a:lnTo>
                    <a:cubicBezTo>
                      <a:pt x="22573" y="23650"/>
                      <a:pt x="23650" y="22574"/>
                      <a:pt x="23650" y="21204"/>
                    </a:cubicBezTo>
                    <a:lnTo>
                      <a:pt x="23650" y="2447"/>
                    </a:lnTo>
                    <a:cubicBezTo>
                      <a:pt x="23650" y="1110"/>
                      <a:pt x="22573" y="1"/>
                      <a:pt x="2120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4" name="Google Shape;1414;p68"/>
              <p:cNvSpPr/>
              <p:nvPr/>
            </p:nvSpPr>
            <p:spPr>
              <a:xfrm>
                <a:off x="1677475" y="3862175"/>
                <a:ext cx="652400" cy="761700"/>
              </a:xfrm>
              <a:custGeom>
                <a:avLst/>
                <a:gdLst/>
                <a:ahLst/>
                <a:cxnLst/>
                <a:rect l="l" t="t" r="r" b="b"/>
                <a:pathLst>
                  <a:path w="26096" h="30468" extrusionOk="0">
                    <a:moveTo>
                      <a:pt x="0" y="1"/>
                    </a:moveTo>
                    <a:lnTo>
                      <a:pt x="0" y="27075"/>
                    </a:lnTo>
                    <a:lnTo>
                      <a:pt x="26096" y="30468"/>
                    </a:lnTo>
                    <a:lnTo>
                      <a:pt x="2609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5" name="Google Shape;1415;p68"/>
              <p:cNvSpPr/>
              <p:nvPr/>
            </p:nvSpPr>
            <p:spPr>
              <a:xfrm>
                <a:off x="3206525" y="3862175"/>
                <a:ext cx="652425" cy="783725"/>
              </a:xfrm>
              <a:custGeom>
                <a:avLst/>
                <a:gdLst/>
                <a:ahLst/>
                <a:cxnLst/>
                <a:rect l="l" t="t" r="r" b="b"/>
                <a:pathLst>
                  <a:path w="26097" h="31349" extrusionOk="0">
                    <a:moveTo>
                      <a:pt x="0" y="1"/>
                    </a:moveTo>
                    <a:lnTo>
                      <a:pt x="0" y="24498"/>
                    </a:lnTo>
                    <a:lnTo>
                      <a:pt x="26096" y="31348"/>
                    </a:lnTo>
                    <a:lnTo>
                      <a:pt x="26096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6" name="Google Shape;1416;p68"/>
              <p:cNvSpPr/>
              <p:nvPr/>
            </p:nvSpPr>
            <p:spPr>
              <a:xfrm>
                <a:off x="1573075" y="2473400"/>
                <a:ext cx="2390250" cy="847325"/>
              </a:xfrm>
              <a:custGeom>
                <a:avLst/>
                <a:gdLst/>
                <a:ahLst/>
                <a:cxnLst/>
                <a:rect l="l" t="t" r="r" b="b"/>
                <a:pathLst>
                  <a:path w="95610" h="33893" extrusionOk="0">
                    <a:moveTo>
                      <a:pt x="6101" y="0"/>
                    </a:moveTo>
                    <a:cubicBezTo>
                      <a:pt x="2741" y="0"/>
                      <a:pt x="1" y="2740"/>
                      <a:pt x="1" y="6100"/>
                    </a:cubicBezTo>
                    <a:lnTo>
                      <a:pt x="1" y="33892"/>
                    </a:lnTo>
                    <a:lnTo>
                      <a:pt x="95610" y="33892"/>
                    </a:lnTo>
                    <a:lnTo>
                      <a:pt x="95610" y="6100"/>
                    </a:lnTo>
                    <a:cubicBezTo>
                      <a:pt x="95610" y="2740"/>
                      <a:pt x="92869" y="0"/>
                      <a:pt x="89510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7" name="Google Shape;1417;p68"/>
              <p:cNvSpPr/>
              <p:nvPr/>
            </p:nvSpPr>
            <p:spPr>
              <a:xfrm>
                <a:off x="1190625" y="4442825"/>
                <a:ext cx="5219200" cy="10145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40580" extrusionOk="0">
                    <a:moveTo>
                      <a:pt x="3066" y="0"/>
                    </a:moveTo>
                    <a:cubicBezTo>
                      <a:pt x="1370" y="0"/>
                      <a:pt x="0" y="1370"/>
                      <a:pt x="0" y="3066"/>
                    </a:cubicBezTo>
                    <a:lnTo>
                      <a:pt x="0" y="37513"/>
                    </a:lnTo>
                    <a:cubicBezTo>
                      <a:pt x="0" y="39209"/>
                      <a:pt x="1370" y="40579"/>
                      <a:pt x="3066" y="40579"/>
                    </a:cubicBezTo>
                    <a:lnTo>
                      <a:pt x="205701" y="40579"/>
                    </a:lnTo>
                    <a:cubicBezTo>
                      <a:pt x="207397" y="40579"/>
                      <a:pt x="208767" y="39209"/>
                      <a:pt x="208767" y="37513"/>
                    </a:cubicBezTo>
                    <a:lnTo>
                      <a:pt x="208767" y="3066"/>
                    </a:lnTo>
                    <a:cubicBezTo>
                      <a:pt x="208767" y="1370"/>
                      <a:pt x="207397" y="0"/>
                      <a:pt x="205701" y="0"/>
                    </a:cubicBezTo>
                    <a:cubicBezTo>
                      <a:pt x="188836" y="0"/>
                      <a:pt x="188836" y="8155"/>
                      <a:pt x="171939" y="8155"/>
                    </a:cubicBezTo>
                    <a:cubicBezTo>
                      <a:pt x="155042" y="8155"/>
                      <a:pt x="155042" y="0"/>
                      <a:pt x="138145" y="0"/>
                    </a:cubicBezTo>
                    <a:cubicBezTo>
                      <a:pt x="121281" y="0"/>
                      <a:pt x="121281" y="8155"/>
                      <a:pt x="104384" y="8155"/>
                    </a:cubicBezTo>
                    <a:cubicBezTo>
                      <a:pt x="87486" y="8155"/>
                      <a:pt x="87486" y="0"/>
                      <a:pt x="70622" y="0"/>
                    </a:cubicBezTo>
                    <a:cubicBezTo>
                      <a:pt x="53725" y="0"/>
                      <a:pt x="53725" y="8155"/>
                      <a:pt x="36828" y="8155"/>
                    </a:cubicBezTo>
                    <a:cubicBezTo>
                      <a:pt x="19931" y="8155"/>
                      <a:pt x="19931" y="0"/>
                      <a:pt x="306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8" name="Google Shape;1418;p68"/>
              <p:cNvSpPr/>
              <p:nvPr/>
            </p:nvSpPr>
            <p:spPr>
              <a:xfrm>
                <a:off x="1419775" y="3320700"/>
                <a:ext cx="2696875" cy="541500"/>
              </a:xfrm>
              <a:custGeom>
                <a:avLst/>
                <a:gdLst/>
                <a:ahLst/>
                <a:cxnLst/>
                <a:rect l="l" t="t" r="r" b="b"/>
                <a:pathLst>
                  <a:path w="107875" h="21660" extrusionOk="0">
                    <a:moveTo>
                      <a:pt x="6133" y="0"/>
                    </a:moveTo>
                    <a:cubicBezTo>
                      <a:pt x="2740" y="0"/>
                      <a:pt x="0" y="2740"/>
                      <a:pt x="0" y="6100"/>
                    </a:cubicBezTo>
                    <a:lnTo>
                      <a:pt x="0" y="15527"/>
                    </a:lnTo>
                    <a:cubicBezTo>
                      <a:pt x="0" y="18920"/>
                      <a:pt x="2740" y="21660"/>
                      <a:pt x="6133" y="21660"/>
                    </a:cubicBezTo>
                    <a:lnTo>
                      <a:pt x="101742" y="21660"/>
                    </a:lnTo>
                    <a:cubicBezTo>
                      <a:pt x="105134" y="21660"/>
                      <a:pt x="107874" y="18920"/>
                      <a:pt x="107874" y="15527"/>
                    </a:cubicBezTo>
                    <a:lnTo>
                      <a:pt x="107874" y="6100"/>
                    </a:lnTo>
                    <a:cubicBezTo>
                      <a:pt x="107874" y="2740"/>
                      <a:pt x="105134" y="0"/>
                      <a:pt x="10174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19" name="Google Shape;1419;p68"/>
              <p:cNvSpPr/>
              <p:nvPr/>
            </p:nvSpPr>
            <p:spPr>
              <a:xfrm>
                <a:off x="1190625" y="237900"/>
                <a:ext cx="5219200" cy="5219425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08777" extrusionOk="0">
                    <a:moveTo>
                      <a:pt x="172645" y="17113"/>
                    </a:moveTo>
                    <a:cubicBezTo>
                      <a:pt x="173401" y="17113"/>
                      <a:pt x="174164" y="17280"/>
                      <a:pt x="174875" y="17624"/>
                    </a:cubicBezTo>
                    <a:lnTo>
                      <a:pt x="188673" y="24343"/>
                    </a:lnTo>
                    <a:lnTo>
                      <a:pt x="184367" y="28649"/>
                    </a:lnTo>
                    <a:lnTo>
                      <a:pt x="164013" y="23658"/>
                    </a:lnTo>
                    <a:lnTo>
                      <a:pt x="169036" y="18602"/>
                    </a:lnTo>
                    <a:cubicBezTo>
                      <a:pt x="170012" y="17626"/>
                      <a:pt x="171319" y="17113"/>
                      <a:pt x="172645" y="17113"/>
                    </a:cubicBezTo>
                    <a:close/>
                    <a:moveTo>
                      <a:pt x="49843" y="6827"/>
                    </a:moveTo>
                    <a:lnTo>
                      <a:pt x="54182" y="9925"/>
                    </a:lnTo>
                    <a:lnTo>
                      <a:pt x="58422" y="45742"/>
                    </a:lnTo>
                    <a:lnTo>
                      <a:pt x="41264" y="45742"/>
                    </a:lnTo>
                    <a:lnTo>
                      <a:pt x="45700" y="9762"/>
                    </a:lnTo>
                    <a:lnTo>
                      <a:pt x="49843" y="6827"/>
                    </a:lnTo>
                    <a:close/>
                    <a:moveTo>
                      <a:pt x="162219" y="29497"/>
                    </a:moveTo>
                    <a:lnTo>
                      <a:pt x="179311" y="33705"/>
                    </a:lnTo>
                    <a:lnTo>
                      <a:pt x="166427" y="46623"/>
                    </a:lnTo>
                    <a:lnTo>
                      <a:pt x="162219" y="29497"/>
                    </a:lnTo>
                    <a:close/>
                    <a:moveTo>
                      <a:pt x="64946" y="51875"/>
                    </a:moveTo>
                    <a:lnTo>
                      <a:pt x="64946" y="57975"/>
                    </a:lnTo>
                    <a:lnTo>
                      <a:pt x="34773" y="57975"/>
                    </a:lnTo>
                    <a:lnTo>
                      <a:pt x="34773" y="51875"/>
                    </a:lnTo>
                    <a:close/>
                    <a:moveTo>
                      <a:pt x="141635" y="50080"/>
                    </a:moveTo>
                    <a:lnTo>
                      <a:pt x="158761" y="54288"/>
                    </a:lnTo>
                    <a:lnTo>
                      <a:pt x="145843" y="67173"/>
                    </a:lnTo>
                    <a:lnTo>
                      <a:pt x="141635" y="50080"/>
                    </a:lnTo>
                    <a:close/>
                    <a:moveTo>
                      <a:pt x="135796" y="51907"/>
                    </a:moveTo>
                    <a:lnTo>
                      <a:pt x="140004" y="69000"/>
                    </a:lnTo>
                    <a:lnTo>
                      <a:pt x="122912" y="64792"/>
                    </a:lnTo>
                    <a:lnTo>
                      <a:pt x="135796" y="51907"/>
                    </a:lnTo>
                    <a:close/>
                    <a:moveTo>
                      <a:pt x="50659" y="64107"/>
                    </a:moveTo>
                    <a:lnTo>
                      <a:pt x="40873" y="69881"/>
                    </a:lnTo>
                    <a:lnTo>
                      <a:pt x="40873" y="64107"/>
                    </a:lnTo>
                    <a:close/>
                    <a:moveTo>
                      <a:pt x="58814" y="66390"/>
                    </a:moveTo>
                    <a:lnTo>
                      <a:pt x="58814" y="84070"/>
                    </a:lnTo>
                    <a:lnTo>
                      <a:pt x="43841" y="75230"/>
                    </a:lnTo>
                    <a:lnTo>
                      <a:pt x="58814" y="66390"/>
                    </a:lnTo>
                    <a:close/>
                    <a:moveTo>
                      <a:pt x="40873" y="80580"/>
                    </a:moveTo>
                    <a:lnTo>
                      <a:pt x="50659" y="86354"/>
                    </a:lnTo>
                    <a:lnTo>
                      <a:pt x="40873" y="86354"/>
                    </a:lnTo>
                    <a:lnTo>
                      <a:pt x="40873" y="80580"/>
                    </a:lnTo>
                    <a:close/>
                    <a:moveTo>
                      <a:pt x="121085" y="70631"/>
                    </a:moveTo>
                    <a:lnTo>
                      <a:pt x="138178" y="74839"/>
                    </a:lnTo>
                    <a:lnTo>
                      <a:pt x="125293" y="87756"/>
                    </a:lnTo>
                    <a:lnTo>
                      <a:pt x="121085" y="70631"/>
                    </a:lnTo>
                    <a:close/>
                    <a:moveTo>
                      <a:pt x="115213" y="72458"/>
                    </a:moveTo>
                    <a:lnTo>
                      <a:pt x="120237" y="92813"/>
                    </a:lnTo>
                    <a:lnTo>
                      <a:pt x="113974" y="99076"/>
                    </a:lnTo>
                    <a:lnTo>
                      <a:pt x="113974" y="95520"/>
                    </a:lnTo>
                    <a:cubicBezTo>
                      <a:pt x="113974" y="90464"/>
                      <a:pt x="109864" y="86354"/>
                      <a:pt x="104808" y="86354"/>
                    </a:cubicBezTo>
                    <a:lnTo>
                      <a:pt x="101350" y="86354"/>
                    </a:lnTo>
                    <a:lnTo>
                      <a:pt x="115213" y="72458"/>
                    </a:lnTo>
                    <a:close/>
                    <a:moveTo>
                      <a:pt x="104808" y="92486"/>
                    </a:moveTo>
                    <a:cubicBezTo>
                      <a:pt x="106471" y="92486"/>
                      <a:pt x="107841" y="93856"/>
                      <a:pt x="107841" y="95520"/>
                    </a:cubicBezTo>
                    <a:lnTo>
                      <a:pt x="107841" y="120246"/>
                    </a:lnTo>
                    <a:lnTo>
                      <a:pt x="57998" y="120246"/>
                    </a:lnTo>
                    <a:cubicBezTo>
                      <a:pt x="56302" y="120246"/>
                      <a:pt x="54932" y="121616"/>
                      <a:pt x="54932" y="123312"/>
                    </a:cubicBezTo>
                    <a:cubicBezTo>
                      <a:pt x="54932" y="125008"/>
                      <a:pt x="56302" y="126378"/>
                      <a:pt x="57998" y="126378"/>
                    </a:cubicBezTo>
                    <a:lnTo>
                      <a:pt x="110908" y="126378"/>
                    </a:lnTo>
                    <a:cubicBezTo>
                      <a:pt x="112604" y="126378"/>
                      <a:pt x="113974" y="127748"/>
                      <a:pt x="113974" y="129412"/>
                    </a:cubicBezTo>
                    <a:lnTo>
                      <a:pt x="113974" y="138839"/>
                    </a:lnTo>
                    <a:cubicBezTo>
                      <a:pt x="113974" y="140535"/>
                      <a:pt x="112604" y="141905"/>
                      <a:pt x="110908" y="141905"/>
                    </a:cubicBezTo>
                    <a:lnTo>
                      <a:pt x="15299" y="141905"/>
                    </a:lnTo>
                    <a:cubicBezTo>
                      <a:pt x="13602" y="141905"/>
                      <a:pt x="12232" y="140535"/>
                      <a:pt x="12232" y="138839"/>
                    </a:cubicBezTo>
                    <a:lnTo>
                      <a:pt x="12232" y="129412"/>
                    </a:lnTo>
                    <a:cubicBezTo>
                      <a:pt x="12232" y="127748"/>
                      <a:pt x="13602" y="126378"/>
                      <a:pt x="15299" y="126378"/>
                    </a:cubicBezTo>
                    <a:lnTo>
                      <a:pt x="45766" y="126378"/>
                    </a:lnTo>
                    <a:cubicBezTo>
                      <a:pt x="47462" y="126378"/>
                      <a:pt x="48832" y="125008"/>
                      <a:pt x="48832" y="123312"/>
                    </a:cubicBezTo>
                    <a:cubicBezTo>
                      <a:pt x="48832" y="121616"/>
                      <a:pt x="47462" y="120246"/>
                      <a:pt x="45766" y="120246"/>
                    </a:cubicBezTo>
                    <a:lnTo>
                      <a:pt x="18365" y="120246"/>
                    </a:lnTo>
                    <a:lnTo>
                      <a:pt x="18365" y="95520"/>
                    </a:lnTo>
                    <a:cubicBezTo>
                      <a:pt x="18365" y="93856"/>
                      <a:pt x="19735" y="92486"/>
                      <a:pt x="21399" y="92486"/>
                    </a:cubicBezTo>
                    <a:close/>
                    <a:moveTo>
                      <a:pt x="202667" y="134566"/>
                    </a:moveTo>
                    <a:lnTo>
                      <a:pt x="202667" y="152115"/>
                    </a:lnTo>
                    <a:lnTo>
                      <a:pt x="185118" y="152115"/>
                    </a:lnTo>
                    <a:lnTo>
                      <a:pt x="185118" y="134566"/>
                    </a:lnTo>
                    <a:close/>
                    <a:moveTo>
                      <a:pt x="77570" y="148005"/>
                    </a:moveTo>
                    <a:lnTo>
                      <a:pt x="77570" y="165685"/>
                    </a:lnTo>
                    <a:cubicBezTo>
                      <a:pt x="75548" y="165359"/>
                      <a:pt x="73264" y="165163"/>
                      <a:pt x="70622" y="165163"/>
                    </a:cubicBezTo>
                    <a:cubicBezTo>
                      <a:pt x="61456" y="165163"/>
                      <a:pt x="56628" y="167479"/>
                      <a:pt x="52388" y="169534"/>
                    </a:cubicBezTo>
                    <a:cubicBezTo>
                      <a:pt x="51148" y="170122"/>
                      <a:pt x="49941" y="170709"/>
                      <a:pt x="48636" y="171231"/>
                    </a:cubicBezTo>
                    <a:lnTo>
                      <a:pt x="48636" y="148005"/>
                    </a:lnTo>
                    <a:close/>
                    <a:moveTo>
                      <a:pt x="103666" y="148005"/>
                    </a:moveTo>
                    <a:lnTo>
                      <a:pt x="103666" y="173286"/>
                    </a:lnTo>
                    <a:cubicBezTo>
                      <a:pt x="96424" y="173188"/>
                      <a:pt x="92706" y="171394"/>
                      <a:pt x="88824" y="169534"/>
                    </a:cubicBezTo>
                    <a:cubicBezTo>
                      <a:pt x="87258" y="168784"/>
                      <a:pt x="85595" y="167969"/>
                      <a:pt x="83703" y="167284"/>
                    </a:cubicBezTo>
                    <a:lnTo>
                      <a:pt x="83703" y="148005"/>
                    </a:lnTo>
                    <a:close/>
                    <a:moveTo>
                      <a:pt x="42504" y="148038"/>
                    </a:moveTo>
                    <a:lnTo>
                      <a:pt x="42504" y="172894"/>
                    </a:lnTo>
                    <a:cubicBezTo>
                      <a:pt x="40873" y="173155"/>
                      <a:pt x="39013" y="173318"/>
                      <a:pt x="36828" y="173318"/>
                    </a:cubicBezTo>
                    <a:cubicBezTo>
                      <a:pt x="29880" y="173318"/>
                      <a:pt x="26129" y="171818"/>
                      <a:pt x="22540" y="170122"/>
                    </a:cubicBezTo>
                    <a:lnTo>
                      <a:pt x="22540" y="148038"/>
                    </a:lnTo>
                    <a:close/>
                    <a:moveTo>
                      <a:pt x="49847" y="1"/>
                    </a:moveTo>
                    <a:cubicBezTo>
                      <a:pt x="49223" y="1"/>
                      <a:pt x="48604" y="188"/>
                      <a:pt x="48082" y="564"/>
                    </a:cubicBezTo>
                    <a:lnTo>
                      <a:pt x="26748" y="15797"/>
                    </a:lnTo>
                    <a:cubicBezTo>
                      <a:pt x="25346" y="16776"/>
                      <a:pt x="25052" y="18700"/>
                      <a:pt x="26031" y="20070"/>
                    </a:cubicBezTo>
                    <a:cubicBezTo>
                      <a:pt x="26626" y="20904"/>
                      <a:pt x="27571" y="21339"/>
                      <a:pt x="28522" y="21339"/>
                    </a:cubicBezTo>
                    <a:cubicBezTo>
                      <a:pt x="29134" y="21339"/>
                      <a:pt x="29747" y="21158"/>
                      <a:pt x="30271" y="20788"/>
                    </a:cubicBezTo>
                    <a:lnTo>
                      <a:pt x="38948" y="14590"/>
                    </a:lnTo>
                    <a:lnTo>
                      <a:pt x="35099" y="45742"/>
                    </a:lnTo>
                    <a:cubicBezTo>
                      <a:pt x="34850" y="45711"/>
                      <a:pt x="34602" y="45695"/>
                      <a:pt x="34357" y="45695"/>
                    </a:cubicBezTo>
                    <a:cubicBezTo>
                      <a:pt x="31297" y="45695"/>
                      <a:pt x="28640" y="48084"/>
                      <a:pt x="28640" y="51255"/>
                    </a:cubicBezTo>
                    <a:lnTo>
                      <a:pt x="28640" y="58594"/>
                    </a:lnTo>
                    <a:cubicBezTo>
                      <a:pt x="28640" y="61611"/>
                      <a:pt x="31197" y="64134"/>
                      <a:pt x="34227" y="64134"/>
                    </a:cubicBezTo>
                    <a:cubicBezTo>
                      <a:pt x="34407" y="64134"/>
                      <a:pt x="34589" y="64125"/>
                      <a:pt x="34773" y="64107"/>
                    </a:cubicBezTo>
                    <a:lnTo>
                      <a:pt x="34773" y="86354"/>
                    </a:lnTo>
                    <a:lnTo>
                      <a:pt x="21399" y="86354"/>
                    </a:lnTo>
                    <a:cubicBezTo>
                      <a:pt x="16343" y="86354"/>
                      <a:pt x="12232" y="90464"/>
                      <a:pt x="12232" y="95520"/>
                    </a:cubicBezTo>
                    <a:lnTo>
                      <a:pt x="12232" y="120768"/>
                    </a:lnTo>
                    <a:cubicBezTo>
                      <a:pt x="8677" y="122040"/>
                      <a:pt x="6100" y="125432"/>
                      <a:pt x="6100" y="129412"/>
                    </a:cubicBezTo>
                    <a:lnTo>
                      <a:pt x="6100" y="138839"/>
                    </a:lnTo>
                    <a:cubicBezTo>
                      <a:pt x="6100" y="143854"/>
                      <a:pt x="10372" y="148096"/>
                      <a:pt x="15394" y="148096"/>
                    </a:cubicBezTo>
                    <a:cubicBezTo>
                      <a:pt x="15729" y="148096"/>
                      <a:pt x="16067" y="148077"/>
                      <a:pt x="16408" y="148038"/>
                    </a:cubicBezTo>
                    <a:lnTo>
                      <a:pt x="16408" y="167382"/>
                    </a:lnTo>
                    <a:cubicBezTo>
                      <a:pt x="13081" y="166142"/>
                      <a:pt x="8970" y="165163"/>
                      <a:pt x="3066" y="165163"/>
                    </a:cubicBezTo>
                    <a:cubicBezTo>
                      <a:pt x="1370" y="165163"/>
                      <a:pt x="0" y="166501"/>
                      <a:pt x="0" y="168197"/>
                    </a:cubicBezTo>
                    <a:cubicBezTo>
                      <a:pt x="0" y="169893"/>
                      <a:pt x="1370" y="171263"/>
                      <a:pt x="3066" y="171263"/>
                    </a:cubicBezTo>
                    <a:cubicBezTo>
                      <a:pt x="10797" y="171263"/>
                      <a:pt x="14581" y="173090"/>
                      <a:pt x="18626" y="175047"/>
                    </a:cubicBezTo>
                    <a:cubicBezTo>
                      <a:pt x="22867" y="177102"/>
                      <a:pt x="27694" y="179418"/>
                      <a:pt x="36828" y="179418"/>
                    </a:cubicBezTo>
                    <a:cubicBezTo>
                      <a:pt x="44657" y="179418"/>
                      <a:pt x="49028" y="177950"/>
                      <a:pt x="55062" y="175047"/>
                    </a:cubicBezTo>
                    <a:cubicBezTo>
                      <a:pt x="59075" y="173090"/>
                      <a:pt x="62858" y="171263"/>
                      <a:pt x="70622" y="171263"/>
                    </a:cubicBezTo>
                    <a:cubicBezTo>
                      <a:pt x="78353" y="171263"/>
                      <a:pt x="82137" y="173090"/>
                      <a:pt x="86149" y="175047"/>
                    </a:cubicBezTo>
                    <a:cubicBezTo>
                      <a:pt x="90422" y="177102"/>
                      <a:pt x="95250" y="179418"/>
                      <a:pt x="104384" y="179418"/>
                    </a:cubicBezTo>
                    <a:cubicBezTo>
                      <a:pt x="113517" y="179418"/>
                      <a:pt x="118345" y="177102"/>
                      <a:pt x="122585" y="175047"/>
                    </a:cubicBezTo>
                    <a:cubicBezTo>
                      <a:pt x="126630" y="173090"/>
                      <a:pt x="130414" y="171263"/>
                      <a:pt x="138145" y="171263"/>
                    </a:cubicBezTo>
                    <a:cubicBezTo>
                      <a:pt x="145909" y="171263"/>
                      <a:pt x="149693" y="173090"/>
                      <a:pt x="153705" y="175047"/>
                    </a:cubicBezTo>
                    <a:cubicBezTo>
                      <a:pt x="157978" y="177102"/>
                      <a:pt x="162773" y="179418"/>
                      <a:pt x="171939" y="179418"/>
                    </a:cubicBezTo>
                    <a:cubicBezTo>
                      <a:pt x="181073" y="179418"/>
                      <a:pt x="185901" y="177102"/>
                      <a:pt x="190141" y="175047"/>
                    </a:cubicBezTo>
                    <a:cubicBezTo>
                      <a:pt x="194153" y="173090"/>
                      <a:pt x="197970" y="171263"/>
                      <a:pt x="205701" y="171263"/>
                    </a:cubicBezTo>
                    <a:cubicBezTo>
                      <a:pt x="207397" y="171263"/>
                      <a:pt x="208767" y="169893"/>
                      <a:pt x="208767" y="168197"/>
                    </a:cubicBezTo>
                    <a:cubicBezTo>
                      <a:pt x="208767" y="166501"/>
                      <a:pt x="207397" y="165163"/>
                      <a:pt x="205701" y="165163"/>
                    </a:cubicBezTo>
                    <a:cubicBezTo>
                      <a:pt x="196567" y="165163"/>
                      <a:pt x="191740" y="167479"/>
                      <a:pt x="187499" y="169534"/>
                    </a:cubicBezTo>
                    <a:cubicBezTo>
                      <a:pt x="183487" y="171459"/>
                      <a:pt x="179670" y="173318"/>
                      <a:pt x="171939" y="173318"/>
                    </a:cubicBezTo>
                    <a:cubicBezTo>
                      <a:pt x="164176" y="173318"/>
                      <a:pt x="160392" y="171459"/>
                      <a:pt x="156380" y="169534"/>
                    </a:cubicBezTo>
                    <a:cubicBezTo>
                      <a:pt x="152106" y="167479"/>
                      <a:pt x="147311" y="165163"/>
                      <a:pt x="138145" y="165163"/>
                    </a:cubicBezTo>
                    <a:cubicBezTo>
                      <a:pt x="129012" y="165163"/>
                      <a:pt x="124184" y="167479"/>
                      <a:pt x="119943" y="169534"/>
                    </a:cubicBezTo>
                    <a:cubicBezTo>
                      <a:pt x="116975" y="170970"/>
                      <a:pt x="114137" y="172307"/>
                      <a:pt x="109798" y="172960"/>
                    </a:cubicBezTo>
                    <a:lnTo>
                      <a:pt x="109798" y="148038"/>
                    </a:lnTo>
                    <a:cubicBezTo>
                      <a:pt x="109974" y="148047"/>
                      <a:pt x="110149" y="148051"/>
                      <a:pt x="110323" y="148051"/>
                    </a:cubicBezTo>
                    <a:cubicBezTo>
                      <a:pt x="115468" y="148051"/>
                      <a:pt x="120105" y="144360"/>
                      <a:pt x="120074" y="138839"/>
                    </a:cubicBezTo>
                    <a:lnTo>
                      <a:pt x="120074" y="129412"/>
                    </a:lnTo>
                    <a:cubicBezTo>
                      <a:pt x="120074" y="125432"/>
                      <a:pt x="117529" y="122040"/>
                      <a:pt x="113974" y="120768"/>
                    </a:cubicBezTo>
                    <a:lnTo>
                      <a:pt x="113974" y="107720"/>
                    </a:lnTo>
                    <a:lnTo>
                      <a:pt x="190826" y="30867"/>
                    </a:lnTo>
                    <a:lnTo>
                      <a:pt x="190826" y="128466"/>
                    </a:lnTo>
                    <a:lnTo>
                      <a:pt x="184498" y="128466"/>
                    </a:lnTo>
                    <a:cubicBezTo>
                      <a:pt x="181464" y="128466"/>
                      <a:pt x="179018" y="130913"/>
                      <a:pt x="179018" y="133946"/>
                    </a:cubicBezTo>
                    <a:lnTo>
                      <a:pt x="179018" y="152703"/>
                    </a:lnTo>
                    <a:cubicBezTo>
                      <a:pt x="179018" y="155736"/>
                      <a:pt x="181464" y="158215"/>
                      <a:pt x="184498" y="158215"/>
                    </a:cubicBezTo>
                    <a:lnTo>
                      <a:pt x="203254" y="158215"/>
                    </a:lnTo>
                    <a:cubicBezTo>
                      <a:pt x="206288" y="158215"/>
                      <a:pt x="208767" y="155736"/>
                      <a:pt x="208767" y="152703"/>
                    </a:cubicBezTo>
                    <a:lnTo>
                      <a:pt x="208767" y="133946"/>
                    </a:lnTo>
                    <a:cubicBezTo>
                      <a:pt x="208767" y="130913"/>
                      <a:pt x="206288" y="128466"/>
                      <a:pt x="203254" y="128466"/>
                    </a:cubicBezTo>
                    <a:lnTo>
                      <a:pt x="196959" y="128466"/>
                    </a:lnTo>
                    <a:lnTo>
                      <a:pt x="196959" y="23495"/>
                    </a:lnTo>
                    <a:cubicBezTo>
                      <a:pt x="196926" y="22484"/>
                      <a:pt x="196404" y="21277"/>
                      <a:pt x="195230" y="20723"/>
                    </a:cubicBezTo>
                    <a:lnTo>
                      <a:pt x="177550" y="12144"/>
                    </a:lnTo>
                    <a:cubicBezTo>
                      <a:pt x="175981" y="11383"/>
                      <a:pt x="174299" y="11012"/>
                      <a:pt x="172633" y="11012"/>
                    </a:cubicBezTo>
                    <a:cubicBezTo>
                      <a:pt x="169726" y="11012"/>
                      <a:pt x="166866" y="12140"/>
                      <a:pt x="164730" y="14297"/>
                    </a:cubicBezTo>
                    <a:lnTo>
                      <a:pt x="149986" y="29041"/>
                    </a:lnTo>
                    <a:cubicBezTo>
                      <a:pt x="148779" y="30215"/>
                      <a:pt x="148779" y="32172"/>
                      <a:pt x="149986" y="33347"/>
                    </a:cubicBezTo>
                    <a:cubicBezTo>
                      <a:pt x="150590" y="33950"/>
                      <a:pt x="151372" y="34252"/>
                      <a:pt x="152155" y="34252"/>
                    </a:cubicBezTo>
                    <a:cubicBezTo>
                      <a:pt x="152938" y="34252"/>
                      <a:pt x="153721" y="33950"/>
                      <a:pt x="154325" y="33347"/>
                    </a:cubicBezTo>
                    <a:lnTo>
                      <a:pt x="156347" y="31324"/>
                    </a:lnTo>
                    <a:lnTo>
                      <a:pt x="160555" y="48417"/>
                    </a:lnTo>
                    <a:lnTo>
                      <a:pt x="160555" y="48417"/>
                    </a:lnTo>
                    <a:lnTo>
                      <a:pt x="143462" y="44209"/>
                    </a:lnTo>
                    <a:lnTo>
                      <a:pt x="145811" y="41893"/>
                    </a:lnTo>
                    <a:cubicBezTo>
                      <a:pt x="146985" y="40686"/>
                      <a:pt x="146985" y="38761"/>
                      <a:pt x="145811" y="37554"/>
                    </a:cubicBezTo>
                    <a:cubicBezTo>
                      <a:pt x="145207" y="36951"/>
                      <a:pt x="144424" y="36649"/>
                      <a:pt x="143642" y="36649"/>
                    </a:cubicBezTo>
                    <a:cubicBezTo>
                      <a:pt x="142859" y="36649"/>
                      <a:pt x="142076" y="36951"/>
                      <a:pt x="141472" y="37554"/>
                    </a:cubicBezTo>
                    <a:cubicBezTo>
                      <a:pt x="125423" y="53636"/>
                      <a:pt x="108428" y="71218"/>
                      <a:pt x="92706" y="86354"/>
                    </a:cubicBezTo>
                    <a:lnTo>
                      <a:pt x="64946" y="86354"/>
                    </a:lnTo>
                    <a:lnTo>
                      <a:pt x="64946" y="64107"/>
                    </a:lnTo>
                    <a:cubicBezTo>
                      <a:pt x="65033" y="64111"/>
                      <a:pt x="65120" y="64112"/>
                      <a:pt x="65207" y="64112"/>
                    </a:cubicBezTo>
                    <a:cubicBezTo>
                      <a:pt x="68301" y="64112"/>
                      <a:pt x="71078" y="61863"/>
                      <a:pt x="71046" y="58594"/>
                    </a:cubicBezTo>
                    <a:lnTo>
                      <a:pt x="71046" y="51255"/>
                    </a:lnTo>
                    <a:cubicBezTo>
                      <a:pt x="71046" y="48069"/>
                      <a:pt x="68365" y="45701"/>
                      <a:pt x="65286" y="45701"/>
                    </a:cubicBezTo>
                    <a:cubicBezTo>
                      <a:pt x="65055" y="45701"/>
                      <a:pt x="64822" y="45715"/>
                      <a:pt x="64587" y="45742"/>
                    </a:cubicBezTo>
                    <a:lnTo>
                      <a:pt x="60901" y="14721"/>
                    </a:lnTo>
                    <a:lnTo>
                      <a:pt x="69415" y="20788"/>
                    </a:lnTo>
                    <a:cubicBezTo>
                      <a:pt x="69950" y="21170"/>
                      <a:pt x="70564" y="21353"/>
                      <a:pt x="71174" y="21353"/>
                    </a:cubicBezTo>
                    <a:cubicBezTo>
                      <a:pt x="72128" y="21353"/>
                      <a:pt x="73072" y="20906"/>
                      <a:pt x="73688" y="20070"/>
                    </a:cubicBezTo>
                    <a:cubicBezTo>
                      <a:pt x="74667" y="18700"/>
                      <a:pt x="74341" y="16776"/>
                      <a:pt x="72971" y="15797"/>
                    </a:cubicBezTo>
                    <a:lnTo>
                      <a:pt x="51637" y="564"/>
                    </a:lnTo>
                    <a:cubicBezTo>
                      <a:pt x="51099" y="188"/>
                      <a:pt x="50471" y="1"/>
                      <a:pt x="49847" y="1"/>
                    </a:cubicBezTo>
                    <a:close/>
                    <a:moveTo>
                      <a:pt x="3066" y="194521"/>
                    </a:moveTo>
                    <a:cubicBezTo>
                      <a:pt x="1370" y="194521"/>
                      <a:pt x="0" y="195859"/>
                      <a:pt x="0" y="197555"/>
                    </a:cubicBezTo>
                    <a:cubicBezTo>
                      <a:pt x="0" y="199251"/>
                      <a:pt x="1370" y="200621"/>
                      <a:pt x="3066" y="200621"/>
                    </a:cubicBezTo>
                    <a:cubicBezTo>
                      <a:pt x="10797" y="200621"/>
                      <a:pt x="14614" y="202448"/>
                      <a:pt x="18626" y="204405"/>
                    </a:cubicBezTo>
                    <a:cubicBezTo>
                      <a:pt x="22867" y="206460"/>
                      <a:pt x="27694" y="208776"/>
                      <a:pt x="36828" y="208776"/>
                    </a:cubicBezTo>
                    <a:cubicBezTo>
                      <a:pt x="45961" y="208776"/>
                      <a:pt x="50789" y="206460"/>
                      <a:pt x="55062" y="204405"/>
                    </a:cubicBezTo>
                    <a:cubicBezTo>
                      <a:pt x="59075" y="202448"/>
                      <a:pt x="62858" y="200621"/>
                      <a:pt x="70622" y="200621"/>
                    </a:cubicBezTo>
                    <a:cubicBezTo>
                      <a:pt x="78353" y="200621"/>
                      <a:pt x="82137" y="202448"/>
                      <a:pt x="86149" y="204405"/>
                    </a:cubicBezTo>
                    <a:cubicBezTo>
                      <a:pt x="90422" y="206460"/>
                      <a:pt x="95250" y="208776"/>
                      <a:pt x="104384" y="208776"/>
                    </a:cubicBezTo>
                    <a:cubicBezTo>
                      <a:pt x="113517" y="208776"/>
                      <a:pt x="118345" y="206460"/>
                      <a:pt x="122585" y="204405"/>
                    </a:cubicBezTo>
                    <a:cubicBezTo>
                      <a:pt x="126630" y="202448"/>
                      <a:pt x="130414" y="200621"/>
                      <a:pt x="138145" y="200621"/>
                    </a:cubicBezTo>
                    <a:cubicBezTo>
                      <a:pt x="145909" y="200621"/>
                      <a:pt x="149693" y="202448"/>
                      <a:pt x="153705" y="204405"/>
                    </a:cubicBezTo>
                    <a:cubicBezTo>
                      <a:pt x="157978" y="206460"/>
                      <a:pt x="162773" y="208776"/>
                      <a:pt x="171939" y="208776"/>
                    </a:cubicBezTo>
                    <a:cubicBezTo>
                      <a:pt x="181073" y="208776"/>
                      <a:pt x="185901" y="206460"/>
                      <a:pt x="190141" y="204405"/>
                    </a:cubicBezTo>
                    <a:cubicBezTo>
                      <a:pt x="194153" y="202448"/>
                      <a:pt x="197970" y="200621"/>
                      <a:pt x="205701" y="200621"/>
                    </a:cubicBezTo>
                    <a:cubicBezTo>
                      <a:pt x="207397" y="200621"/>
                      <a:pt x="208767" y="199251"/>
                      <a:pt x="208767" y="197555"/>
                    </a:cubicBezTo>
                    <a:cubicBezTo>
                      <a:pt x="208767" y="195859"/>
                      <a:pt x="207397" y="194521"/>
                      <a:pt x="205701" y="194521"/>
                    </a:cubicBezTo>
                    <a:cubicBezTo>
                      <a:pt x="196567" y="194521"/>
                      <a:pt x="191740" y="196837"/>
                      <a:pt x="187499" y="198892"/>
                    </a:cubicBezTo>
                    <a:cubicBezTo>
                      <a:pt x="183487" y="200817"/>
                      <a:pt x="179670" y="202676"/>
                      <a:pt x="171939" y="202676"/>
                    </a:cubicBezTo>
                    <a:cubicBezTo>
                      <a:pt x="164176" y="202676"/>
                      <a:pt x="160392" y="200817"/>
                      <a:pt x="156380" y="198892"/>
                    </a:cubicBezTo>
                    <a:cubicBezTo>
                      <a:pt x="152106" y="196837"/>
                      <a:pt x="147311" y="194521"/>
                      <a:pt x="138145" y="194521"/>
                    </a:cubicBezTo>
                    <a:cubicBezTo>
                      <a:pt x="129012" y="194521"/>
                      <a:pt x="124184" y="196837"/>
                      <a:pt x="119943" y="198892"/>
                    </a:cubicBezTo>
                    <a:cubicBezTo>
                      <a:pt x="115931" y="200817"/>
                      <a:pt x="112114" y="202676"/>
                      <a:pt x="104384" y="202676"/>
                    </a:cubicBezTo>
                    <a:cubicBezTo>
                      <a:pt x="96653" y="202676"/>
                      <a:pt x="92836" y="200817"/>
                      <a:pt x="88824" y="198892"/>
                    </a:cubicBezTo>
                    <a:cubicBezTo>
                      <a:pt x="84583" y="196837"/>
                      <a:pt x="79756" y="194521"/>
                      <a:pt x="70622" y="194521"/>
                    </a:cubicBezTo>
                    <a:cubicBezTo>
                      <a:pt x="61456" y="194521"/>
                      <a:pt x="56628" y="196837"/>
                      <a:pt x="52388" y="198892"/>
                    </a:cubicBezTo>
                    <a:cubicBezTo>
                      <a:pt x="48375" y="200817"/>
                      <a:pt x="44591" y="202676"/>
                      <a:pt x="36828" y="202676"/>
                    </a:cubicBezTo>
                    <a:cubicBezTo>
                      <a:pt x="29097" y="202676"/>
                      <a:pt x="25280" y="200817"/>
                      <a:pt x="21268" y="198892"/>
                    </a:cubicBezTo>
                    <a:cubicBezTo>
                      <a:pt x="17028" y="196837"/>
                      <a:pt x="12200" y="194521"/>
                      <a:pt x="3066" y="19452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20" name="Google Shape;1420;p68"/>
          <p:cNvGrpSpPr/>
          <p:nvPr/>
        </p:nvGrpSpPr>
        <p:grpSpPr>
          <a:xfrm>
            <a:off x="5193051" y="1063793"/>
            <a:ext cx="1790247" cy="1790247"/>
            <a:chOff x="3413088" y="207825"/>
            <a:chExt cx="2383500" cy="2383500"/>
          </a:xfrm>
        </p:grpSpPr>
        <p:sp>
          <p:nvSpPr>
            <p:cNvPr id="1421" name="Google Shape;1421;p68"/>
            <p:cNvSpPr/>
            <p:nvPr/>
          </p:nvSpPr>
          <p:spPr>
            <a:xfrm>
              <a:off x="3413088" y="207825"/>
              <a:ext cx="2383500" cy="2383500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22" name="Google Shape;1422;p68"/>
            <p:cNvGrpSpPr/>
            <p:nvPr/>
          </p:nvGrpSpPr>
          <p:grpSpPr>
            <a:xfrm>
              <a:off x="3729569" y="418309"/>
              <a:ext cx="1750520" cy="1750520"/>
              <a:chOff x="1190625" y="238125"/>
              <a:chExt cx="5219200" cy="5219200"/>
            </a:xfrm>
          </p:grpSpPr>
          <p:sp>
            <p:nvSpPr>
              <p:cNvPr id="1423" name="Google Shape;1423;p68"/>
              <p:cNvSpPr/>
              <p:nvPr/>
            </p:nvSpPr>
            <p:spPr>
              <a:xfrm>
                <a:off x="1267275" y="1931075"/>
                <a:ext cx="5065875" cy="2765375"/>
              </a:xfrm>
              <a:custGeom>
                <a:avLst/>
                <a:gdLst/>
                <a:ahLst/>
                <a:cxnLst/>
                <a:rect l="l" t="t" r="r" b="b"/>
                <a:pathLst>
                  <a:path w="202635" h="110615" extrusionOk="0">
                    <a:moveTo>
                      <a:pt x="92543" y="1"/>
                    </a:moveTo>
                    <a:cubicBezTo>
                      <a:pt x="84388" y="1"/>
                      <a:pt x="76461" y="2578"/>
                      <a:pt x="69872" y="7406"/>
                    </a:cubicBezTo>
                    <a:lnTo>
                      <a:pt x="21073" y="43092"/>
                    </a:lnTo>
                    <a:cubicBezTo>
                      <a:pt x="18920" y="44690"/>
                      <a:pt x="17550" y="47137"/>
                      <a:pt x="17387" y="49844"/>
                    </a:cubicBezTo>
                    <a:lnTo>
                      <a:pt x="17060" y="55292"/>
                    </a:lnTo>
                    <a:cubicBezTo>
                      <a:pt x="16832" y="58651"/>
                      <a:pt x="14810" y="61587"/>
                      <a:pt x="11776" y="62957"/>
                    </a:cubicBezTo>
                    <a:lnTo>
                      <a:pt x="5285" y="65893"/>
                    </a:lnTo>
                    <a:cubicBezTo>
                      <a:pt x="2055" y="67361"/>
                      <a:pt x="0" y="70590"/>
                      <a:pt x="0" y="74146"/>
                    </a:cubicBezTo>
                    <a:lnTo>
                      <a:pt x="0" y="101971"/>
                    </a:lnTo>
                    <a:cubicBezTo>
                      <a:pt x="0" y="106733"/>
                      <a:pt x="3817" y="110615"/>
                      <a:pt x="8547" y="110615"/>
                    </a:cubicBezTo>
                    <a:lnTo>
                      <a:pt x="194088" y="110615"/>
                    </a:lnTo>
                    <a:cubicBezTo>
                      <a:pt x="198818" y="110615"/>
                      <a:pt x="202635" y="106733"/>
                      <a:pt x="202635" y="101971"/>
                    </a:cubicBezTo>
                    <a:lnTo>
                      <a:pt x="202635" y="76821"/>
                    </a:lnTo>
                    <a:cubicBezTo>
                      <a:pt x="202635" y="72711"/>
                      <a:pt x="201036" y="68796"/>
                      <a:pt x="198166" y="65893"/>
                    </a:cubicBezTo>
                    <a:lnTo>
                      <a:pt x="189978" y="57640"/>
                    </a:lnTo>
                    <a:cubicBezTo>
                      <a:pt x="187923" y="55552"/>
                      <a:pt x="187923" y="52160"/>
                      <a:pt x="189978" y="50072"/>
                    </a:cubicBezTo>
                    <a:lnTo>
                      <a:pt x="192947" y="47071"/>
                    </a:lnTo>
                    <a:cubicBezTo>
                      <a:pt x="195230" y="44788"/>
                      <a:pt x="196013" y="41395"/>
                      <a:pt x="195002" y="38297"/>
                    </a:cubicBezTo>
                    <a:lnTo>
                      <a:pt x="191479" y="27467"/>
                    </a:lnTo>
                    <a:cubicBezTo>
                      <a:pt x="190305" y="23911"/>
                      <a:pt x="187043" y="21530"/>
                      <a:pt x="183357" y="21530"/>
                    </a:cubicBezTo>
                    <a:lnTo>
                      <a:pt x="181334" y="21530"/>
                    </a:lnTo>
                    <a:cubicBezTo>
                      <a:pt x="178822" y="21530"/>
                      <a:pt x="176376" y="20519"/>
                      <a:pt x="174582" y="18725"/>
                    </a:cubicBezTo>
                    <a:lnTo>
                      <a:pt x="167340" y="11418"/>
                    </a:lnTo>
                    <a:cubicBezTo>
                      <a:pt x="160099" y="4111"/>
                      <a:pt x="150280" y="1"/>
                      <a:pt x="140070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4" name="Google Shape;1424;p68"/>
              <p:cNvSpPr/>
              <p:nvPr/>
            </p:nvSpPr>
            <p:spPr>
              <a:xfrm>
                <a:off x="1267275" y="4384100"/>
                <a:ext cx="5065875" cy="312350"/>
              </a:xfrm>
              <a:custGeom>
                <a:avLst/>
                <a:gdLst/>
                <a:ahLst/>
                <a:cxnLst/>
                <a:rect l="l" t="t" r="r" b="b"/>
                <a:pathLst>
                  <a:path w="202635" h="12494" extrusionOk="0">
                    <a:moveTo>
                      <a:pt x="0" y="0"/>
                    </a:moveTo>
                    <a:lnTo>
                      <a:pt x="0" y="3850"/>
                    </a:lnTo>
                    <a:cubicBezTo>
                      <a:pt x="0" y="8612"/>
                      <a:pt x="3817" y="12494"/>
                      <a:pt x="8547" y="12494"/>
                    </a:cubicBezTo>
                    <a:lnTo>
                      <a:pt x="194088" y="12494"/>
                    </a:lnTo>
                    <a:cubicBezTo>
                      <a:pt x="198818" y="12494"/>
                      <a:pt x="202635" y="8612"/>
                      <a:pt x="202635" y="3850"/>
                    </a:cubicBezTo>
                    <a:lnTo>
                      <a:pt x="202635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5" name="Google Shape;1425;p68"/>
              <p:cNvSpPr/>
              <p:nvPr/>
            </p:nvSpPr>
            <p:spPr>
              <a:xfrm>
                <a:off x="5813675" y="4384100"/>
                <a:ext cx="519475" cy="312350"/>
              </a:xfrm>
              <a:custGeom>
                <a:avLst/>
                <a:gdLst/>
                <a:ahLst/>
                <a:cxnLst/>
                <a:rect l="l" t="t" r="r" b="b"/>
                <a:pathLst>
                  <a:path w="20779" h="12494" extrusionOk="0">
                    <a:moveTo>
                      <a:pt x="8546" y="0"/>
                    </a:moveTo>
                    <a:lnTo>
                      <a:pt x="8546" y="3850"/>
                    </a:lnTo>
                    <a:cubicBezTo>
                      <a:pt x="8546" y="8612"/>
                      <a:pt x="4730" y="12494"/>
                      <a:pt x="0" y="12494"/>
                    </a:cubicBezTo>
                    <a:lnTo>
                      <a:pt x="12232" y="12494"/>
                    </a:lnTo>
                    <a:cubicBezTo>
                      <a:pt x="16962" y="12494"/>
                      <a:pt x="20779" y="8612"/>
                      <a:pt x="20779" y="3850"/>
                    </a:cubicBezTo>
                    <a:lnTo>
                      <a:pt x="20779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6" name="Google Shape;1426;p68"/>
              <p:cNvSpPr/>
              <p:nvPr/>
            </p:nvSpPr>
            <p:spPr>
              <a:xfrm>
                <a:off x="2873800" y="2968400"/>
                <a:ext cx="2506850" cy="845700"/>
              </a:xfrm>
              <a:custGeom>
                <a:avLst/>
                <a:gdLst/>
                <a:ahLst/>
                <a:cxnLst/>
                <a:rect l="l" t="t" r="r" b="b"/>
                <a:pathLst>
                  <a:path w="100274" h="33828" extrusionOk="0">
                    <a:moveTo>
                      <a:pt x="0" y="0"/>
                    </a:moveTo>
                    <a:lnTo>
                      <a:pt x="0" y="1044"/>
                    </a:lnTo>
                    <a:cubicBezTo>
                      <a:pt x="0" y="5970"/>
                      <a:pt x="1697" y="10732"/>
                      <a:pt x="4828" y="14516"/>
                    </a:cubicBezTo>
                    <a:lnTo>
                      <a:pt x="15103" y="27042"/>
                    </a:lnTo>
                    <a:cubicBezTo>
                      <a:pt x="18626" y="31348"/>
                      <a:pt x="23846" y="33827"/>
                      <a:pt x="29358" y="33827"/>
                    </a:cubicBezTo>
                    <a:lnTo>
                      <a:pt x="67980" y="33827"/>
                    </a:lnTo>
                    <a:cubicBezTo>
                      <a:pt x="72938" y="33827"/>
                      <a:pt x="77701" y="31805"/>
                      <a:pt x="81159" y="28249"/>
                    </a:cubicBezTo>
                    <a:lnTo>
                      <a:pt x="94239" y="14842"/>
                    </a:lnTo>
                    <a:cubicBezTo>
                      <a:pt x="98121" y="10863"/>
                      <a:pt x="100274" y="5546"/>
                      <a:pt x="100274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7" name="Google Shape;1427;p68"/>
              <p:cNvSpPr/>
              <p:nvPr/>
            </p:nvSpPr>
            <p:spPr>
              <a:xfrm>
                <a:off x="2873800" y="2289900"/>
                <a:ext cx="2506850" cy="678525"/>
              </a:xfrm>
              <a:custGeom>
                <a:avLst/>
                <a:gdLst/>
                <a:ahLst/>
                <a:cxnLst/>
                <a:rect l="l" t="t" r="r" b="b"/>
                <a:pathLst>
                  <a:path w="100274" h="27141" extrusionOk="0">
                    <a:moveTo>
                      <a:pt x="28282" y="1"/>
                    </a:moveTo>
                    <a:cubicBezTo>
                      <a:pt x="23095" y="1"/>
                      <a:pt x="18170" y="1632"/>
                      <a:pt x="13962" y="4698"/>
                    </a:cubicBezTo>
                    <a:lnTo>
                      <a:pt x="9852" y="7699"/>
                    </a:lnTo>
                    <a:cubicBezTo>
                      <a:pt x="3654" y="12233"/>
                      <a:pt x="0" y="19442"/>
                      <a:pt x="0" y="27140"/>
                    </a:cubicBezTo>
                    <a:lnTo>
                      <a:pt x="100274" y="27140"/>
                    </a:lnTo>
                    <a:lnTo>
                      <a:pt x="100274" y="24433"/>
                    </a:lnTo>
                    <a:cubicBezTo>
                      <a:pt x="100274" y="18072"/>
                      <a:pt x="97762" y="12005"/>
                      <a:pt x="93293" y="7471"/>
                    </a:cubicBezTo>
                    <a:lnTo>
                      <a:pt x="93032" y="7210"/>
                    </a:lnTo>
                    <a:cubicBezTo>
                      <a:pt x="88433" y="2578"/>
                      <a:pt x="82300" y="1"/>
                      <a:pt x="7580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8" name="Google Shape;1428;p68"/>
              <p:cNvSpPr/>
              <p:nvPr/>
            </p:nvSpPr>
            <p:spPr>
              <a:xfrm>
                <a:off x="2921100" y="314975"/>
                <a:ext cx="2369050" cy="2158225"/>
              </a:xfrm>
              <a:custGeom>
                <a:avLst/>
                <a:gdLst/>
                <a:ahLst/>
                <a:cxnLst/>
                <a:rect l="l" t="t" r="r" b="b"/>
                <a:pathLst>
                  <a:path w="94762" h="86329" extrusionOk="0">
                    <a:moveTo>
                      <a:pt x="47368" y="0"/>
                    </a:moveTo>
                    <a:cubicBezTo>
                      <a:pt x="36323" y="0"/>
                      <a:pt x="25281" y="4217"/>
                      <a:pt x="16865" y="12649"/>
                    </a:cubicBezTo>
                    <a:cubicBezTo>
                      <a:pt x="0" y="29513"/>
                      <a:pt x="0" y="56849"/>
                      <a:pt x="16865" y="73681"/>
                    </a:cubicBezTo>
                    <a:cubicBezTo>
                      <a:pt x="25281" y="82113"/>
                      <a:pt x="36323" y="86329"/>
                      <a:pt x="47368" y="86329"/>
                    </a:cubicBezTo>
                    <a:cubicBezTo>
                      <a:pt x="58414" y="86329"/>
                      <a:pt x="69464" y="82113"/>
                      <a:pt x="77897" y="73681"/>
                    </a:cubicBezTo>
                    <a:cubicBezTo>
                      <a:pt x="94761" y="56849"/>
                      <a:pt x="94761" y="29513"/>
                      <a:pt x="77897" y="12649"/>
                    </a:cubicBezTo>
                    <a:cubicBezTo>
                      <a:pt x="69464" y="4217"/>
                      <a:pt x="58414" y="0"/>
                      <a:pt x="47368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29" name="Google Shape;1429;p68"/>
              <p:cNvSpPr/>
              <p:nvPr/>
            </p:nvSpPr>
            <p:spPr>
              <a:xfrm>
                <a:off x="3602850" y="660550"/>
                <a:ext cx="1007975" cy="1466750"/>
              </a:xfrm>
              <a:custGeom>
                <a:avLst/>
                <a:gdLst/>
                <a:ahLst/>
                <a:cxnLst/>
                <a:rect l="l" t="t" r="r" b="b"/>
                <a:pathLst>
                  <a:path w="40319" h="58670" extrusionOk="0">
                    <a:moveTo>
                      <a:pt x="28054" y="0"/>
                    </a:moveTo>
                    <a:cubicBezTo>
                      <a:pt x="27206" y="33"/>
                      <a:pt x="26390" y="522"/>
                      <a:pt x="25672" y="1240"/>
                    </a:cubicBezTo>
                    <a:cubicBezTo>
                      <a:pt x="17713" y="8807"/>
                      <a:pt x="9721" y="16343"/>
                      <a:pt x="1762" y="23878"/>
                    </a:cubicBezTo>
                    <a:cubicBezTo>
                      <a:pt x="1" y="25541"/>
                      <a:pt x="262" y="28053"/>
                      <a:pt x="2284" y="29293"/>
                    </a:cubicBezTo>
                    <a:cubicBezTo>
                      <a:pt x="6688" y="31935"/>
                      <a:pt x="11189" y="34447"/>
                      <a:pt x="15625" y="36991"/>
                    </a:cubicBezTo>
                    <a:cubicBezTo>
                      <a:pt x="15886" y="37154"/>
                      <a:pt x="16017" y="37285"/>
                      <a:pt x="15886" y="37643"/>
                    </a:cubicBezTo>
                    <a:cubicBezTo>
                      <a:pt x="14419" y="41069"/>
                      <a:pt x="12983" y="44494"/>
                      <a:pt x="11581" y="47919"/>
                    </a:cubicBezTo>
                    <a:cubicBezTo>
                      <a:pt x="10667" y="50072"/>
                      <a:pt x="9787" y="52192"/>
                      <a:pt x="8938" y="54312"/>
                    </a:cubicBezTo>
                    <a:cubicBezTo>
                      <a:pt x="8319" y="55911"/>
                      <a:pt x="9069" y="57607"/>
                      <a:pt x="10569" y="58324"/>
                    </a:cubicBezTo>
                    <a:cubicBezTo>
                      <a:pt x="11050" y="58553"/>
                      <a:pt x="11522" y="58670"/>
                      <a:pt x="11990" y="58670"/>
                    </a:cubicBezTo>
                    <a:cubicBezTo>
                      <a:pt x="12858" y="58670"/>
                      <a:pt x="13713" y="58270"/>
                      <a:pt x="14582" y="57444"/>
                    </a:cubicBezTo>
                    <a:cubicBezTo>
                      <a:pt x="22574" y="49876"/>
                      <a:pt x="30533" y="42341"/>
                      <a:pt x="38492" y="34805"/>
                    </a:cubicBezTo>
                    <a:cubicBezTo>
                      <a:pt x="40319" y="33077"/>
                      <a:pt x="39960" y="30532"/>
                      <a:pt x="37807" y="29293"/>
                    </a:cubicBezTo>
                    <a:cubicBezTo>
                      <a:pt x="33403" y="26748"/>
                      <a:pt x="29032" y="24204"/>
                      <a:pt x="24629" y="21660"/>
                    </a:cubicBezTo>
                    <a:cubicBezTo>
                      <a:pt x="24335" y="21497"/>
                      <a:pt x="24237" y="21366"/>
                      <a:pt x="24400" y="21040"/>
                    </a:cubicBezTo>
                    <a:cubicBezTo>
                      <a:pt x="26716" y="15495"/>
                      <a:pt x="29130" y="9949"/>
                      <a:pt x="31316" y="4339"/>
                    </a:cubicBezTo>
                    <a:cubicBezTo>
                      <a:pt x="32131" y="2218"/>
                      <a:pt x="30500" y="0"/>
                      <a:pt x="28054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0" name="Google Shape;1430;p68"/>
              <p:cNvSpPr/>
              <p:nvPr/>
            </p:nvSpPr>
            <p:spPr>
              <a:xfrm>
                <a:off x="4508875" y="4055500"/>
                <a:ext cx="1464650" cy="1324300"/>
              </a:xfrm>
              <a:custGeom>
                <a:avLst/>
                <a:gdLst/>
                <a:ahLst/>
                <a:cxnLst/>
                <a:rect l="l" t="t" r="r" b="b"/>
                <a:pathLst>
                  <a:path w="58586" h="52972" extrusionOk="0">
                    <a:moveTo>
                      <a:pt x="29280" y="0"/>
                    </a:moveTo>
                    <a:cubicBezTo>
                      <a:pt x="17494" y="0"/>
                      <a:pt x="6735" y="7926"/>
                      <a:pt x="3654" y="19864"/>
                    </a:cubicBezTo>
                    <a:cubicBezTo>
                      <a:pt x="0" y="34021"/>
                      <a:pt x="8514" y="48472"/>
                      <a:pt x="22671" y="52125"/>
                    </a:cubicBezTo>
                    <a:cubicBezTo>
                      <a:pt x="24890" y="52698"/>
                      <a:pt x="27116" y="52971"/>
                      <a:pt x="29306" y="52971"/>
                    </a:cubicBezTo>
                    <a:cubicBezTo>
                      <a:pt x="41092" y="52971"/>
                      <a:pt x="51851" y="45046"/>
                      <a:pt x="54932" y="33108"/>
                    </a:cubicBezTo>
                    <a:cubicBezTo>
                      <a:pt x="58586" y="18951"/>
                      <a:pt x="50072" y="4500"/>
                      <a:pt x="35915" y="847"/>
                    </a:cubicBezTo>
                    <a:cubicBezTo>
                      <a:pt x="33696" y="274"/>
                      <a:pt x="31470" y="0"/>
                      <a:pt x="292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1" name="Google Shape;1431;p68"/>
              <p:cNvSpPr/>
              <p:nvPr/>
            </p:nvSpPr>
            <p:spPr>
              <a:xfrm>
                <a:off x="4989200" y="4464825"/>
                <a:ext cx="508075" cy="508075"/>
              </a:xfrm>
              <a:custGeom>
                <a:avLst/>
                <a:gdLst/>
                <a:ahLst/>
                <a:cxnLst/>
                <a:rect l="l" t="t" r="r" b="b"/>
                <a:pathLst>
                  <a:path w="20323" h="20323" extrusionOk="0">
                    <a:moveTo>
                      <a:pt x="10145" y="1"/>
                    </a:moveTo>
                    <a:cubicBezTo>
                      <a:pt x="4534" y="1"/>
                      <a:pt x="0" y="4535"/>
                      <a:pt x="0" y="10146"/>
                    </a:cubicBezTo>
                    <a:cubicBezTo>
                      <a:pt x="0" y="15756"/>
                      <a:pt x="4534" y="20323"/>
                      <a:pt x="10145" y="20323"/>
                    </a:cubicBezTo>
                    <a:cubicBezTo>
                      <a:pt x="15756" y="20323"/>
                      <a:pt x="20323" y="15756"/>
                      <a:pt x="20323" y="10146"/>
                    </a:cubicBezTo>
                    <a:cubicBezTo>
                      <a:pt x="20323" y="4535"/>
                      <a:pt x="15756" y="1"/>
                      <a:pt x="10145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2" name="Google Shape;1432;p68"/>
              <p:cNvSpPr/>
              <p:nvPr/>
            </p:nvSpPr>
            <p:spPr>
              <a:xfrm>
                <a:off x="1267275" y="3440575"/>
                <a:ext cx="377600" cy="616525"/>
              </a:xfrm>
              <a:custGeom>
                <a:avLst/>
                <a:gdLst/>
                <a:ahLst/>
                <a:cxnLst/>
                <a:rect l="l" t="t" r="r" b="b"/>
                <a:pathLst>
                  <a:path w="15104" h="24661" extrusionOk="0">
                    <a:moveTo>
                      <a:pt x="15103" y="0"/>
                    </a:moveTo>
                    <a:cubicBezTo>
                      <a:pt x="14223" y="1109"/>
                      <a:pt x="13081" y="1990"/>
                      <a:pt x="11776" y="2577"/>
                    </a:cubicBezTo>
                    <a:lnTo>
                      <a:pt x="5285" y="5513"/>
                    </a:lnTo>
                    <a:cubicBezTo>
                      <a:pt x="2055" y="6981"/>
                      <a:pt x="0" y="10210"/>
                      <a:pt x="0" y="13766"/>
                    </a:cubicBezTo>
                    <a:lnTo>
                      <a:pt x="0" y="24661"/>
                    </a:lnTo>
                    <a:lnTo>
                      <a:pt x="9297" y="24661"/>
                    </a:lnTo>
                    <a:cubicBezTo>
                      <a:pt x="12494" y="24661"/>
                      <a:pt x="15103" y="22051"/>
                      <a:pt x="15103" y="18854"/>
                    </a:cubicBezTo>
                    <a:lnTo>
                      <a:pt x="15103" y="0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3" name="Google Shape;1433;p68"/>
              <p:cNvSpPr/>
              <p:nvPr/>
            </p:nvSpPr>
            <p:spPr>
              <a:xfrm>
                <a:off x="1684800" y="4055500"/>
                <a:ext cx="1464650" cy="1324300"/>
              </a:xfrm>
              <a:custGeom>
                <a:avLst/>
                <a:gdLst/>
                <a:ahLst/>
                <a:cxnLst/>
                <a:rect l="l" t="t" r="r" b="b"/>
                <a:pathLst>
                  <a:path w="58586" h="52972" extrusionOk="0">
                    <a:moveTo>
                      <a:pt x="29280" y="0"/>
                    </a:moveTo>
                    <a:cubicBezTo>
                      <a:pt x="17494" y="0"/>
                      <a:pt x="6735" y="7926"/>
                      <a:pt x="3654" y="19864"/>
                    </a:cubicBezTo>
                    <a:cubicBezTo>
                      <a:pt x="1" y="34021"/>
                      <a:pt x="8514" y="48439"/>
                      <a:pt x="22671" y="52125"/>
                    </a:cubicBezTo>
                    <a:cubicBezTo>
                      <a:pt x="24890" y="52698"/>
                      <a:pt x="27116" y="52971"/>
                      <a:pt x="29306" y="52971"/>
                    </a:cubicBezTo>
                    <a:cubicBezTo>
                      <a:pt x="41093" y="52971"/>
                      <a:pt x="51852" y="45046"/>
                      <a:pt x="54932" y="33108"/>
                    </a:cubicBezTo>
                    <a:cubicBezTo>
                      <a:pt x="58586" y="18951"/>
                      <a:pt x="50072" y="4500"/>
                      <a:pt x="35915" y="847"/>
                    </a:cubicBezTo>
                    <a:cubicBezTo>
                      <a:pt x="33696" y="274"/>
                      <a:pt x="31471" y="0"/>
                      <a:pt x="29280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4" name="Google Shape;1434;p68"/>
              <p:cNvSpPr/>
              <p:nvPr/>
            </p:nvSpPr>
            <p:spPr>
              <a:xfrm>
                <a:off x="2164325" y="4464825"/>
                <a:ext cx="508075" cy="508075"/>
              </a:xfrm>
              <a:custGeom>
                <a:avLst/>
                <a:gdLst/>
                <a:ahLst/>
                <a:cxnLst/>
                <a:rect l="l" t="t" r="r" b="b"/>
                <a:pathLst>
                  <a:path w="20323" h="20323" extrusionOk="0">
                    <a:moveTo>
                      <a:pt x="10178" y="1"/>
                    </a:moveTo>
                    <a:cubicBezTo>
                      <a:pt x="4567" y="1"/>
                      <a:pt x="0" y="4535"/>
                      <a:pt x="0" y="10146"/>
                    </a:cubicBezTo>
                    <a:cubicBezTo>
                      <a:pt x="0" y="15756"/>
                      <a:pt x="4567" y="20323"/>
                      <a:pt x="10178" y="20323"/>
                    </a:cubicBezTo>
                    <a:cubicBezTo>
                      <a:pt x="15788" y="20323"/>
                      <a:pt x="20322" y="15756"/>
                      <a:pt x="20322" y="10146"/>
                    </a:cubicBezTo>
                    <a:cubicBezTo>
                      <a:pt x="20322" y="4535"/>
                      <a:pt x="15788" y="1"/>
                      <a:pt x="1017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35" name="Google Shape;1435;p68"/>
              <p:cNvSpPr/>
              <p:nvPr/>
            </p:nvSpPr>
            <p:spPr>
              <a:xfrm>
                <a:off x="1190625" y="238125"/>
                <a:ext cx="5219200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08768" extrusionOk="0">
                    <a:moveTo>
                      <a:pt x="124738" y="19963"/>
                    </a:moveTo>
                    <a:cubicBezTo>
                      <a:pt x="124901" y="19996"/>
                      <a:pt x="124934" y="20094"/>
                      <a:pt x="124934" y="20126"/>
                    </a:cubicBezTo>
                    <a:cubicBezTo>
                      <a:pt x="122781" y="25704"/>
                      <a:pt x="120367" y="31282"/>
                      <a:pt x="118051" y="36730"/>
                    </a:cubicBezTo>
                    <a:cubicBezTo>
                      <a:pt x="117334" y="38459"/>
                      <a:pt x="117953" y="40286"/>
                      <a:pt x="119584" y="41232"/>
                    </a:cubicBezTo>
                    <a:cubicBezTo>
                      <a:pt x="123988" y="43743"/>
                      <a:pt x="128359" y="46320"/>
                      <a:pt x="132763" y="48832"/>
                    </a:cubicBezTo>
                    <a:cubicBezTo>
                      <a:pt x="133220" y="49093"/>
                      <a:pt x="133220" y="49158"/>
                      <a:pt x="132893" y="49452"/>
                    </a:cubicBezTo>
                    <a:cubicBezTo>
                      <a:pt x="124510" y="57411"/>
                      <a:pt x="109244" y="72090"/>
                      <a:pt x="108461" y="72514"/>
                    </a:cubicBezTo>
                    <a:cubicBezTo>
                      <a:pt x="108396" y="72481"/>
                      <a:pt x="108233" y="72416"/>
                      <a:pt x="108265" y="72318"/>
                    </a:cubicBezTo>
                    <a:cubicBezTo>
                      <a:pt x="110418" y="66740"/>
                      <a:pt x="112995" y="60869"/>
                      <a:pt x="115181" y="55715"/>
                    </a:cubicBezTo>
                    <a:cubicBezTo>
                      <a:pt x="115801" y="54279"/>
                      <a:pt x="115540" y="52355"/>
                      <a:pt x="113648" y="51246"/>
                    </a:cubicBezTo>
                    <a:cubicBezTo>
                      <a:pt x="109211" y="48701"/>
                      <a:pt x="104742" y="46222"/>
                      <a:pt x="100371" y="43548"/>
                    </a:cubicBezTo>
                    <a:cubicBezTo>
                      <a:pt x="100045" y="43352"/>
                      <a:pt x="100045" y="43287"/>
                      <a:pt x="100339" y="42993"/>
                    </a:cubicBezTo>
                    <a:cubicBezTo>
                      <a:pt x="108852" y="34936"/>
                      <a:pt x="123988" y="20453"/>
                      <a:pt x="124738" y="19963"/>
                    </a:cubicBezTo>
                    <a:close/>
                    <a:moveTo>
                      <a:pt x="124892" y="13889"/>
                    </a:moveTo>
                    <a:cubicBezTo>
                      <a:pt x="123203" y="13889"/>
                      <a:pt x="121467" y="14569"/>
                      <a:pt x="120041" y="15918"/>
                    </a:cubicBezTo>
                    <a:cubicBezTo>
                      <a:pt x="112049" y="23552"/>
                      <a:pt x="104123" y="30989"/>
                      <a:pt x="96131" y="38557"/>
                    </a:cubicBezTo>
                    <a:cubicBezTo>
                      <a:pt x="94598" y="40025"/>
                      <a:pt x="93847" y="41982"/>
                      <a:pt x="94043" y="44004"/>
                    </a:cubicBezTo>
                    <a:cubicBezTo>
                      <a:pt x="94271" y="45961"/>
                      <a:pt x="95413" y="47723"/>
                      <a:pt x="97207" y="48799"/>
                    </a:cubicBezTo>
                    <a:cubicBezTo>
                      <a:pt x="101024" y="51083"/>
                      <a:pt x="104840" y="53268"/>
                      <a:pt x="108657" y="55454"/>
                    </a:cubicBezTo>
                    <a:cubicBezTo>
                      <a:pt x="106765" y="59955"/>
                      <a:pt x="104449" y="65305"/>
                      <a:pt x="102589" y="70133"/>
                    </a:cubicBezTo>
                    <a:cubicBezTo>
                      <a:pt x="101383" y="73166"/>
                      <a:pt x="102753" y="76526"/>
                      <a:pt x="105721" y="77961"/>
                    </a:cubicBezTo>
                    <a:cubicBezTo>
                      <a:pt x="106599" y="78394"/>
                      <a:pt x="107528" y="78630"/>
                      <a:pt x="108477" y="78630"/>
                    </a:cubicBezTo>
                    <a:cubicBezTo>
                      <a:pt x="110032" y="78630"/>
                      <a:pt x="111639" y="77997"/>
                      <a:pt x="113158" y="76559"/>
                    </a:cubicBezTo>
                    <a:cubicBezTo>
                      <a:pt x="120987" y="69187"/>
                      <a:pt x="129273" y="61325"/>
                      <a:pt x="137101" y="53921"/>
                    </a:cubicBezTo>
                    <a:cubicBezTo>
                      <a:pt x="138667" y="52420"/>
                      <a:pt x="139417" y="50430"/>
                      <a:pt x="139156" y="48440"/>
                    </a:cubicBezTo>
                    <a:cubicBezTo>
                      <a:pt x="138928" y="46418"/>
                      <a:pt x="137721" y="44624"/>
                      <a:pt x="135796" y="43548"/>
                    </a:cubicBezTo>
                    <a:cubicBezTo>
                      <a:pt x="132078" y="41395"/>
                      <a:pt x="128327" y="39209"/>
                      <a:pt x="124575" y="37056"/>
                    </a:cubicBezTo>
                    <a:cubicBezTo>
                      <a:pt x="126630" y="32228"/>
                      <a:pt x="128718" y="27303"/>
                      <a:pt x="130643" y="22345"/>
                    </a:cubicBezTo>
                    <a:cubicBezTo>
                      <a:pt x="131393" y="20453"/>
                      <a:pt x="131132" y="18300"/>
                      <a:pt x="129990" y="16604"/>
                    </a:cubicBezTo>
                    <a:cubicBezTo>
                      <a:pt x="128716" y="14789"/>
                      <a:pt x="126835" y="13889"/>
                      <a:pt x="124892" y="13889"/>
                    </a:cubicBezTo>
                    <a:close/>
                    <a:moveTo>
                      <a:pt x="116616" y="6100"/>
                    </a:moveTo>
                    <a:cubicBezTo>
                      <a:pt x="138732" y="6100"/>
                      <a:pt x="156738" y="24106"/>
                      <a:pt x="156738" y="46222"/>
                    </a:cubicBezTo>
                    <a:cubicBezTo>
                      <a:pt x="156738" y="68371"/>
                      <a:pt x="138732" y="86345"/>
                      <a:pt x="116616" y="86345"/>
                    </a:cubicBezTo>
                    <a:cubicBezTo>
                      <a:pt x="94500" y="86345"/>
                      <a:pt x="76494" y="68371"/>
                      <a:pt x="76494" y="46222"/>
                    </a:cubicBezTo>
                    <a:cubicBezTo>
                      <a:pt x="76494" y="24106"/>
                      <a:pt x="94500" y="6100"/>
                      <a:pt x="116616" y="6100"/>
                    </a:cubicBezTo>
                    <a:close/>
                    <a:moveTo>
                      <a:pt x="143136" y="85138"/>
                    </a:moveTo>
                    <a:cubicBezTo>
                      <a:pt x="148942" y="85138"/>
                      <a:pt x="154325" y="87552"/>
                      <a:pt x="158435" y="91694"/>
                    </a:cubicBezTo>
                    <a:cubicBezTo>
                      <a:pt x="162284" y="95576"/>
                      <a:pt x="164437" y="100698"/>
                      <a:pt x="164535" y="106145"/>
                    </a:cubicBezTo>
                    <a:lnTo>
                      <a:pt x="70589" y="106145"/>
                    </a:lnTo>
                    <a:cubicBezTo>
                      <a:pt x="71438" y="100632"/>
                      <a:pt x="74439" y="95576"/>
                      <a:pt x="79005" y="92216"/>
                    </a:cubicBezTo>
                    <a:cubicBezTo>
                      <a:pt x="82789" y="89444"/>
                      <a:pt x="87519" y="86182"/>
                      <a:pt x="92119" y="85431"/>
                    </a:cubicBezTo>
                    <a:cubicBezTo>
                      <a:pt x="99230" y="89900"/>
                      <a:pt x="107613" y="92477"/>
                      <a:pt x="116616" y="92477"/>
                    </a:cubicBezTo>
                    <a:cubicBezTo>
                      <a:pt x="125815" y="92477"/>
                      <a:pt x="134361" y="89770"/>
                      <a:pt x="141570" y="85138"/>
                    </a:cubicBezTo>
                    <a:close/>
                    <a:moveTo>
                      <a:pt x="164274" y="112278"/>
                    </a:moveTo>
                    <a:cubicBezTo>
                      <a:pt x="163654" y="115898"/>
                      <a:pt x="161990" y="119226"/>
                      <a:pt x="159381" y="121900"/>
                    </a:cubicBezTo>
                    <a:lnTo>
                      <a:pt x="146300" y="135307"/>
                    </a:lnTo>
                    <a:cubicBezTo>
                      <a:pt x="143430" y="138276"/>
                      <a:pt x="139417" y="139972"/>
                      <a:pt x="135307" y="139972"/>
                    </a:cubicBezTo>
                    <a:lnTo>
                      <a:pt x="96685" y="139972"/>
                    </a:lnTo>
                    <a:cubicBezTo>
                      <a:pt x="92086" y="139972"/>
                      <a:pt x="87747" y="137917"/>
                      <a:pt x="84812" y="134329"/>
                    </a:cubicBezTo>
                    <a:lnTo>
                      <a:pt x="74504" y="121803"/>
                    </a:lnTo>
                    <a:cubicBezTo>
                      <a:pt x="72286" y="119095"/>
                      <a:pt x="70883" y="115768"/>
                      <a:pt x="70492" y="112278"/>
                    </a:cubicBezTo>
                    <a:close/>
                    <a:moveTo>
                      <a:pt x="15103" y="133937"/>
                    </a:moveTo>
                    <a:lnTo>
                      <a:pt x="15103" y="146952"/>
                    </a:lnTo>
                    <a:cubicBezTo>
                      <a:pt x="15103" y="148453"/>
                      <a:pt x="13863" y="149693"/>
                      <a:pt x="12363" y="149693"/>
                    </a:cubicBezTo>
                    <a:lnTo>
                      <a:pt x="6133" y="149693"/>
                    </a:lnTo>
                    <a:lnTo>
                      <a:pt x="6133" y="141864"/>
                    </a:lnTo>
                    <a:cubicBezTo>
                      <a:pt x="6133" y="139515"/>
                      <a:pt x="7470" y="137362"/>
                      <a:pt x="9590" y="136416"/>
                    </a:cubicBezTo>
                    <a:lnTo>
                      <a:pt x="15103" y="133937"/>
                    </a:lnTo>
                    <a:close/>
                    <a:moveTo>
                      <a:pt x="47299" y="97664"/>
                    </a:moveTo>
                    <a:lnTo>
                      <a:pt x="55910" y="130871"/>
                    </a:lnTo>
                    <a:cubicBezTo>
                      <a:pt x="57215" y="135796"/>
                      <a:pt x="55878" y="140950"/>
                      <a:pt x="52420" y="144702"/>
                    </a:cubicBezTo>
                    <a:lnTo>
                      <a:pt x="47755" y="149725"/>
                    </a:lnTo>
                    <a:cubicBezTo>
                      <a:pt x="38100" y="150149"/>
                      <a:pt x="29651" y="155238"/>
                      <a:pt x="24563" y="162806"/>
                    </a:cubicBezTo>
                    <a:lnTo>
                      <a:pt x="6133" y="162806"/>
                    </a:lnTo>
                    <a:lnTo>
                      <a:pt x="6133" y="155792"/>
                    </a:lnTo>
                    <a:lnTo>
                      <a:pt x="12363" y="155792"/>
                    </a:lnTo>
                    <a:cubicBezTo>
                      <a:pt x="17223" y="155792"/>
                      <a:pt x="21203" y="151813"/>
                      <a:pt x="21203" y="146952"/>
                    </a:cubicBezTo>
                    <a:lnTo>
                      <a:pt x="21203" y="129077"/>
                    </a:lnTo>
                    <a:cubicBezTo>
                      <a:pt x="22345" y="127381"/>
                      <a:pt x="23030" y="125358"/>
                      <a:pt x="23160" y="123205"/>
                    </a:cubicBezTo>
                    <a:lnTo>
                      <a:pt x="23519" y="117725"/>
                    </a:lnTo>
                    <a:cubicBezTo>
                      <a:pt x="23617" y="115964"/>
                      <a:pt x="24498" y="114333"/>
                      <a:pt x="25933" y="113289"/>
                    </a:cubicBezTo>
                    <a:lnTo>
                      <a:pt x="47299" y="97664"/>
                    </a:lnTo>
                    <a:close/>
                    <a:moveTo>
                      <a:pt x="21431" y="168906"/>
                    </a:moveTo>
                    <a:cubicBezTo>
                      <a:pt x="20681" y="170928"/>
                      <a:pt x="20159" y="173048"/>
                      <a:pt x="19833" y="175267"/>
                    </a:cubicBezTo>
                    <a:lnTo>
                      <a:pt x="11613" y="175267"/>
                    </a:lnTo>
                    <a:cubicBezTo>
                      <a:pt x="8579" y="175267"/>
                      <a:pt x="6100" y="172755"/>
                      <a:pt x="6100" y="169689"/>
                    </a:cubicBezTo>
                    <a:lnTo>
                      <a:pt x="6100" y="168906"/>
                    </a:lnTo>
                    <a:close/>
                    <a:moveTo>
                      <a:pt x="202635" y="168906"/>
                    </a:moveTo>
                    <a:lnTo>
                      <a:pt x="202635" y="169689"/>
                    </a:lnTo>
                    <a:cubicBezTo>
                      <a:pt x="202635" y="172755"/>
                      <a:pt x="200188" y="175267"/>
                      <a:pt x="197154" y="175267"/>
                    </a:cubicBezTo>
                    <a:lnTo>
                      <a:pt x="191381" y="175267"/>
                    </a:lnTo>
                    <a:cubicBezTo>
                      <a:pt x="191055" y="173048"/>
                      <a:pt x="190533" y="170928"/>
                      <a:pt x="189782" y="168906"/>
                    </a:cubicBezTo>
                    <a:close/>
                    <a:moveTo>
                      <a:pt x="49126" y="172102"/>
                    </a:moveTo>
                    <a:cubicBezTo>
                      <a:pt x="53040" y="172102"/>
                      <a:pt x="56237" y="175299"/>
                      <a:pt x="56237" y="179214"/>
                    </a:cubicBezTo>
                    <a:cubicBezTo>
                      <a:pt x="56237" y="183161"/>
                      <a:pt x="53040" y="186325"/>
                      <a:pt x="49126" y="186325"/>
                    </a:cubicBezTo>
                    <a:cubicBezTo>
                      <a:pt x="45179" y="186325"/>
                      <a:pt x="41982" y="183161"/>
                      <a:pt x="41982" y="179214"/>
                    </a:cubicBezTo>
                    <a:cubicBezTo>
                      <a:pt x="41982" y="175299"/>
                      <a:pt x="45179" y="172102"/>
                      <a:pt x="49126" y="172102"/>
                    </a:cubicBezTo>
                    <a:close/>
                    <a:moveTo>
                      <a:pt x="162088" y="172102"/>
                    </a:moveTo>
                    <a:cubicBezTo>
                      <a:pt x="166035" y="172102"/>
                      <a:pt x="169232" y="175299"/>
                      <a:pt x="169232" y="179214"/>
                    </a:cubicBezTo>
                    <a:cubicBezTo>
                      <a:pt x="169232" y="183161"/>
                      <a:pt x="166035" y="186325"/>
                      <a:pt x="162088" y="186325"/>
                    </a:cubicBezTo>
                    <a:cubicBezTo>
                      <a:pt x="158174" y="186325"/>
                      <a:pt x="154977" y="183161"/>
                      <a:pt x="154977" y="179214"/>
                    </a:cubicBezTo>
                    <a:cubicBezTo>
                      <a:pt x="154977" y="175299"/>
                      <a:pt x="158174" y="172102"/>
                      <a:pt x="162088" y="172102"/>
                    </a:cubicBezTo>
                    <a:close/>
                    <a:moveTo>
                      <a:pt x="52159" y="156021"/>
                    </a:moveTo>
                    <a:cubicBezTo>
                      <a:pt x="63641" y="157521"/>
                      <a:pt x="72547" y="167340"/>
                      <a:pt x="72547" y="179214"/>
                    </a:cubicBezTo>
                    <a:cubicBezTo>
                      <a:pt x="72547" y="182410"/>
                      <a:pt x="71894" y="185444"/>
                      <a:pt x="70752" y="188217"/>
                    </a:cubicBezTo>
                    <a:lnTo>
                      <a:pt x="61782" y="183030"/>
                    </a:lnTo>
                    <a:cubicBezTo>
                      <a:pt x="62141" y="181823"/>
                      <a:pt x="62337" y="180551"/>
                      <a:pt x="62337" y="179214"/>
                    </a:cubicBezTo>
                    <a:cubicBezTo>
                      <a:pt x="62337" y="172983"/>
                      <a:pt x="57998" y="167731"/>
                      <a:pt x="52159" y="166361"/>
                    </a:cubicBezTo>
                    <a:lnTo>
                      <a:pt x="52159" y="156021"/>
                    </a:lnTo>
                    <a:close/>
                    <a:moveTo>
                      <a:pt x="165154" y="156021"/>
                    </a:moveTo>
                    <a:cubicBezTo>
                      <a:pt x="176637" y="157521"/>
                      <a:pt x="185542" y="167340"/>
                      <a:pt x="185542" y="179214"/>
                    </a:cubicBezTo>
                    <a:cubicBezTo>
                      <a:pt x="185542" y="182410"/>
                      <a:pt x="184889" y="185444"/>
                      <a:pt x="183748" y="188217"/>
                    </a:cubicBezTo>
                    <a:lnTo>
                      <a:pt x="174777" y="183030"/>
                    </a:lnTo>
                    <a:cubicBezTo>
                      <a:pt x="175136" y="181823"/>
                      <a:pt x="175332" y="180551"/>
                      <a:pt x="175332" y="179214"/>
                    </a:cubicBezTo>
                    <a:cubicBezTo>
                      <a:pt x="175332" y="172983"/>
                      <a:pt x="170993" y="167731"/>
                      <a:pt x="165154" y="166361"/>
                    </a:cubicBezTo>
                    <a:lnTo>
                      <a:pt x="165154" y="156021"/>
                    </a:lnTo>
                    <a:close/>
                    <a:moveTo>
                      <a:pt x="46059" y="156021"/>
                    </a:moveTo>
                    <a:lnTo>
                      <a:pt x="46059" y="166361"/>
                    </a:lnTo>
                    <a:cubicBezTo>
                      <a:pt x="40220" y="167731"/>
                      <a:pt x="35882" y="172983"/>
                      <a:pt x="35882" y="179214"/>
                    </a:cubicBezTo>
                    <a:cubicBezTo>
                      <a:pt x="35882" y="180747"/>
                      <a:pt x="36143" y="182182"/>
                      <a:pt x="36599" y="183552"/>
                    </a:cubicBezTo>
                    <a:lnTo>
                      <a:pt x="27694" y="188706"/>
                    </a:lnTo>
                    <a:cubicBezTo>
                      <a:pt x="26422" y="185803"/>
                      <a:pt x="25704" y="182606"/>
                      <a:pt x="25704" y="179214"/>
                    </a:cubicBezTo>
                    <a:cubicBezTo>
                      <a:pt x="25704" y="167340"/>
                      <a:pt x="34577" y="157521"/>
                      <a:pt x="46059" y="156021"/>
                    </a:cubicBezTo>
                    <a:close/>
                    <a:moveTo>
                      <a:pt x="159054" y="156021"/>
                    </a:moveTo>
                    <a:lnTo>
                      <a:pt x="159054" y="166361"/>
                    </a:lnTo>
                    <a:cubicBezTo>
                      <a:pt x="153216" y="167731"/>
                      <a:pt x="148877" y="172983"/>
                      <a:pt x="148877" y="179214"/>
                    </a:cubicBezTo>
                    <a:cubicBezTo>
                      <a:pt x="148877" y="180747"/>
                      <a:pt x="149138" y="182182"/>
                      <a:pt x="149595" y="183552"/>
                    </a:cubicBezTo>
                    <a:lnTo>
                      <a:pt x="140689" y="188706"/>
                    </a:lnTo>
                    <a:cubicBezTo>
                      <a:pt x="139385" y="185803"/>
                      <a:pt x="138667" y="182606"/>
                      <a:pt x="138667" y="179214"/>
                    </a:cubicBezTo>
                    <a:cubicBezTo>
                      <a:pt x="138667" y="167340"/>
                      <a:pt x="147572" y="157521"/>
                      <a:pt x="159054" y="156021"/>
                    </a:cubicBezTo>
                    <a:close/>
                    <a:moveTo>
                      <a:pt x="58716" y="188314"/>
                    </a:moveTo>
                    <a:lnTo>
                      <a:pt x="67654" y="193501"/>
                    </a:lnTo>
                    <a:cubicBezTo>
                      <a:pt x="63380" y="199046"/>
                      <a:pt x="56661" y="202635"/>
                      <a:pt x="49126" y="202635"/>
                    </a:cubicBezTo>
                    <a:cubicBezTo>
                      <a:pt x="41753" y="202635"/>
                      <a:pt x="35164" y="199242"/>
                      <a:pt x="30891" y="193925"/>
                    </a:cubicBezTo>
                    <a:lnTo>
                      <a:pt x="39894" y="188706"/>
                    </a:lnTo>
                    <a:cubicBezTo>
                      <a:pt x="42275" y="191022"/>
                      <a:pt x="45537" y="192457"/>
                      <a:pt x="49126" y="192457"/>
                    </a:cubicBezTo>
                    <a:cubicBezTo>
                      <a:pt x="52877" y="192457"/>
                      <a:pt x="56302" y="190859"/>
                      <a:pt x="58716" y="188314"/>
                    </a:cubicBezTo>
                    <a:close/>
                    <a:moveTo>
                      <a:pt x="171678" y="188314"/>
                    </a:moveTo>
                    <a:lnTo>
                      <a:pt x="180649" y="193501"/>
                    </a:lnTo>
                    <a:cubicBezTo>
                      <a:pt x="176376" y="199046"/>
                      <a:pt x="169656" y="202635"/>
                      <a:pt x="162088" y="202635"/>
                    </a:cubicBezTo>
                    <a:cubicBezTo>
                      <a:pt x="154749" y="202635"/>
                      <a:pt x="148159" y="199242"/>
                      <a:pt x="143886" y="193925"/>
                    </a:cubicBezTo>
                    <a:lnTo>
                      <a:pt x="152889" y="188706"/>
                    </a:lnTo>
                    <a:cubicBezTo>
                      <a:pt x="155271" y="191022"/>
                      <a:pt x="158533" y="192457"/>
                      <a:pt x="162088" y="192457"/>
                    </a:cubicBezTo>
                    <a:cubicBezTo>
                      <a:pt x="165872" y="192457"/>
                      <a:pt x="169297" y="190859"/>
                      <a:pt x="171678" y="188314"/>
                    </a:cubicBezTo>
                    <a:close/>
                    <a:moveTo>
                      <a:pt x="116616" y="0"/>
                    </a:moveTo>
                    <a:cubicBezTo>
                      <a:pt x="91107" y="0"/>
                      <a:pt x="70394" y="20746"/>
                      <a:pt x="70394" y="46222"/>
                    </a:cubicBezTo>
                    <a:cubicBezTo>
                      <a:pt x="70394" y="59955"/>
                      <a:pt x="76396" y="72318"/>
                      <a:pt x="85953" y="80799"/>
                    </a:cubicBezTo>
                    <a:cubicBezTo>
                      <a:pt x="82496" y="82072"/>
                      <a:pt x="78451" y="85040"/>
                      <a:pt x="75385" y="87291"/>
                    </a:cubicBezTo>
                    <a:cubicBezTo>
                      <a:pt x="63609" y="95902"/>
                      <a:pt x="60347" y="114170"/>
                      <a:pt x="69774" y="125684"/>
                    </a:cubicBezTo>
                    <a:lnTo>
                      <a:pt x="80082" y="138210"/>
                    </a:lnTo>
                    <a:cubicBezTo>
                      <a:pt x="84192" y="143201"/>
                      <a:pt x="90227" y="146072"/>
                      <a:pt x="96685" y="146072"/>
                    </a:cubicBezTo>
                    <a:lnTo>
                      <a:pt x="135307" y="146072"/>
                    </a:lnTo>
                    <a:cubicBezTo>
                      <a:pt x="141048" y="146072"/>
                      <a:pt x="146659" y="143723"/>
                      <a:pt x="150671" y="139580"/>
                    </a:cubicBezTo>
                    <a:lnTo>
                      <a:pt x="163752" y="126174"/>
                    </a:lnTo>
                    <a:cubicBezTo>
                      <a:pt x="168906" y="120922"/>
                      <a:pt x="170667" y="113811"/>
                      <a:pt x="170667" y="106504"/>
                    </a:cubicBezTo>
                    <a:cubicBezTo>
                      <a:pt x="170667" y="99295"/>
                      <a:pt x="167862" y="92510"/>
                      <a:pt x="162773" y="87389"/>
                    </a:cubicBezTo>
                    <a:cubicBezTo>
                      <a:pt x="158859" y="83442"/>
                      <a:pt x="153933" y="80669"/>
                      <a:pt x="148616" y="79560"/>
                    </a:cubicBezTo>
                    <a:cubicBezTo>
                      <a:pt x="150802" y="77472"/>
                      <a:pt x="152791" y="75156"/>
                      <a:pt x="154520" y="72677"/>
                    </a:cubicBezTo>
                    <a:cubicBezTo>
                      <a:pt x="159674" y="74439"/>
                      <a:pt x="164371" y="77374"/>
                      <a:pt x="168253" y="81256"/>
                    </a:cubicBezTo>
                    <a:lnTo>
                      <a:pt x="175495" y="88596"/>
                    </a:lnTo>
                    <a:cubicBezTo>
                      <a:pt x="177844" y="90944"/>
                      <a:pt x="181073" y="92314"/>
                      <a:pt x="184400" y="92314"/>
                    </a:cubicBezTo>
                    <a:lnTo>
                      <a:pt x="186423" y="92314"/>
                    </a:lnTo>
                    <a:cubicBezTo>
                      <a:pt x="188804" y="92314"/>
                      <a:pt x="190891" y="93847"/>
                      <a:pt x="191642" y="96131"/>
                    </a:cubicBezTo>
                    <a:lnTo>
                      <a:pt x="195165" y="106961"/>
                    </a:lnTo>
                    <a:cubicBezTo>
                      <a:pt x="195817" y="108983"/>
                      <a:pt x="195328" y="111168"/>
                      <a:pt x="193827" y="112636"/>
                    </a:cubicBezTo>
                    <a:lnTo>
                      <a:pt x="190891" y="115637"/>
                    </a:lnTo>
                    <a:cubicBezTo>
                      <a:pt x="187629" y="118899"/>
                      <a:pt x="187629" y="124249"/>
                      <a:pt x="190891" y="127511"/>
                    </a:cubicBezTo>
                    <a:lnTo>
                      <a:pt x="199046" y="135764"/>
                    </a:lnTo>
                    <a:cubicBezTo>
                      <a:pt x="201362" y="138113"/>
                      <a:pt x="202667" y="141211"/>
                      <a:pt x="202667" y="144539"/>
                    </a:cubicBezTo>
                    <a:lnTo>
                      <a:pt x="202667" y="162806"/>
                    </a:lnTo>
                    <a:lnTo>
                      <a:pt x="186651" y="162806"/>
                    </a:lnTo>
                    <a:cubicBezTo>
                      <a:pt x="181334" y="154879"/>
                      <a:pt x="172298" y="149693"/>
                      <a:pt x="162088" y="149693"/>
                    </a:cubicBezTo>
                    <a:cubicBezTo>
                      <a:pt x="147148" y="149693"/>
                      <a:pt x="134785" y="160849"/>
                      <a:pt x="132828" y="175267"/>
                    </a:cubicBezTo>
                    <a:lnTo>
                      <a:pt x="78386" y="175267"/>
                    </a:lnTo>
                    <a:cubicBezTo>
                      <a:pt x="78092" y="173048"/>
                      <a:pt x="77537" y="170928"/>
                      <a:pt x="76787" y="168906"/>
                    </a:cubicBezTo>
                    <a:lnTo>
                      <a:pt x="125228" y="168906"/>
                    </a:lnTo>
                    <a:cubicBezTo>
                      <a:pt x="126924" y="168906"/>
                      <a:pt x="128294" y="167536"/>
                      <a:pt x="128294" y="165839"/>
                    </a:cubicBezTo>
                    <a:cubicBezTo>
                      <a:pt x="128294" y="164176"/>
                      <a:pt x="126924" y="162806"/>
                      <a:pt x="125228" y="162806"/>
                    </a:cubicBezTo>
                    <a:lnTo>
                      <a:pt x="73656" y="162806"/>
                    </a:lnTo>
                    <a:cubicBezTo>
                      <a:pt x="69480" y="156575"/>
                      <a:pt x="63022" y="152041"/>
                      <a:pt x="55486" y="150378"/>
                    </a:cubicBezTo>
                    <a:lnTo>
                      <a:pt x="56889" y="148844"/>
                    </a:lnTo>
                    <a:cubicBezTo>
                      <a:pt x="61815" y="143593"/>
                      <a:pt x="63641" y="136286"/>
                      <a:pt x="61847" y="129338"/>
                    </a:cubicBezTo>
                    <a:lnTo>
                      <a:pt x="52583" y="93782"/>
                    </a:lnTo>
                    <a:lnTo>
                      <a:pt x="72220" y="79462"/>
                    </a:lnTo>
                    <a:cubicBezTo>
                      <a:pt x="73590" y="78451"/>
                      <a:pt x="73884" y="76526"/>
                      <a:pt x="72873" y="75189"/>
                    </a:cubicBezTo>
                    <a:cubicBezTo>
                      <a:pt x="72282" y="74362"/>
                      <a:pt x="71348" y="73928"/>
                      <a:pt x="70398" y="73928"/>
                    </a:cubicBezTo>
                    <a:cubicBezTo>
                      <a:pt x="69774" y="73928"/>
                      <a:pt x="69143" y="74116"/>
                      <a:pt x="68600" y="74504"/>
                    </a:cubicBezTo>
                    <a:lnTo>
                      <a:pt x="47299" y="90096"/>
                    </a:lnTo>
                    <a:cubicBezTo>
                      <a:pt x="47299" y="90096"/>
                      <a:pt x="47266" y="90129"/>
                      <a:pt x="47234" y="90129"/>
                    </a:cubicBezTo>
                    <a:lnTo>
                      <a:pt x="22345" y="108331"/>
                    </a:lnTo>
                    <a:cubicBezTo>
                      <a:pt x="19441" y="110451"/>
                      <a:pt x="17647" y="113745"/>
                      <a:pt x="17419" y="117366"/>
                    </a:cubicBezTo>
                    <a:lnTo>
                      <a:pt x="17060" y="122846"/>
                    </a:lnTo>
                    <a:cubicBezTo>
                      <a:pt x="16995" y="124053"/>
                      <a:pt x="16538" y="125195"/>
                      <a:pt x="15821" y="126141"/>
                    </a:cubicBezTo>
                    <a:cubicBezTo>
                      <a:pt x="15788" y="126174"/>
                      <a:pt x="15788" y="126206"/>
                      <a:pt x="15755" y="126206"/>
                    </a:cubicBezTo>
                    <a:cubicBezTo>
                      <a:pt x="15168" y="126924"/>
                      <a:pt x="14451" y="127511"/>
                      <a:pt x="13570" y="127902"/>
                    </a:cubicBezTo>
                    <a:lnTo>
                      <a:pt x="7079" y="130838"/>
                    </a:lnTo>
                    <a:cubicBezTo>
                      <a:pt x="2773" y="132763"/>
                      <a:pt x="0" y="137101"/>
                      <a:pt x="0" y="141864"/>
                    </a:cubicBezTo>
                    <a:lnTo>
                      <a:pt x="0" y="169689"/>
                    </a:lnTo>
                    <a:cubicBezTo>
                      <a:pt x="0" y="176147"/>
                      <a:pt x="5219" y="181366"/>
                      <a:pt x="11613" y="181366"/>
                    </a:cubicBezTo>
                    <a:lnTo>
                      <a:pt x="19637" y="181366"/>
                    </a:lnTo>
                    <a:cubicBezTo>
                      <a:pt x="20681" y="196502"/>
                      <a:pt x="33892" y="208767"/>
                      <a:pt x="49126" y="208767"/>
                    </a:cubicBezTo>
                    <a:cubicBezTo>
                      <a:pt x="64750" y="208767"/>
                      <a:pt x="77472" y="196502"/>
                      <a:pt x="78581" y="181366"/>
                    </a:cubicBezTo>
                    <a:lnTo>
                      <a:pt x="132632" y="181366"/>
                    </a:lnTo>
                    <a:cubicBezTo>
                      <a:pt x="133709" y="196567"/>
                      <a:pt x="146431" y="208767"/>
                      <a:pt x="162088" y="208767"/>
                    </a:cubicBezTo>
                    <a:cubicBezTo>
                      <a:pt x="177387" y="208767"/>
                      <a:pt x="190533" y="196437"/>
                      <a:pt x="191576" y="181366"/>
                    </a:cubicBezTo>
                    <a:lnTo>
                      <a:pt x="197154" y="181366"/>
                    </a:lnTo>
                    <a:cubicBezTo>
                      <a:pt x="203548" y="181366"/>
                      <a:pt x="208767" y="176147"/>
                      <a:pt x="208767" y="169689"/>
                    </a:cubicBezTo>
                    <a:lnTo>
                      <a:pt x="208767" y="144539"/>
                    </a:lnTo>
                    <a:cubicBezTo>
                      <a:pt x="208767" y="139613"/>
                      <a:pt x="206875" y="134948"/>
                      <a:pt x="203417" y="131458"/>
                    </a:cubicBezTo>
                    <a:lnTo>
                      <a:pt x="195230" y="123205"/>
                    </a:lnTo>
                    <a:cubicBezTo>
                      <a:pt x="194317" y="122324"/>
                      <a:pt x="194317" y="120824"/>
                      <a:pt x="195230" y="119943"/>
                    </a:cubicBezTo>
                    <a:lnTo>
                      <a:pt x="198166" y="116942"/>
                    </a:lnTo>
                    <a:cubicBezTo>
                      <a:pt x="201265" y="113811"/>
                      <a:pt x="202341" y="109277"/>
                      <a:pt x="200971" y="105069"/>
                    </a:cubicBezTo>
                    <a:lnTo>
                      <a:pt x="197448" y="94239"/>
                    </a:lnTo>
                    <a:cubicBezTo>
                      <a:pt x="195882" y="89411"/>
                      <a:pt x="191446" y="86182"/>
                      <a:pt x="186423" y="86182"/>
                    </a:cubicBezTo>
                    <a:lnTo>
                      <a:pt x="184400" y="86182"/>
                    </a:lnTo>
                    <a:cubicBezTo>
                      <a:pt x="182671" y="86182"/>
                      <a:pt x="181040" y="85529"/>
                      <a:pt x="179833" y="84290"/>
                    </a:cubicBezTo>
                    <a:lnTo>
                      <a:pt x="172592" y="76983"/>
                    </a:lnTo>
                    <a:cubicBezTo>
                      <a:pt x="168384" y="72710"/>
                      <a:pt x="163295" y="69448"/>
                      <a:pt x="157750" y="67327"/>
                    </a:cubicBezTo>
                    <a:cubicBezTo>
                      <a:pt x="161012" y="60999"/>
                      <a:pt x="162838" y="53823"/>
                      <a:pt x="162838" y="46222"/>
                    </a:cubicBezTo>
                    <a:cubicBezTo>
                      <a:pt x="162838" y="20746"/>
                      <a:pt x="142125" y="0"/>
                      <a:pt x="116616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1436" name="Google Shape;1436;p68"/>
          <p:cNvCxnSpPr/>
          <p:nvPr/>
        </p:nvCxnSpPr>
        <p:spPr>
          <a:xfrm rot="10800000">
            <a:off x="2247575" y="2001338"/>
            <a:ext cx="11358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2" name="Google Shape;1442;p69"/>
          <p:cNvSpPr txBox="1">
            <a:spLocks noGrp="1"/>
          </p:cNvSpPr>
          <p:nvPr>
            <p:ph type="title"/>
          </p:nvPr>
        </p:nvSpPr>
        <p:spPr>
          <a:xfrm>
            <a:off x="713250" y="4174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ANSOFF GROWTH MATRIX</a:t>
            </a:r>
            <a:endParaRPr/>
          </a:p>
        </p:txBody>
      </p:sp>
      <p:sp>
        <p:nvSpPr>
          <p:cNvPr id="1443" name="Google Shape;1443;p69"/>
          <p:cNvSpPr txBox="1">
            <a:spLocks noGrp="1"/>
          </p:cNvSpPr>
          <p:nvPr>
            <p:ph type="body" idx="1"/>
          </p:nvPr>
        </p:nvSpPr>
        <p:spPr>
          <a:xfrm>
            <a:off x="4081050" y="1759375"/>
            <a:ext cx="4349700" cy="2020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 you know what helps you make your point clear? Lists like this one:</a:t>
            </a:r>
            <a:endParaRPr/>
          </a:p>
          <a:p>
            <a:pPr marL="457200" lvl="0" indent="-31750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●"/>
            </a:pPr>
            <a:r>
              <a:rPr lang="en"/>
              <a:t>They’re simple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●"/>
            </a:pPr>
            <a:r>
              <a:rPr lang="en"/>
              <a:t>You can organize your ideas clearly</a:t>
            </a:r>
            <a:endParaRPr/>
          </a:p>
          <a:p>
            <a:pPr marL="457200" lvl="0" indent="-31750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ctor"/>
              <a:buChar char="●"/>
            </a:pPr>
            <a:r>
              <a:rPr lang="en"/>
              <a:t>You’ll never forget to buy milk!</a:t>
            </a:r>
            <a:endParaRPr/>
          </a:p>
          <a:p>
            <a:pPr marL="0" lvl="0" indent="0" algn="l" rtl="0"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And the most important thing: the audience won’t miss the point of your presentation</a:t>
            </a:r>
            <a:endParaRPr b="1"/>
          </a:p>
        </p:txBody>
      </p:sp>
      <p:grpSp>
        <p:nvGrpSpPr>
          <p:cNvPr id="1444" name="Google Shape;1444;p69"/>
          <p:cNvGrpSpPr/>
          <p:nvPr/>
        </p:nvGrpSpPr>
        <p:grpSpPr>
          <a:xfrm rot="1559413">
            <a:off x="801521" y="2587787"/>
            <a:ext cx="1461628" cy="1584705"/>
            <a:chOff x="1047200" y="1432975"/>
            <a:chExt cx="2465400" cy="2673000"/>
          </a:xfrm>
        </p:grpSpPr>
        <p:sp>
          <p:nvSpPr>
            <p:cNvPr id="1445" name="Google Shape;1445;p69"/>
            <p:cNvSpPr/>
            <p:nvPr/>
          </p:nvSpPr>
          <p:spPr>
            <a:xfrm>
              <a:off x="1047200" y="1432975"/>
              <a:ext cx="2465400" cy="2673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/>
                <a:t>V</a:t>
              </a:r>
              <a:endParaRPr/>
            </a:p>
          </p:txBody>
        </p:sp>
        <p:grpSp>
          <p:nvGrpSpPr>
            <p:cNvPr id="1446" name="Google Shape;1446;p69"/>
            <p:cNvGrpSpPr/>
            <p:nvPr/>
          </p:nvGrpSpPr>
          <p:grpSpPr>
            <a:xfrm>
              <a:off x="1270238" y="1759828"/>
              <a:ext cx="2019308" cy="2019308"/>
              <a:chOff x="1190625" y="238125"/>
              <a:chExt cx="5219200" cy="5219200"/>
            </a:xfrm>
          </p:grpSpPr>
          <p:sp>
            <p:nvSpPr>
              <p:cNvPr id="1447" name="Google Shape;1447;p69"/>
              <p:cNvSpPr/>
              <p:nvPr/>
            </p:nvSpPr>
            <p:spPr>
              <a:xfrm>
                <a:off x="5777775" y="314775"/>
                <a:ext cx="402875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16115" h="12233" extrusionOk="0">
                    <a:moveTo>
                      <a:pt x="2447" y="0"/>
                    </a:moveTo>
                    <a:cubicBezTo>
                      <a:pt x="1077" y="0"/>
                      <a:pt x="1" y="1077"/>
                      <a:pt x="1" y="2447"/>
                    </a:cubicBezTo>
                    <a:lnTo>
                      <a:pt x="1" y="12233"/>
                    </a:lnTo>
                    <a:lnTo>
                      <a:pt x="16115" y="12233"/>
                    </a:lnTo>
                    <a:lnTo>
                      <a:pt x="16115" y="2447"/>
                    </a:lnTo>
                    <a:cubicBezTo>
                      <a:pt x="16115" y="1077"/>
                      <a:pt x="15006" y="0"/>
                      <a:pt x="13668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8" name="Google Shape;1448;p69"/>
              <p:cNvSpPr/>
              <p:nvPr/>
            </p:nvSpPr>
            <p:spPr>
              <a:xfrm>
                <a:off x="5624475" y="620575"/>
                <a:ext cx="708675" cy="1076475"/>
              </a:xfrm>
              <a:custGeom>
                <a:avLst/>
                <a:gdLst/>
                <a:ahLst/>
                <a:cxnLst/>
                <a:rect l="l" t="t" r="r" b="b"/>
                <a:pathLst>
                  <a:path w="28347" h="43059" extrusionOk="0">
                    <a:moveTo>
                      <a:pt x="2447" y="1"/>
                    </a:moveTo>
                    <a:cubicBezTo>
                      <a:pt x="1109" y="1"/>
                      <a:pt x="0" y="1077"/>
                      <a:pt x="0" y="2447"/>
                    </a:cubicBezTo>
                    <a:lnTo>
                      <a:pt x="0" y="40612"/>
                    </a:lnTo>
                    <a:cubicBezTo>
                      <a:pt x="0" y="41950"/>
                      <a:pt x="1109" y="43059"/>
                      <a:pt x="2447" y="43059"/>
                    </a:cubicBezTo>
                    <a:lnTo>
                      <a:pt x="25900" y="43059"/>
                    </a:lnTo>
                    <a:cubicBezTo>
                      <a:pt x="27270" y="43059"/>
                      <a:pt x="28347" y="41950"/>
                      <a:pt x="28347" y="40612"/>
                    </a:cubicBezTo>
                    <a:lnTo>
                      <a:pt x="28347" y="2447"/>
                    </a:lnTo>
                    <a:cubicBezTo>
                      <a:pt x="28347" y="1077"/>
                      <a:pt x="27270" y="1"/>
                      <a:pt x="2590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49" name="Google Shape;1449;p69"/>
              <p:cNvSpPr/>
              <p:nvPr/>
            </p:nvSpPr>
            <p:spPr>
              <a:xfrm>
                <a:off x="1267275" y="314775"/>
                <a:ext cx="3139675" cy="5065875"/>
              </a:xfrm>
              <a:custGeom>
                <a:avLst/>
                <a:gdLst/>
                <a:ahLst/>
                <a:cxnLst/>
                <a:rect l="l" t="t" r="r" b="b"/>
                <a:pathLst>
                  <a:path w="125587" h="202635" extrusionOk="0">
                    <a:moveTo>
                      <a:pt x="27010" y="0"/>
                    </a:moveTo>
                    <a:cubicBezTo>
                      <a:pt x="24857" y="0"/>
                      <a:pt x="22769" y="848"/>
                      <a:pt x="21268" y="2382"/>
                    </a:cubicBezTo>
                    <a:lnTo>
                      <a:pt x="2382" y="21268"/>
                    </a:lnTo>
                    <a:cubicBezTo>
                      <a:pt x="848" y="22769"/>
                      <a:pt x="0" y="24857"/>
                      <a:pt x="0" y="27010"/>
                    </a:cubicBezTo>
                    <a:lnTo>
                      <a:pt x="0" y="175626"/>
                    </a:lnTo>
                    <a:cubicBezTo>
                      <a:pt x="0" y="177779"/>
                      <a:pt x="848" y="179866"/>
                      <a:pt x="2382" y="181367"/>
                    </a:cubicBezTo>
                    <a:lnTo>
                      <a:pt x="21268" y="200254"/>
                    </a:lnTo>
                    <a:cubicBezTo>
                      <a:pt x="22769" y="201787"/>
                      <a:pt x="24857" y="202635"/>
                      <a:pt x="27010" y="202635"/>
                    </a:cubicBezTo>
                    <a:lnTo>
                      <a:pt x="98545" y="202635"/>
                    </a:lnTo>
                    <a:cubicBezTo>
                      <a:pt x="100730" y="202635"/>
                      <a:pt x="102785" y="201787"/>
                      <a:pt x="104319" y="200254"/>
                    </a:cubicBezTo>
                    <a:lnTo>
                      <a:pt x="123205" y="181367"/>
                    </a:lnTo>
                    <a:cubicBezTo>
                      <a:pt x="124706" y="179866"/>
                      <a:pt x="125587" y="177779"/>
                      <a:pt x="125587" y="175626"/>
                    </a:cubicBezTo>
                    <a:lnTo>
                      <a:pt x="125587" y="27010"/>
                    </a:lnTo>
                    <a:cubicBezTo>
                      <a:pt x="125587" y="24857"/>
                      <a:pt x="124706" y="22769"/>
                      <a:pt x="123205" y="21268"/>
                    </a:cubicBezTo>
                    <a:lnTo>
                      <a:pt x="104319" y="2382"/>
                    </a:lnTo>
                    <a:cubicBezTo>
                      <a:pt x="102785" y="848"/>
                      <a:pt x="100698" y="0"/>
                      <a:pt x="98545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0" name="Google Shape;1450;p69"/>
              <p:cNvSpPr/>
              <p:nvPr/>
            </p:nvSpPr>
            <p:spPr>
              <a:xfrm>
                <a:off x="1573075" y="620575"/>
                <a:ext cx="2528075" cy="4454275"/>
              </a:xfrm>
              <a:custGeom>
                <a:avLst/>
                <a:gdLst/>
                <a:ahLst/>
                <a:cxnLst/>
                <a:rect l="l" t="t" r="r" b="b"/>
                <a:pathLst>
                  <a:path w="101123" h="178171" extrusionOk="0">
                    <a:moveTo>
                      <a:pt x="19866" y="1"/>
                    </a:moveTo>
                    <a:cubicBezTo>
                      <a:pt x="17681" y="1"/>
                      <a:pt x="15626" y="849"/>
                      <a:pt x="14093" y="2382"/>
                    </a:cubicBezTo>
                    <a:lnTo>
                      <a:pt x="2382" y="14092"/>
                    </a:lnTo>
                    <a:cubicBezTo>
                      <a:pt x="849" y="15626"/>
                      <a:pt x="1" y="17681"/>
                      <a:pt x="1" y="19866"/>
                    </a:cubicBezTo>
                    <a:lnTo>
                      <a:pt x="1" y="158305"/>
                    </a:lnTo>
                    <a:cubicBezTo>
                      <a:pt x="1" y="160490"/>
                      <a:pt x="849" y="162546"/>
                      <a:pt x="2382" y="164079"/>
                    </a:cubicBezTo>
                    <a:lnTo>
                      <a:pt x="14093" y="175789"/>
                    </a:lnTo>
                    <a:cubicBezTo>
                      <a:pt x="15626" y="177322"/>
                      <a:pt x="17681" y="178170"/>
                      <a:pt x="19866" y="178170"/>
                    </a:cubicBezTo>
                    <a:lnTo>
                      <a:pt x="81257" y="178170"/>
                    </a:lnTo>
                    <a:cubicBezTo>
                      <a:pt x="83410" y="178170"/>
                      <a:pt x="85497" y="177322"/>
                      <a:pt x="87031" y="175789"/>
                    </a:cubicBezTo>
                    <a:lnTo>
                      <a:pt x="98741" y="164079"/>
                    </a:lnTo>
                    <a:cubicBezTo>
                      <a:pt x="100242" y="162546"/>
                      <a:pt x="101122" y="160490"/>
                      <a:pt x="101122" y="158305"/>
                    </a:cubicBezTo>
                    <a:lnTo>
                      <a:pt x="101122" y="19866"/>
                    </a:lnTo>
                    <a:cubicBezTo>
                      <a:pt x="101122" y="17681"/>
                      <a:pt x="100242" y="15626"/>
                      <a:pt x="98741" y="14092"/>
                    </a:cubicBezTo>
                    <a:lnTo>
                      <a:pt x="87031" y="2382"/>
                    </a:lnTo>
                    <a:cubicBezTo>
                      <a:pt x="85497" y="849"/>
                      <a:pt x="83410" y="1"/>
                      <a:pt x="81257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1" name="Google Shape;1451;p69"/>
              <p:cNvSpPr/>
              <p:nvPr/>
            </p:nvSpPr>
            <p:spPr>
              <a:xfrm>
                <a:off x="4406925" y="4001625"/>
                <a:ext cx="386575" cy="576575"/>
              </a:xfrm>
              <a:custGeom>
                <a:avLst/>
                <a:gdLst/>
                <a:ahLst/>
                <a:cxnLst/>
                <a:rect l="l" t="t" r="r" b="b"/>
                <a:pathLst>
                  <a:path w="15463" h="23063" extrusionOk="0">
                    <a:moveTo>
                      <a:pt x="1" y="1"/>
                    </a:moveTo>
                    <a:lnTo>
                      <a:pt x="1" y="23063"/>
                    </a:lnTo>
                    <a:lnTo>
                      <a:pt x="13016" y="23063"/>
                    </a:lnTo>
                    <a:cubicBezTo>
                      <a:pt x="14386" y="23063"/>
                      <a:pt x="15463" y="21986"/>
                      <a:pt x="15463" y="20616"/>
                    </a:cubicBezTo>
                    <a:lnTo>
                      <a:pt x="15463" y="2447"/>
                    </a:lnTo>
                    <a:cubicBezTo>
                      <a:pt x="15463" y="1077"/>
                      <a:pt x="14386" y="1"/>
                      <a:pt x="13016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2" name="Google Shape;1452;p69"/>
              <p:cNvSpPr/>
              <p:nvPr/>
            </p:nvSpPr>
            <p:spPr>
              <a:xfrm>
                <a:off x="1190625" y="238125"/>
                <a:ext cx="5219200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08768" extrusionOk="0">
                    <a:moveTo>
                      <a:pt x="196535" y="6133"/>
                    </a:moveTo>
                    <a:lnTo>
                      <a:pt x="196535" y="12232"/>
                    </a:lnTo>
                    <a:lnTo>
                      <a:pt x="186553" y="12232"/>
                    </a:lnTo>
                    <a:lnTo>
                      <a:pt x="186553" y="6133"/>
                    </a:lnTo>
                    <a:close/>
                    <a:moveTo>
                      <a:pt x="37513" y="38198"/>
                    </a:moveTo>
                    <a:lnTo>
                      <a:pt x="37513" y="55160"/>
                    </a:lnTo>
                    <a:lnTo>
                      <a:pt x="18365" y="55160"/>
                    </a:lnTo>
                    <a:lnTo>
                      <a:pt x="18365" y="38198"/>
                    </a:lnTo>
                    <a:close/>
                    <a:moveTo>
                      <a:pt x="62793" y="38198"/>
                    </a:moveTo>
                    <a:lnTo>
                      <a:pt x="62793" y="55160"/>
                    </a:lnTo>
                    <a:lnTo>
                      <a:pt x="43645" y="55160"/>
                    </a:lnTo>
                    <a:lnTo>
                      <a:pt x="43645" y="38198"/>
                    </a:lnTo>
                    <a:close/>
                    <a:moveTo>
                      <a:pt x="88074" y="38198"/>
                    </a:moveTo>
                    <a:lnTo>
                      <a:pt x="88074" y="55160"/>
                    </a:lnTo>
                    <a:lnTo>
                      <a:pt x="68926" y="55160"/>
                    </a:lnTo>
                    <a:lnTo>
                      <a:pt x="68926" y="38198"/>
                    </a:lnTo>
                    <a:close/>
                    <a:moveTo>
                      <a:pt x="113354" y="38198"/>
                    </a:moveTo>
                    <a:lnTo>
                      <a:pt x="113354" y="55160"/>
                    </a:lnTo>
                    <a:lnTo>
                      <a:pt x="94206" y="55160"/>
                    </a:lnTo>
                    <a:lnTo>
                      <a:pt x="94206" y="38198"/>
                    </a:lnTo>
                    <a:close/>
                    <a:moveTo>
                      <a:pt x="202667" y="18365"/>
                    </a:moveTo>
                    <a:lnTo>
                      <a:pt x="202667" y="55291"/>
                    </a:lnTo>
                    <a:lnTo>
                      <a:pt x="180420" y="55291"/>
                    </a:lnTo>
                    <a:lnTo>
                      <a:pt x="180420" y="18365"/>
                    </a:lnTo>
                    <a:close/>
                    <a:moveTo>
                      <a:pt x="37513" y="61293"/>
                    </a:moveTo>
                    <a:lnTo>
                      <a:pt x="37513" y="78255"/>
                    </a:lnTo>
                    <a:lnTo>
                      <a:pt x="18365" y="78255"/>
                    </a:lnTo>
                    <a:lnTo>
                      <a:pt x="18365" y="61293"/>
                    </a:lnTo>
                    <a:close/>
                    <a:moveTo>
                      <a:pt x="62793" y="61293"/>
                    </a:moveTo>
                    <a:lnTo>
                      <a:pt x="62793" y="78255"/>
                    </a:lnTo>
                    <a:lnTo>
                      <a:pt x="43645" y="78255"/>
                    </a:lnTo>
                    <a:lnTo>
                      <a:pt x="43645" y="61293"/>
                    </a:lnTo>
                    <a:close/>
                    <a:moveTo>
                      <a:pt x="88074" y="61293"/>
                    </a:moveTo>
                    <a:lnTo>
                      <a:pt x="88074" y="78255"/>
                    </a:lnTo>
                    <a:lnTo>
                      <a:pt x="68926" y="78255"/>
                    </a:lnTo>
                    <a:lnTo>
                      <a:pt x="68926" y="61293"/>
                    </a:lnTo>
                    <a:close/>
                    <a:moveTo>
                      <a:pt x="113354" y="61293"/>
                    </a:moveTo>
                    <a:lnTo>
                      <a:pt x="113354" y="78255"/>
                    </a:lnTo>
                    <a:lnTo>
                      <a:pt x="94206" y="78255"/>
                    </a:lnTo>
                    <a:lnTo>
                      <a:pt x="94206" y="61293"/>
                    </a:lnTo>
                    <a:close/>
                    <a:moveTo>
                      <a:pt x="37513" y="84355"/>
                    </a:moveTo>
                    <a:lnTo>
                      <a:pt x="37513" y="101317"/>
                    </a:lnTo>
                    <a:lnTo>
                      <a:pt x="18365" y="101317"/>
                    </a:lnTo>
                    <a:lnTo>
                      <a:pt x="18365" y="84355"/>
                    </a:lnTo>
                    <a:close/>
                    <a:moveTo>
                      <a:pt x="62793" y="84355"/>
                    </a:moveTo>
                    <a:lnTo>
                      <a:pt x="62793" y="101317"/>
                    </a:lnTo>
                    <a:lnTo>
                      <a:pt x="43645" y="101317"/>
                    </a:lnTo>
                    <a:lnTo>
                      <a:pt x="43645" y="84355"/>
                    </a:lnTo>
                    <a:close/>
                    <a:moveTo>
                      <a:pt x="88074" y="84355"/>
                    </a:moveTo>
                    <a:lnTo>
                      <a:pt x="88074" y="101317"/>
                    </a:lnTo>
                    <a:lnTo>
                      <a:pt x="68926" y="101317"/>
                    </a:lnTo>
                    <a:lnTo>
                      <a:pt x="68926" y="84355"/>
                    </a:lnTo>
                    <a:close/>
                    <a:moveTo>
                      <a:pt x="113354" y="84355"/>
                    </a:moveTo>
                    <a:lnTo>
                      <a:pt x="113354" y="101317"/>
                    </a:lnTo>
                    <a:lnTo>
                      <a:pt x="94206" y="101317"/>
                    </a:lnTo>
                    <a:lnTo>
                      <a:pt x="94206" y="84355"/>
                    </a:lnTo>
                    <a:close/>
                    <a:moveTo>
                      <a:pt x="37513" y="107450"/>
                    </a:moveTo>
                    <a:lnTo>
                      <a:pt x="37513" y="124412"/>
                    </a:lnTo>
                    <a:lnTo>
                      <a:pt x="18365" y="124412"/>
                    </a:lnTo>
                    <a:lnTo>
                      <a:pt x="18365" y="107450"/>
                    </a:lnTo>
                    <a:close/>
                    <a:moveTo>
                      <a:pt x="62793" y="107450"/>
                    </a:moveTo>
                    <a:lnTo>
                      <a:pt x="62793" y="124412"/>
                    </a:lnTo>
                    <a:lnTo>
                      <a:pt x="43645" y="124412"/>
                    </a:lnTo>
                    <a:lnTo>
                      <a:pt x="43645" y="107450"/>
                    </a:lnTo>
                    <a:close/>
                    <a:moveTo>
                      <a:pt x="88074" y="107450"/>
                    </a:moveTo>
                    <a:lnTo>
                      <a:pt x="88074" y="124412"/>
                    </a:lnTo>
                    <a:lnTo>
                      <a:pt x="68926" y="124412"/>
                    </a:lnTo>
                    <a:lnTo>
                      <a:pt x="68926" y="107450"/>
                    </a:lnTo>
                    <a:close/>
                    <a:moveTo>
                      <a:pt x="113354" y="107450"/>
                    </a:moveTo>
                    <a:lnTo>
                      <a:pt x="113354" y="124412"/>
                    </a:lnTo>
                    <a:lnTo>
                      <a:pt x="94206" y="124412"/>
                    </a:lnTo>
                    <a:lnTo>
                      <a:pt x="94206" y="107450"/>
                    </a:lnTo>
                    <a:close/>
                    <a:moveTo>
                      <a:pt x="37513" y="130512"/>
                    </a:moveTo>
                    <a:lnTo>
                      <a:pt x="37513" y="147474"/>
                    </a:lnTo>
                    <a:lnTo>
                      <a:pt x="18365" y="147474"/>
                    </a:lnTo>
                    <a:lnTo>
                      <a:pt x="18365" y="130512"/>
                    </a:lnTo>
                    <a:close/>
                    <a:moveTo>
                      <a:pt x="62793" y="130512"/>
                    </a:moveTo>
                    <a:lnTo>
                      <a:pt x="62793" y="147474"/>
                    </a:lnTo>
                    <a:lnTo>
                      <a:pt x="43645" y="147474"/>
                    </a:lnTo>
                    <a:lnTo>
                      <a:pt x="43645" y="130512"/>
                    </a:lnTo>
                    <a:close/>
                    <a:moveTo>
                      <a:pt x="88074" y="130512"/>
                    </a:moveTo>
                    <a:lnTo>
                      <a:pt x="88074" y="147474"/>
                    </a:lnTo>
                    <a:lnTo>
                      <a:pt x="68926" y="147474"/>
                    </a:lnTo>
                    <a:lnTo>
                      <a:pt x="68926" y="130512"/>
                    </a:lnTo>
                    <a:close/>
                    <a:moveTo>
                      <a:pt x="113354" y="130512"/>
                    </a:moveTo>
                    <a:lnTo>
                      <a:pt x="113354" y="147474"/>
                    </a:lnTo>
                    <a:lnTo>
                      <a:pt x="94206" y="147474"/>
                    </a:lnTo>
                    <a:lnTo>
                      <a:pt x="94206" y="130512"/>
                    </a:lnTo>
                    <a:close/>
                    <a:moveTo>
                      <a:pt x="37513" y="153607"/>
                    </a:moveTo>
                    <a:lnTo>
                      <a:pt x="37513" y="170569"/>
                    </a:lnTo>
                    <a:lnTo>
                      <a:pt x="18365" y="170569"/>
                    </a:lnTo>
                    <a:lnTo>
                      <a:pt x="18365" y="153607"/>
                    </a:lnTo>
                    <a:close/>
                    <a:moveTo>
                      <a:pt x="62793" y="153607"/>
                    </a:moveTo>
                    <a:lnTo>
                      <a:pt x="62793" y="170569"/>
                    </a:lnTo>
                    <a:lnTo>
                      <a:pt x="43645" y="170569"/>
                    </a:lnTo>
                    <a:lnTo>
                      <a:pt x="43645" y="153607"/>
                    </a:lnTo>
                    <a:close/>
                    <a:moveTo>
                      <a:pt x="88074" y="153607"/>
                    </a:moveTo>
                    <a:lnTo>
                      <a:pt x="88074" y="170569"/>
                    </a:lnTo>
                    <a:lnTo>
                      <a:pt x="68926" y="170569"/>
                    </a:lnTo>
                    <a:lnTo>
                      <a:pt x="68926" y="153607"/>
                    </a:lnTo>
                    <a:close/>
                    <a:moveTo>
                      <a:pt x="113354" y="153607"/>
                    </a:moveTo>
                    <a:lnTo>
                      <a:pt x="113354" y="170569"/>
                    </a:lnTo>
                    <a:lnTo>
                      <a:pt x="94206" y="170569"/>
                    </a:lnTo>
                    <a:lnTo>
                      <a:pt x="94206" y="153607"/>
                    </a:lnTo>
                    <a:close/>
                    <a:moveTo>
                      <a:pt x="141081" y="153607"/>
                    </a:moveTo>
                    <a:lnTo>
                      <a:pt x="141081" y="170569"/>
                    </a:lnTo>
                    <a:lnTo>
                      <a:pt x="131719" y="170569"/>
                    </a:lnTo>
                    <a:lnTo>
                      <a:pt x="131719" y="153607"/>
                    </a:lnTo>
                    <a:close/>
                    <a:moveTo>
                      <a:pt x="112343" y="176669"/>
                    </a:moveTo>
                    <a:cubicBezTo>
                      <a:pt x="111951" y="177191"/>
                      <a:pt x="100665" y="188445"/>
                      <a:pt x="100143" y="188934"/>
                    </a:cubicBezTo>
                    <a:cubicBezTo>
                      <a:pt x="99197" y="189880"/>
                      <a:pt x="97925" y="190435"/>
                      <a:pt x="96555" y="190435"/>
                    </a:cubicBezTo>
                    <a:lnTo>
                      <a:pt x="35164" y="190435"/>
                    </a:lnTo>
                    <a:cubicBezTo>
                      <a:pt x="33794" y="190435"/>
                      <a:pt x="32522" y="189880"/>
                      <a:pt x="31543" y="188934"/>
                    </a:cubicBezTo>
                    <a:cubicBezTo>
                      <a:pt x="30956" y="188347"/>
                      <a:pt x="19800" y="177289"/>
                      <a:pt x="19376" y="176669"/>
                    </a:cubicBezTo>
                    <a:close/>
                    <a:moveTo>
                      <a:pt x="35164" y="12232"/>
                    </a:moveTo>
                    <a:cubicBezTo>
                      <a:pt x="32163" y="12232"/>
                      <a:pt x="29358" y="13407"/>
                      <a:pt x="27238" y="15527"/>
                    </a:cubicBezTo>
                    <a:lnTo>
                      <a:pt x="15527" y="27238"/>
                    </a:lnTo>
                    <a:cubicBezTo>
                      <a:pt x="13407" y="29358"/>
                      <a:pt x="12232" y="32163"/>
                      <a:pt x="12232" y="35164"/>
                    </a:cubicBezTo>
                    <a:lnTo>
                      <a:pt x="12232" y="173603"/>
                    </a:lnTo>
                    <a:cubicBezTo>
                      <a:pt x="12232" y="176604"/>
                      <a:pt x="13407" y="179442"/>
                      <a:pt x="15527" y="181530"/>
                    </a:cubicBezTo>
                    <a:lnTo>
                      <a:pt x="27238" y="193240"/>
                    </a:lnTo>
                    <a:cubicBezTo>
                      <a:pt x="29358" y="195360"/>
                      <a:pt x="32163" y="196535"/>
                      <a:pt x="35164" y="196535"/>
                    </a:cubicBezTo>
                    <a:lnTo>
                      <a:pt x="96555" y="196535"/>
                    </a:lnTo>
                    <a:cubicBezTo>
                      <a:pt x="99556" y="196535"/>
                      <a:pt x="102361" y="195360"/>
                      <a:pt x="104481" y="193240"/>
                    </a:cubicBezTo>
                    <a:lnTo>
                      <a:pt x="116192" y="181530"/>
                    </a:lnTo>
                    <a:cubicBezTo>
                      <a:pt x="118312" y="179442"/>
                      <a:pt x="119487" y="176604"/>
                      <a:pt x="119487" y="173603"/>
                    </a:cubicBezTo>
                    <a:lnTo>
                      <a:pt x="119487" y="35164"/>
                    </a:lnTo>
                    <a:cubicBezTo>
                      <a:pt x="119487" y="32163"/>
                      <a:pt x="118312" y="29325"/>
                      <a:pt x="116192" y="27238"/>
                    </a:cubicBezTo>
                    <a:lnTo>
                      <a:pt x="104481" y="15527"/>
                    </a:lnTo>
                    <a:cubicBezTo>
                      <a:pt x="102361" y="13407"/>
                      <a:pt x="99556" y="12232"/>
                      <a:pt x="96555" y="12232"/>
                    </a:cubicBezTo>
                    <a:lnTo>
                      <a:pt x="56954" y="12232"/>
                    </a:lnTo>
                    <a:cubicBezTo>
                      <a:pt x="55258" y="12232"/>
                      <a:pt x="53888" y="13602"/>
                      <a:pt x="53888" y="15299"/>
                    </a:cubicBezTo>
                    <a:cubicBezTo>
                      <a:pt x="53888" y="16995"/>
                      <a:pt x="55258" y="18332"/>
                      <a:pt x="56954" y="18332"/>
                    </a:cubicBezTo>
                    <a:lnTo>
                      <a:pt x="96555" y="18332"/>
                    </a:lnTo>
                    <a:cubicBezTo>
                      <a:pt x="97925" y="18332"/>
                      <a:pt x="99197" y="18887"/>
                      <a:pt x="100143" y="19833"/>
                    </a:cubicBezTo>
                    <a:lnTo>
                      <a:pt x="111854" y="31543"/>
                    </a:lnTo>
                    <a:cubicBezTo>
                      <a:pt x="112017" y="31707"/>
                      <a:pt x="112180" y="31902"/>
                      <a:pt x="112343" y="32098"/>
                    </a:cubicBezTo>
                    <a:lnTo>
                      <a:pt x="19376" y="32098"/>
                    </a:lnTo>
                    <a:cubicBezTo>
                      <a:pt x="19507" y="31902"/>
                      <a:pt x="19670" y="31707"/>
                      <a:pt x="19833" y="31543"/>
                    </a:cubicBezTo>
                    <a:lnTo>
                      <a:pt x="31543" y="19833"/>
                    </a:lnTo>
                    <a:cubicBezTo>
                      <a:pt x="32522" y="18887"/>
                      <a:pt x="33794" y="18365"/>
                      <a:pt x="35164" y="18365"/>
                    </a:cubicBezTo>
                    <a:lnTo>
                      <a:pt x="44722" y="18365"/>
                    </a:lnTo>
                    <a:cubicBezTo>
                      <a:pt x="46418" y="18365"/>
                      <a:pt x="47788" y="16995"/>
                      <a:pt x="47788" y="15299"/>
                    </a:cubicBezTo>
                    <a:cubicBezTo>
                      <a:pt x="47788" y="13602"/>
                      <a:pt x="46418" y="12232"/>
                      <a:pt x="44722" y="12232"/>
                    </a:cubicBezTo>
                    <a:close/>
                    <a:moveTo>
                      <a:pt x="30076" y="0"/>
                    </a:moveTo>
                    <a:cubicBezTo>
                      <a:pt x="27074" y="0"/>
                      <a:pt x="24269" y="1174"/>
                      <a:pt x="22149" y="3295"/>
                    </a:cubicBezTo>
                    <a:lnTo>
                      <a:pt x="3295" y="22149"/>
                    </a:lnTo>
                    <a:cubicBezTo>
                      <a:pt x="1174" y="24269"/>
                      <a:pt x="0" y="27074"/>
                      <a:pt x="0" y="30076"/>
                    </a:cubicBezTo>
                    <a:lnTo>
                      <a:pt x="0" y="178692"/>
                    </a:lnTo>
                    <a:cubicBezTo>
                      <a:pt x="0" y="181693"/>
                      <a:pt x="1174" y="184498"/>
                      <a:pt x="3295" y="186618"/>
                    </a:cubicBezTo>
                    <a:lnTo>
                      <a:pt x="22149" y="205473"/>
                    </a:lnTo>
                    <a:cubicBezTo>
                      <a:pt x="24269" y="207593"/>
                      <a:pt x="27074" y="208767"/>
                      <a:pt x="30076" y="208767"/>
                    </a:cubicBezTo>
                    <a:lnTo>
                      <a:pt x="101611" y="208767"/>
                    </a:lnTo>
                    <a:cubicBezTo>
                      <a:pt x="104612" y="208767"/>
                      <a:pt x="107417" y="207593"/>
                      <a:pt x="109538" y="205473"/>
                    </a:cubicBezTo>
                    <a:lnTo>
                      <a:pt x="128424" y="186618"/>
                    </a:lnTo>
                    <a:cubicBezTo>
                      <a:pt x="130545" y="184498"/>
                      <a:pt x="131719" y="181693"/>
                      <a:pt x="131719" y="178692"/>
                    </a:cubicBezTo>
                    <a:lnTo>
                      <a:pt x="131719" y="176669"/>
                    </a:lnTo>
                    <a:lnTo>
                      <a:pt x="141668" y="176669"/>
                    </a:lnTo>
                    <a:cubicBezTo>
                      <a:pt x="144702" y="176669"/>
                      <a:pt x="147181" y="174190"/>
                      <a:pt x="147181" y="171156"/>
                    </a:cubicBezTo>
                    <a:lnTo>
                      <a:pt x="147181" y="165122"/>
                    </a:lnTo>
                    <a:lnTo>
                      <a:pt x="172624" y="165122"/>
                    </a:lnTo>
                    <a:cubicBezTo>
                      <a:pt x="184759" y="165122"/>
                      <a:pt x="194610" y="155271"/>
                      <a:pt x="194610" y="143169"/>
                    </a:cubicBezTo>
                    <a:lnTo>
                      <a:pt x="194610" y="61423"/>
                    </a:lnTo>
                    <a:lnTo>
                      <a:pt x="203254" y="61423"/>
                    </a:lnTo>
                    <a:cubicBezTo>
                      <a:pt x="206288" y="61423"/>
                      <a:pt x="208767" y="58944"/>
                      <a:pt x="208767" y="55910"/>
                    </a:cubicBezTo>
                    <a:lnTo>
                      <a:pt x="208767" y="15299"/>
                    </a:lnTo>
                    <a:cubicBezTo>
                      <a:pt x="208767" y="13602"/>
                      <a:pt x="207397" y="12232"/>
                      <a:pt x="205701" y="12232"/>
                    </a:cubicBezTo>
                    <a:lnTo>
                      <a:pt x="202667" y="12232"/>
                    </a:lnTo>
                    <a:lnTo>
                      <a:pt x="202667" y="5513"/>
                    </a:lnTo>
                    <a:cubicBezTo>
                      <a:pt x="202667" y="2479"/>
                      <a:pt x="200188" y="0"/>
                      <a:pt x="197154" y="0"/>
                    </a:cubicBezTo>
                    <a:lnTo>
                      <a:pt x="185933" y="0"/>
                    </a:lnTo>
                    <a:cubicBezTo>
                      <a:pt x="182900" y="0"/>
                      <a:pt x="180420" y="2479"/>
                      <a:pt x="180420" y="5513"/>
                    </a:cubicBezTo>
                    <a:lnTo>
                      <a:pt x="180420" y="12232"/>
                    </a:lnTo>
                    <a:lnTo>
                      <a:pt x="177354" y="12232"/>
                    </a:lnTo>
                    <a:cubicBezTo>
                      <a:pt x="175691" y="12232"/>
                      <a:pt x="174321" y="13602"/>
                      <a:pt x="174321" y="15299"/>
                    </a:cubicBezTo>
                    <a:lnTo>
                      <a:pt x="174321" y="55910"/>
                    </a:lnTo>
                    <a:cubicBezTo>
                      <a:pt x="174321" y="58944"/>
                      <a:pt x="176767" y="61423"/>
                      <a:pt x="179801" y="61423"/>
                    </a:cubicBezTo>
                    <a:lnTo>
                      <a:pt x="188478" y="61423"/>
                    </a:lnTo>
                    <a:lnTo>
                      <a:pt x="188478" y="143169"/>
                    </a:lnTo>
                    <a:cubicBezTo>
                      <a:pt x="188478" y="151911"/>
                      <a:pt x="181366" y="159022"/>
                      <a:pt x="172624" y="159022"/>
                    </a:cubicBezTo>
                    <a:lnTo>
                      <a:pt x="147181" y="159022"/>
                    </a:lnTo>
                    <a:lnTo>
                      <a:pt x="147181" y="152987"/>
                    </a:lnTo>
                    <a:cubicBezTo>
                      <a:pt x="147181" y="149954"/>
                      <a:pt x="144702" y="147474"/>
                      <a:pt x="141668" y="147474"/>
                    </a:cubicBezTo>
                    <a:lnTo>
                      <a:pt x="131719" y="147474"/>
                    </a:lnTo>
                    <a:lnTo>
                      <a:pt x="131719" y="131262"/>
                    </a:lnTo>
                    <a:cubicBezTo>
                      <a:pt x="131719" y="129566"/>
                      <a:pt x="130349" y="128196"/>
                      <a:pt x="128653" y="128196"/>
                    </a:cubicBezTo>
                    <a:cubicBezTo>
                      <a:pt x="126957" y="128196"/>
                      <a:pt x="125586" y="129566"/>
                      <a:pt x="125586" y="131262"/>
                    </a:cubicBezTo>
                    <a:lnTo>
                      <a:pt x="125586" y="178692"/>
                    </a:lnTo>
                    <a:cubicBezTo>
                      <a:pt x="125586" y="180029"/>
                      <a:pt x="125065" y="181334"/>
                      <a:pt x="124086" y="182280"/>
                    </a:cubicBezTo>
                    <a:lnTo>
                      <a:pt x="105232" y="201167"/>
                    </a:lnTo>
                    <a:cubicBezTo>
                      <a:pt x="104253" y="202113"/>
                      <a:pt x="102981" y="202635"/>
                      <a:pt x="101611" y="202635"/>
                    </a:cubicBezTo>
                    <a:lnTo>
                      <a:pt x="30076" y="202635"/>
                    </a:lnTo>
                    <a:cubicBezTo>
                      <a:pt x="28738" y="202635"/>
                      <a:pt x="27433" y="202113"/>
                      <a:pt x="26487" y="201167"/>
                    </a:cubicBezTo>
                    <a:lnTo>
                      <a:pt x="7600" y="182280"/>
                    </a:lnTo>
                    <a:cubicBezTo>
                      <a:pt x="6654" y="181334"/>
                      <a:pt x="6133" y="180029"/>
                      <a:pt x="6133" y="178692"/>
                    </a:cubicBezTo>
                    <a:lnTo>
                      <a:pt x="6133" y="30076"/>
                    </a:lnTo>
                    <a:cubicBezTo>
                      <a:pt x="6133" y="28738"/>
                      <a:pt x="6654" y="27433"/>
                      <a:pt x="7600" y="26487"/>
                    </a:cubicBezTo>
                    <a:lnTo>
                      <a:pt x="26487" y="7600"/>
                    </a:lnTo>
                    <a:cubicBezTo>
                      <a:pt x="27433" y="6654"/>
                      <a:pt x="28738" y="6133"/>
                      <a:pt x="30076" y="6133"/>
                    </a:cubicBezTo>
                    <a:lnTo>
                      <a:pt x="101611" y="6133"/>
                    </a:lnTo>
                    <a:cubicBezTo>
                      <a:pt x="102981" y="6133"/>
                      <a:pt x="104253" y="6654"/>
                      <a:pt x="105232" y="7600"/>
                    </a:cubicBezTo>
                    <a:lnTo>
                      <a:pt x="124086" y="26487"/>
                    </a:lnTo>
                    <a:cubicBezTo>
                      <a:pt x="125065" y="27433"/>
                      <a:pt x="125586" y="28738"/>
                      <a:pt x="125586" y="30076"/>
                    </a:cubicBezTo>
                    <a:lnTo>
                      <a:pt x="125586" y="119030"/>
                    </a:lnTo>
                    <a:cubicBezTo>
                      <a:pt x="125586" y="120726"/>
                      <a:pt x="126957" y="122064"/>
                      <a:pt x="128653" y="122064"/>
                    </a:cubicBezTo>
                    <a:cubicBezTo>
                      <a:pt x="130349" y="122064"/>
                      <a:pt x="131719" y="120726"/>
                      <a:pt x="131719" y="119030"/>
                    </a:cubicBezTo>
                    <a:lnTo>
                      <a:pt x="131719" y="30076"/>
                    </a:lnTo>
                    <a:cubicBezTo>
                      <a:pt x="131719" y="27074"/>
                      <a:pt x="130545" y="24269"/>
                      <a:pt x="128424" y="22149"/>
                    </a:cubicBezTo>
                    <a:lnTo>
                      <a:pt x="109538" y="3295"/>
                    </a:lnTo>
                    <a:cubicBezTo>
                      <a:pt x="107417" y="1174"/>
                      <a:pt x="104612" y="0"/>
                      <a:pt x="101611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453" name="Google Shape;1453;p69"/>
          <p:cNvGrpSpPr/>
          <p:nvPr/>
        </p:nvGrpSpPr>
        <p:grpSpPr>
          <a:xfrm>
            <a:off x="1677322" y="1480549"/>
            <a:ext cx="2008231" cy="1494175"/>
            <a:chOff x="1571150" y="990200"/>
            <a:chExt cx="2435400" cy="1812000"/>
          </a:xfrm>
        </p:grpSpPr>
        <p:sp>
          <p:nvSpPr>
            <p:cNvPr id="1454" name="Google Shape;1454;p69"/>
            <p:cNvSpPr/>
            <p:nvPr/>
          </p:nvSpPr>
          <p:spPr>
            <a:xfrm>
              <a:off x="1571150" y="990200"/>
              <a:ext cx="2435400" cy="18120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455" name="Google Shape;1455;p69"/>
            <p:cNvGrpSpPr/>
            <p:nvPr/>
          </p:nvGrpSpPr>
          <p:grpSpPr>
            <a:xfrm>
              <a:off x="1880978" y="1095285"/>
              <a:ext cx="1815760" cy="1601845"/>
              <a:chOff x="1190625" y="545550"/>
              <a:chExt cx="5219200" cy="4604325"/>
            </a:xfrm>
          </p:grpSpPr>
          <p:sp>
            <p:nvSpPr>
              <p:cNvPr id="1456" name="Google Shape;1456;p69"/>
              <p:cNvSpPr/>
              <p:nvPr/>
            </p:nvSpPr>
            <p:spPr>
              <a:xfrm>
                <a:off x="2882775" y="1264000"/>
                <a:ext cx="468125" cy="870175"/>
              </a:xfrm>
              <a:custGeom>
                <a:avLst/>
                <a:gdLst/>
                <a:ahLst/>
                <a:cxnLst/>
                <a:rect l="l" t="t" r="r" b="b"/>
                <a:pathLst>
                  <a:path w="18725" h="34807" extrusionOk="0">
                    <a:moveTo>
                      <a:pt x="0" y="1"/>
                    </a:moveTo>
                    <a:lnTo>
                      <a:pt x="0" y="34806"/>
                    </a:lnTo>
                    <a:lnTo>
                      <a:pt x="18724" y="34806"/>
                    </a:lnTo>
                    <a:lnTo>
                      <a:pt x="18724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7" name="Google Shape;1457;p69"/>
              <p:cNvSpPr/>
              <p:nvPr/>
            </p:nvSpPr>
            <p:spPr>
              <a:xfrm>
                <a:off x="1190625" y="2429350"/>
                <a:ext cx="1174325" cy="1180875"/>
              </a:xfrm>
              <a:custGeom>
                <a:avLst/>
                <a:gdLst/>
                <a:ahLst/>
                <a:cxnLst/>
                <a:rect l="l" t="t" r="r" b="b"/>
                <a:pathLst>
                  <a:path w="46973" h="47235" extrusionOk="0">
                    <a:moveTo>
                      <a:pt x="2446" y="1"/>
                    </a:moveTo>
                    <a:cubicBezTo>
                      <a:pt x="1109" y="1"/>
                      <a:pt x="0" y="1110"/>
                      <a:pt x="0" y="2447"/>
                    </a:cubicBezTo>
                    <a:lnTo>
                      <a:pt x="0" y="44788"/>
                    </a:lnTo>
                    <a:cubicBezTo>
                      <a:pt x="0" y="46158"/>
                      <a:pt x="1109" y="47234"/>
                      <a:pt x="2446" y="47234"/>
                    </a:cubicBezTo>
                    <a:lnTo>
                      <a:pt x="46973" y="47234"/>
                    </a:lnTo>
                    <a:lnTo>
                      <a:pt x="46973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8" name="Google Shape;1458;p69"/>
              <p:cNvSpPr/>
              <p:nvPr/>
            </p:nvSpPr>
            <p:spPr>
              <a:xfrm>
                <a:off x="3868700" y="2429350"/>
                <a:ext cx="2313600" cy="2038775"/>
              </a:xfrm>
              <a:custGeom>
                <a:avLst/>
                <a:gdLst/>
                <a:ahLst/>
                <a:cxnLst/>
                <a:rect l="l" t="t" r="r" b="b"/>
                <a:pathLst>
                  <a:path w="92544" h="81551" extrusionOk="0">
                    <a:moveTo>
                      <a:pt x="1" y="1"/>
                    </a:moveTo>
                    <a:lnTo>
                      <a:pt x="1" y="47234"/>
                    </a:lnTo>
                    <a:lnTo>
                      <a:pt x="29783" y="47234"/>
                    </a:lnTo>
                    <a:cubicBezTo>
                      <a:pt x="38362" y="47234"/>
                      <a:pt x="45310" y="54215"/>
                      <a:pt x="45310" y="62794"/>
                    </a:cubicBezTo>
                    <a:lnTo>
                      <a:pt x="45310" y="81550"/>
                    </a:lnTo>
                    <a:lnTo>
                      <a:pt x="92543" y="81550"/>
                    </a:lnTo>
                    <a:lnTo>
                      <a:pt x="92543" y="57281"/>
                    </a:lnTo>
                    <a:cubicBezTo>
                      <a:pt x="92543" y="25640"/>
                      <a:pt x="66904" y="1"/>
                      <a:pt x="35295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59" name="Google Shape;1459;p69"/>
              <p:cNvSpPr/>
              <p:nvPr/>
            </p:nvSpPr>
            <p:spPr>
              <a:xfrm>
                <a:off x="4850550" y="4468100"/>
                <a:ext cx="1482600" cy="605925"/>
              </a:xfrm>
              <a:custGeom>
                <a:avLst/>
                <a:gdLst/>
                <a:ahLst/>
                <a:cxnLst/>
                <a:rect l="l" t="t" r="r" b="b"/>
                <a:pathLst>
                  <a:path w="59304" h="24237" extrusionOk="0">
                    <a:moveTo>
                      <a:pt x="4013" y="0"/>
                    </a:moveTo>
                    <a:cubicBezTo>
                      <a:pt x="1795" y="0"/>
                      <a:pt x="1" y="1827"/>
                      <a:pt x="1" y="4045"/>
                    </a:cubicBezTo>
                    <a:lnTo>
                      <a:pt x="1" y="20192"/>
                    </a:lnTo>
                    <a:cubicBezTo>
                      <a:pt x="1" y="22410"/>
                      <a:pt x="1795" y="24237"/>
                      <a:pt x="4013" y="24237"/>
                    </a:cubicBezTo>
                    <a:lnTo>
                      <a:pt x="55292" y="24237"/>
                    </a:lnTo>
                    <a:cubicBezTo>
                      <a:pt x="57510" y="24237"/>
                      <a:pt x="59304" y="22410"/>
                      <a:pt x="59304" y="20192"/>
                    </a:cubicBezTo>
                    <a:lnTo>
                      <a:pt x="59304" y="4045"/>
                    </a:lnTo>
                    <a:cubicBezTo>
                      <a:pt x="59304" y="1827"/>
                      <a:pt x="57510" y="0"/>
                      <a:pt x="55292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0" name="Google Shape;1460;p69"/>
              <p:cNvSpPr/>
              <p:nvPr/>
            </p:nvSpPr>
            <p:spPr>
              <a:xfrm>
                <a:off x="2219775" y="2134150"/>
                <a:ext cx="1794100" cy="1771275"/>
              </a:xfrm>
              <a:custGeom>
                <a:avLst/>
                <a:gdLst/>
                <a:ahLst/>
                <a:cxnLst/>
                <a:rect l="l" t="t" r="r" b="b"/>
                <a:pathLst>
                  <a:path w="71764" h="70851" extrusionOk="0">
                    <a:moveTo>
                      <a:pt x="4795" y="0"/>
                    </a:moveTo>
                    <a:cubicBezTo>
                      <a:pt x="2153" y="0"/>
                      <a:pt x="0" y="2186"/>
                      <a:pt x="0" y="4828"/>
                    </a:cubicBezTo>
                    <a:lnTo>
                      <a:pt x="0" y="66023"/>
                    </a:lnTo>
                    <a:cubicBezTo>
                      <a:pt x="0" y="68698"/>
                      <a:pt x="2153" y="70851"/>
                      <a:pt x="4795" y="70851"/>
                    </a:cubicBezTo>
                    <a:lnTo>
                      <a:pt x="66936" y="70851"/>
                    </a:lnTo>
                    <a:cubicBezTo>
                      <a:pt x="69611" y="70851"/>
                      <a:pt x="71764" y="68698"/>
                      <a:pt x="71764" y="66023"/>
                    </a:cubicBezTo>
                    <a:lnTo>
                      <a:pt x="71764" y="4828"/>
                    </a:lnTo>
                    <a:cubicBezTo>
                      <a:pt x="71764" y="2186"/>
                      <a:pt x="69611" y="0"/>
                      <a:pt x="66936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1" name="Google Shape;1461;p69"/>
              <p:cNvSpPr/>
              <p:nvPr/>
            </p:nvSpPr>
            <p:spPr>
              <a:xfrm>
                <a:off x="2718050" y="2438325"/>
                <a:ext cx="798375" cy="1163175"/>
              </a:xfrm>
              <a:custGeom>
                <a:avLst/>
                <a:gdLst/>
                <a:ahLst/>
                <a:cxnLst/>
                <a:rect l="l" t="t" r="r" b="b"/>
                <a:pathLst>
                  <a:path w="31935" h="46527" extrusionOk="0">
                    <a:moveTo>
                      <a:pt x="22247" y="0"/>
                    </a:moveTo>
                    <a:cubicBezTo>
                      <a:pt x="21562" y="33"/>
                      <a:pt x="20909" y="424"/>
                      <a:pt x="20355" y="979"/>
                    </a:cubicBezTo>
                    <a:cubicBezTo>
                      <a:pt x="14027" y="6981"/>
                      <a:pt x="7698" y="12950"/>
                      <a:pt x="1370" y="18953"/>
                    </a:cubicBezTo>
                    <a:cubicBezTo>
                      <a:pt x="0" y="20257"/>
                      <a:pt x="196" y="22247"/>
                      <a:pt x="1827" y="23226"/>
                    </a:cubicBezTo>
                    <a:cubicBezTo>
                      <a:pt x="5284" y="25313"/>
                      <a:pt x="8873" y="27303"/>
                      <a:pt x="12396" y="29326"/>
                    </a:cubicBezTo>
                    <a:cubicBezTo>
                      <a:pt x="12591" y="29456"/>
                      <a:pt x="12689" y="29554"/>
                      <a:pt x="12591" y="29848"/>
                    </a:cubicBezTo>
                    <a:cubicBezTo>
                      <a:pt x="11417" y="32555"/>
                      <a:pt x="10308" y="35295"/>
                      <a:pt x="9166" y="38003"/>
                    </a:cubicBezTo>
                    <a:cubicBezTo>
                      <a:pt x="8481" y="39699"/>
                      <a:pt x="7731" y="41362"/>
                      <a:pt x="7079" y="43091"/>
                    </a:cubicBezTo>
                    <a:cubicBezTo>
                      <a:pt x="6589" y="44331"/>
                      <a:pt x="7176" y="45668"/>
                      <a:pt x="8351" y="46255"/>
                    </a:cubicBezTo>
                    <a:cubicBezTo>
                      <a:pt x="8734" y="46436"/>
                      <a:pt x="9109" y="46526"/>
                      <a:pt x="9479" y="46526"/>
                    </a:cubicBezTo>
                    <a:cubicBezTo>
                      <a:pt x="10181" y="46526"/>
                      <a:pt x="10864" y="46200"/>
                      <a:pt x="11547" y="45538"/>
                    </a:cubicBezTo>
                    <a:cubicBezTo>
                      <a:pt x="17876" y="39568"/>
                      <a:pt x="24204" y="33566"/>
                      <a:pt x="30500" y="27597"/>
                    </a:cubicBezTo>
                    <a:cubicBezTo>
                      <a:pt x="31935" y="26227"/>
                      <a:pt x="31674" y="24204"/>
                      <a:pt x="29945" y="23226"/>
                    </a:cubicBezTo>
                    <a:cubicBezTo>
                      <a:pt x="26455" y="21236"/>
                      <a:pt x="22997" y="19213"/>
                      <a:pt x="19507" y="17191"/>
                    </a:cubicBezTo>
                    <a:cubicBezTo>
                      <a:pt x="19278" y="17061"/>
                      <a:pt x="19213" y="16963"/>
                      <a:pt x="19311" y="16669"/>
                    </a:cubicBezTo>
                    <a:cubicBezTo>
                      <a:pt x="21170" y="12298"/>
                      <a:pt x="23095" y="7894"/>
                      <a:pt x="24824" y="3458"/>
                    </a:cubicBezTo>
                    <a:cubicBezTo>
                      <a:pt x="25476" y="1762"/>
                      <a:pt x="24171" y="0"/>
                      <a:pt x="2224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2" name="Google Shape;1462;p69"/>
              <p:cNvSpPr/>
              <p:nvPr/>
            </p:nvSpPr>
            <p:spPr>
              <a:xfrm>
                <a:off x="1687250" y="795100"/>
                <a:ext cx="2859150" cy="468925"/>
              </a:xfrm>
              <a:custGeom>
                <a:avLst/>
                <a:gdLst/>
                <a:ahLst/>
                <a:cxnLst/>
                <a:rect l="l" t="t" r="r" b="b"/>
                <a:pathLst>
                  <a:path w="114366" h="18757" extrusionOk="0">
                    <a:moveTo>
                      <a:pt x="9395" y="0"/>
                    </a:moveTo>
                    <a:cubicBezTo>
                      <a:pt x="4208" y="0"/>
                      <a:pt x="1" y="4208"/>
                      <a:pt x="1" y="9362"/>
                    </a:cubicBezTo>
                    <a:cubicBezTo>
                      <a:pt x="1" y="14549"/>
                      <a:pt x="4208" y="18757"/>
                      <a:pt x="9395" y="18757"/>
                    </a:cubicBezTo>
                    <a:lnTo>
                      <a:pt x="104971" y="18757"/>
                    </a:lnTo>
                    <a:cubicBezTo>
                      <a:pt x="110158" y="18757"/>
                      <a:pt x="114366" y="14549"/>
                      <a:pt x="114366" y="9362"/>
                    </a:cubicBezTo>
                    <a:cubicBezTo>
                      <a:pt x="114366" y="4208"/>
                      <a:pt x="110158" y="0"/>
                      <a:pt x="10497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3" name="Google Shape;1463;p69"/>
              <p:cNvSpPr/>
              <p:nvPr/>
            </p:nvSpPr>
            <p:spPr>
              <a:xfrm>
                <a:off x="2709075" y="621400"/>
                <a:ext cx="815525" cy="815525"/>
              </a:xfrm>
              <a:custGeom>
                <a:avLst/>
                <a:gdLst/>
                <a:ahLst/>
                <a:cxnLst/>
                <a:rect l="l" t="t" r="r" b="b"/>
                <a:pathLst>
                  <a:path w="32621" h="32621" extrusionOk="0">
                    <a:moveTo>
                      <a:pt x="16310" y="0"/>
                    </a:moveTo>
                    <a:cubicBezTo>
                      <a:pt x="7307" y="0"/>
                      <a:pt x="0" y="7307"/>
                      <a:pt x="0" y="16310"/>
                    </a:cubicBezTo>
                    <a:cubicBezTo>
                      <a:pt x="0" y="25346"/>
                      <a:pt x="7307" y="32620"/>
                      <a:pt x="16310" y="32620"/>
                    </a:cubicBezTo>
                    <a:cubicBezTo>
                      <a:pt x="25313" y="32620"/>
                      <a:pt x="32620" y="25346"/>
                      <a:pt x="32620" y="16310"/>
                    </a:cubicBezTo>
                    <a:cubicBezTo>
                      <a:pt x="32620" y="7307"/>
                      <a:pt x="25313" y="0"/>
                      <a:pt x="16310" y="0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464" name="Google Shape;1464;p69"/>
              <p:cNvSpPr/>
              <p:nvPr/>
            </p:nvSpPr>
            <p:spPr>
              <a:xfrm>
                <a:off x="1190625" y="545550"/>
                <a:ext cx="5219200" cy="4604325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184173" extrusionOk="0">
                    <a:moveTo>
                      <a:pt x="29202" y="13048"/>
                    </a:moveTo>
                    <a:cubicBezTo>
                      <a:pt x="29222" y="13048"/>
                      <a:pt x="29241" y="13048"/>
                      <a:pt x="29260" y="13049"/>
                    </a:cubicBezTo>
                    <a:lnTo>
                      <a:pt x="58748" y="13049"/>
                    </a:lnTo>
                    <a:cubicBezTo>
                      <a:pt x="58063" y="15038"/>
                      <a:pt x="57672" y="17159"/>
                      <a:pt x="57672" y="19344"/>
                    </a:cubicBezTo>
                    <a:cubicBezTo>
                      <a:pt x="57672" y="21562"/>
                      <a:pt x="58063" y="23683"/>
                      <a:pt x="58748" y="25673"/>
                    </a:cubicBezTo>
                    <a:lnTo>
                      <a:pt x="29260" y="25673"/>
                    </a:lnTo>
                    <a:cubicBezTo>
                      <a:pt x="25770" y="25673"/>
                      <a:pt x="22932" y="22835"/>
                      <a:pt x="22932" y="19344"/>
                    </a:cubicBezTo>
                    <a:cubicBezTo>
                      <a:pt x="22932" y="15938"/>
                      <a:pt x="25770" y="13048"/>
                      <a:pt x="29202" y="13048"/>
                    </a:cubicBezTo>
                    <a:close/>
                    <a:moveTo>
                      <a:pt x="124836" y="13049"/>
                    </a:moveTo>
                    <a:cubicBezTo>
                      <a:pt x="128327" y="13049"/>
                      <a:pt x="131164" y="15887"/>
                      <a:pt x="131164" y="19344"/>
                    </a:cubicBezTo>
                    <a:cubicBezTo>
                      <a:pt x="131164" y="22835"/>
                      <a:pt x="128327" y="25673"/>
                      <a:pt x="124836" y="25673"/>
                    </a:cubicBezTo>
                    <a:lnTo>
                      <a:pt x="95348" y="25673"/>
                    </a:lnTo>
                    <a:cubicBezTo>
                      <a:pt x="96033" y="23683"/>
                      <a:pt x="96424" y="21562"/>
                      <a:pt x="96424" y="19344"/>
                    </a:cubicBezTo>
                    <a:cubicBezTo>
                      <a:pt x="96424" y="17159"/>
                      <a:pt x="96033" y="15038"/>
                      <a:pt x="95348" y="13049"/>
                    </a:cubicBezTo>
                    <a:close/>
                    <a:moveTo>
                      <a:pt x="77048" y="6101"/>
                    </a:moveTo>
                    <a:cubicBezTo>
                      <a:pt x="84355" y="6101"/>
                      <a:pt x="90292" y="12037"/>
                      <a:pt x="90292" y="19344"/>
                    </a:cubicBezTo>
                    <a:cubicBezTo>
                      <a:pt x="90292" y="26651"/>
                      <a:pt x="84355" y="32621"/>
                      <a:pt x="77048" y="32621"/>
                    </a:cubicBezTo>
                    <a:cubicBezTo>
                      <a:pt x="69741" y="32621"/>
                      <a:pt x="63804" y="26651"/>
                      <a:pt x="63804" y="19344"/>
                    </a:cubicBezTo>
                    <a:cubicBezTo>
                      <a:pt x="63804" y="12037"/>
                      <a:pt x="69741" y="6101"/>
                      <a:pt x="77048" y="6101"/>
                    </a:cubicBezTo>
                    <a:close/>
                    <a:moveTo>
                      <a:pt x="83344" y="37677"/>
                    </a:moveTo>
                    <a:lnTo>
                      <a:pt x="83344" y="60511"/>
                    </a:lnTo>
                    <a:lnTo>
                      <a:pt x="70720" y="60511"/>
                    </a:lnTo>
                    <a:lnTo>
                      <a:pt x="70720" y="37677"/>
                    </a:lnTo>
                    <a:cubicBezTo>
                      <a:pt x="72710" y="38362"/>
                      <a:pt x="74830" y="38720"/>
                      <a:pt x="77048" y="38720"/>
                    </a:cubicBezTo>
                    <a:cubicBezTo>
                      <a:pt x="79266" y="38720"/>
                      <a:pt x="81387" y="38362"/>
                      <a:pt x="83344" y="37677"/>
                    </a:cubicBezTo>
                    <a:close/>
                    <a:moveTo>
                      <a:pt x="82235" y="80148"/>
                    </a:moveTo>
                    <a:lnTo>
                      <a:pt x="82235" y="80148"/>
                    </a:lnTo>
                    <a:cubicBezTo>
                      <a:pt x="80734" y="83899"/>
                      <a:pt x="79168" y="87552"/>
                      <a:pt x="77603" y="91206"/>
                    </a:cubicBezTo>
                    <a:cubicBezTo>
                      <a:pt x="76885" y="92869"/>
                      <a:pt x="77472" y="94631"/>
                      <a:pt x="79071" y="95544"/>
                    </a:cubicBezTo>
                    <a:cubicBezTo>
                      <a:pt x="82430" y="97501"/>
                      <a:pt x="85823" y="99459"/>
                      <a:pt x="89183" y="101383"/>
                    </a:cubicBezTo>
                    <a:cubicBezTo>
                      <a:pt x="83409" y="106831"/>
                      <a:pt x="77668" y="112344"/>
                      <a:pt x="71894" y="117758"/>
                    </a:cubicBezTo>
                    <a:lnTo>
                      <a:pt x="71894" y="117758"/>
                    </a:lnTo>
                    <a:cubicBezTo>
                      <a:pt x="73427" y="114072"/>
                      <a:pt x="74928" y="110419"/>
                      <a:pt x="76494" y="106733"/>
                    </a:cubicBezTo>
                    <a:cubicBezTo>
                      <a:pt x="77211" y="105069"/>
                      <a:pt x="76591" y="103308"/>
                      <a:pt x="74993" y="102394"/>
                    </a:cubicBezTo>
                    <a:cubicBezTo>
                      <a:pt x="71633" y="100470"/>
                      <a:pt x="68273" y="98578"/>
                      <a:pt x="64914" y="96555"/>
                    </a:cubicBezTo>
                    <a:cubicBezTo>
                      <a:pt x="70687" y="91108"/>
                      <a:pt x="76461" y="85628"/>
                      <a:pt x="82235" y="80148"/>
                    </a:cubicBezTo>
                    <a:close/>
                    <a:moveTo>
                      <a:pt x="83601" y="72693"/>
                    </a:moveTo>
                    <a:cubicBezTo>
                      <a:pt x="82109" y="72693"/>
                      <a:pt x="80578" y="73285"/>
                      <a:pt x="79332" y="74472"/>
                    </a:cubicBezTo>
                    <a:cubicBezTo>
                      <a:pt x="73036" y="80474"/>
                      <a:pt x="66708" y="86443"/>
                      <a:pt x="60379" y="92413"/>
                    </a:cubicBezTo>
                    <a:cubicBezTo>
                      <a:pt x="59009" y="93718"/>
                      <a:pt x="58357" y="95479"/>
                      <a:pt x="58520" y="97273"/>
                    </a:cubicBezTo>
                    <a:cubicBezTo>
                      <a:pt x="58716" y="99035"/>
                      <a:pt x="59760" y="100600"/>
                      <a:pt x="61325" y="101546"/>
                    </a:cubicBezTo>
                    <a:cubicBezTo>
                      <a:pt x="64196" y="103275"/>
                      <a:pt x="67099" y="104906"/>
                      <a:pt x="69937" y="106537"/>
                    </a:cubicBezTo>
                    <a:cubicBezTo>
                      <a:pt x="68436" y="110354"/>
                      <a:pt x="66805" y="113877"/>
                      <a:pt x="65338" y="117693"/>
                    </a:cubicBezTo>
                    <a:cubicBezTo>
                      <a:pt x="64261" y="120401"/>
                      <a:pt x="65468" y="123434"/>
                      <a:pt x="68143" y="124706"/>
                    </a:cubicBezTo>
                    <a:cubicBezTo>
                      <a:pt x="68956" y="125101"/>
                      <a:pt x="69781" y="125294"/>
                      <a:pt x="70595" y="125294"/>
                    </a:cubicBezTo>
                    <a:cubicBezTo>
                      <a:pt x="72068" y="125294"/>
                      <a:pt x="73504" y="124664"/>
                      <a:pt x="74765" y="123467"/>
                    </a:cubicBezTo>
                    <a:cubicBezTo>
                      <a:pt x="80930" y="117628"/>
                      <a:pt x="87519" y="111398"/>
                      <a:pt x="93717" y="105526"/>
                    </a:cubicBezTo>
                    <a:cubicBezTo>
                      <a:pt x="95087" y="104221"/>
                      <a:pt x="95772" y="102427"/>
                      <a:pt x="95544" y="100633"/>
                    </a:cubicBezTo>
                    <a:cubicBezTo>
                      <a:pt x="95348" y="98839"/>
                      <a:pt x="94239" y="97241"/>
                      <a:pt x="92575" y="96295"/>
                    </a:cubicBezTo>
                    <a:cubicBezTo>
                      <a:pt x="89770" y="94664"/>
                      <a:pt x="86965" y="93033"/>
                      <a:pt x="84159" y="91434"/>
                    </a:cubicBezTo>
                    <a:cubicBezTo>
                      <a:pt x="85692" y="87781"/>
                      <a:pt x="87291" y="84029"/>
                      <a:pt x="88759" y="80246"/>
                    </a:cubicBezTo>
                    <a:cubicBezTo>
                      <a:pt x="89411" y="78549"/>
                      <a:pt x="89183" y="76625"/>
                      <a:pt x="88171" y="75124"/>
                    </a:cubicBezTo>
                    <a:cubicBezTo>
                      <a:pt x="87045" y="73505"/>
                      <a:pt x="85349" y="72693"/>
                      <a:pt x="83601" y="72693"/>
                    </a:cubicBezTo>
                    <a:close/>
                    <a:moveTo>
                      <a:pt x="201689" y="159969"/>
                    </a:moveTo>
                    <a:cubicBezTo>
                      <a:pt x="202211" y="159969"/>
                      <a:pt x="202635" y="160393"/>
                      <a:pt x="202635" y="160947"/>
                    </a:cubicBezTo>
                    <a:lnTo>
                      <a:pt x="202635" y="177094"/>
                    </a:lnTo>
                    <a:cubicBezTo>
                      <a:pt x="202635" y="177616"/>
                      <a:pt x="202211" y="178073"/>
                      <a:pt x="201689" y="178073"/>
                    </a:cubicBezTo>
                    <a:lnTo>
                      <a:pt x="150410" y="178073"/>
                    </a:lnTo>
                    <a:cubicBezTo>
                      <a:pt x="149888" y="178073"/>
                      <a:pt x="149432" y="177616"/>
                      <a:pt x="149432" y="177094"/>
                    </a:cubicBezTo>
                    <a:lnTo>
                      <a:pt x="149432" y="160947"/>
                    </a:lnTo>
                    <a:cubicBezTo>
                      <a:pt x="149432" y="160393"/>
                      <a:pt x="149888" y="159969"/>
                      <a:pt x="150410" y="159969"/>
                    </a:cubicBezTo>
                    <a:close/>
                    <a:moveTo>
                      <a:pt x="77048" y="1"/>
                    </a:moveTo>
                    <a:cubicBezTo>
                      <a:pt x="71079" y="1"/>
                      <a:pt x="65762" y="2676"/>
                      <a:pt x="62206" y="6916"/>
                    </a:cubicBezTo>
                    <a:lnTo>
                      <a:pt x="29260" y="6916"/>
                    </a:lnTo>
                    <a:cubicBezTo>
                      <a:pt x="29241" y="6916"/>
                      <a:pt x="29221" y="6916"/>
                      <a:pt x="29202" y="6916"/>
                    </a:cubicBezTo>
                    <a:cubicBezTo>
                      <a:pt x="22410" y="6916"/>
                      <a:pt x="16799" y="12611"/>
                      <a:pt x="16799" y="19344"/>
                    </a:cubicBezTo>
                    <a:cubicBezTo>
                      <a:pt x="16799" y="26194"/>
                      <a:pt x="22377" y="31772"/>
                      <a:pt x="29260" y="31772"/>
                    </a:cubicBezTo>
                    <a:lnTo>
                      <a:pt x="62206" y="31772"/>
                    </a:lnTo>
                    <a:cubicBezTo>
                      <a:pt x="62924" y="32653"/>
                      <a:pt x="63739" y="33469"/>
                      <a:pt x="64620" y="34186"/>
                    </a:cubicBezTo>
                    <a:lnTo>
                      <a:pt x="64620" y="60511"/>
                    </a:lnTo>
                    <a:lnTo>
                      <a:pt x="45961" y="60511"/>
                    </a:lnTo>
                    <a:cubicBezTo>
                      <a:pt x="41623" y="60511"/>
                      <a:pt x="38100" y="64033"/>
                      <a:pt x="38100" y="68372"/>
                    </a:cubicBezTo>
                    <a:lnTo>
                      <a:pt x="38100" y="72286"/>
                    </a:lnTo>
                    <a:lnTo>
                      <a:pt x="3066" y="72286"/>
                    </a:lnTo>
                    <a:cubicBezTo>
                      <a:pt x="1370" y="72286"/>
                      <a:pt x="0" y="73656"/>
                      <a:pt x="0" y="75353"/>
                    </a:cubicBezTo>
                    <a:cubicBezTo>
                      <a:pt x="0" y="77049"/>
                      <a:pt x="1370" y="78419"/>
                      <a:pt x="3066" y="78419"/>
                    </a:cubicBezTo>
                    <a:lnTo>
                      <a:pt x="38100" y="78419"/>
                    </a:lnTo>
                    <a:lnTo>
                      <a:pt x="38100" y="96816"/>
                    </a:lnTo>
                    <a:cubicBezTo>
                      <a:pt x="38100" y="98480"/>
                      <a:pt x="39470" y="99850"/>
                      <a:pt x="41166" y="99850"/>
                    </a:cubicBezTo>
                    <a:cubicBezTo>
                      <a:pt x="42863" y="99850"/>
                      <a:pt x="44200" y="98480"/>
                      <a:pt x="44200" y="96816"/>
                    </a:cubicBezTo>
                    <a:lnTo>
                      <a:pt x="44200" y="75353"/>
                    </a:lnTo>
                    <a:lnTo>
                      <a:pt x="44200" y="68372"/>
                    </a:lnTo>
                    <a:cubicBezTo>
                      <a:pt x="44200" y="67393"/>
                      <a:pt x="45015" y="66610"/>
                      <a:pt x="45961" y="66610"/>
                    </a:cubicBezTo>
                    <a:lnTo>
                      <a:pt x="108102" y="66610"/>
                    </a:lnTo>
                    <a:cubicBezTo>
                      <a:pt x="109081" y="66610"/>
                      <a:pt x="109864" y="67393"/>
                      <a:pt x="109864" y="68372"/>
                    </a:cubicBezTo>
                    <a:cubicBezTo>
                      <a:pt x="109864" y="79267"/>
                      <a:pt x="109864" y="112768"/>
                      <a:pt x="109864" y="122586"/>
                    </a:cubicBezTo>
                    <a:cubicBezTo>
                      <a:pt x="109864" y="122619"/>
                      <a:pt x="109864" y="129567"/>
                      <a:pt x="109864" y="129567"/>
                    </a:cubicBezTo>
                    <a:cubicBezTo>
                      <a:pt x="109864" y="130545"/>
                      <a:pt x="109081" y="131328"/>
                      <a:pt x="108102" y="131328"/>
                    </a:cubicBezTo>
                    <a:lnTo>
                      <a:pt x="45961" y="131328"/>
                    </a:lnTo>
                    <a:cubicBezTo>
                      <a:pt x="45015" y="131328"/>
                      <a:pt x="44200" y="130545"/>
                      <a:pt x="44200" y="129567"/>
                    </a:cubicBezTo>
                    <a:lnTo>
                      <a:pt x="44200" y="109049"/>
                    </a:lnTo>
                    <a:cubicBezTo>
                      <a:pt x="44200" y="107353"/>
                      <a:pt x="42863" y="105983"/>
                      <a:pt x="41166" y="105983"/>
                    </a:cubicBezTo>
                    <a:cubicBezTo>
                      <a:pt x="39470" y="105983"/>
                      <a:pt x="38100" y="107353"/>
                      <a:pt x="38100" y="109049"/>
                    </a:cubicBezTo>
                    <a:lnTo>
                      <a:pt x="38100" y="119520"/>
                    </a:lnTo>
                    <a:lnTo>
                      <a:pt x="3066" y="119520"/>
                    </a:lnTo>
                    <a:cubicBezTo>
                      <a:pt x="1370" y="119520"/>
                      <a:pt x="0" y="120890"/>
                      <a:pt x="0" y="122586"/>
                    </a:cubicBezTo>
                    <a:cubicBezTo>
                      <a:pt x="0" y="124282"/>
                      <a:pt x="1370" y="125652"/>
                      <a:pt x="3066" y="125652"/>
                    </a:cubicBezTo>
                    <a:lnTo>
                      <a:pt x="38100" y="125652"/>
                    </a:lnTo>
                    <a:lnTo>
                      <a:pt x="38100" y="129567"/>
                    </a:lnTo>
                    <a:cubicBezTo>
                      <a:pt x="38100" y="133905"/>
                      <a:pt x="41623" y="137461"/>
                      <a:pt x="45961" y="137461"/>
                    </a:cubicBezTo>
                    <a:lnTo>
                      <a:pt x="108102" y="137461"/>
                    </a:lnTo>
                    <a:cubicBezTo>
                      <a:pt x="112473" y="137461"/>
                      <a:pt x="115996" y="133905"/>
                      <a:pt x="115996" y="129567"/>
                    </a:cubicBezTo>
                    <a:lnTo>
                      <a:pt x="115996" y="125652"/>
                    </a:lnTo>
                    <a:lnTo>
                      <a:pt x="136906" y="125652"/>
                    </a:lnTo>
                    <a:cubicBezTo>
                      <a:pt x="143788" y="125652"/>
                      <a:pt x="149366" y="131263"/>
                      <a:pt x="149366" y="138146"/>
                    </a:cubicBezTo>
                    <a:lnTo>
                      <a:pt x="149366" y="153934"/>
                    </a:lnTo>
                    <a:cubicBezTo>
                      <a:pt x="145974" y="154423"/>
                      <a:pt x="143332" y="157392"/>
                      <a:pt x="143332" y="160947"/>
                    </a:cubicBezTo>
                    <a:lnTo>
                      <a:pt x="143332" y="177094"/>
                    </a:lnTo>
                    <a:cubicBezTo>
                      <a:pt x="143332" y="181008"/>
                      <a:pt x="146496" y="184172"/>
                      <a:pt x="150410" y="184172"/>
                    </a:cubicBezTo>
                    <a:lnTo>
                      <a:pt x="201656" y="184172"/>
                    </a:lnTo>
                    <a:cubicBezTo>
                      <a:pt x="205570" y="184172"/>
                      <a:pt x="208767" y="181008"/>
                      <a:pt x="208767" y="177094"/>
                    </a:cubicBezTo>
                    <a:lnTo>
                      <a:pt x="208767" y="160947"/>
                    </a:lnTo>
                    <a:cubicBezTo>
                      <a:pt x="208767" y="157392"/>
                      <a:pt x="206125" y="154423"/>
                      <a:pt x="202700" y="153934"/>
                    </a:cubicBezTo>
                    <a:lnTo>
                      <a:pt x="202700" y="132633"/>
                    </a:lnTo>
                    <a:cubicBezTo>
                      <a:pt x="202700" y="124087"/>
                      <a:pt x="200971" y="115834"/>
                      <a:pt x="197513" y="108103"/>
                    </a:cubicBezTo>
                    <a:cubicBezTo>
                      <a:pt x="197009" y="106973"/>
                      <a:pt x="195902" y="106304"/>
                      <a:pt x="194741" y="106304"/>
                    </a:cubicBezTo>
                    <a:cubicBezTo>
                      <a:pt x="194326" y="106304"/>
                      <a:pt x="193905" y="106389"/>
                      <a:pt x="193501" y="106570"/>
                    </a:cubicBezTo>
                    <a:cubicBezTo>
                      <a:pt x="191935" y="107255"/>
                      <a:pt x="191250" y="109049"/>
                      <a:pt x="191935" y="110615"/>
                    </a:cubicBezTo>
                    <a:cubicBezTo>
                      <a:pt x="195034" y="117530"/>
                      <a:pt x="196600" y="124967"/>
                      <a:pt x="196600" y="132633"/>
                    </a:cubicBezTo>
                    <a:lnTo>
                      <a:pt x="196600" y="153836"/>
                    </a:lnTo>
                    <a:lnTo>
                      <a:pt x="155499" y="153836"/>
                    </a:lnTo>
                    <a:lnTo>
                      <a:pt x="155499" y="138146"/>
                    </a:lnTo>
                    <a:cubicBezTo>
                      <a:pt x="155499" y="127871"/>
                      <a:pt x="147148" y="119520"/>
                      <a:pt x="136906" y="119520"/>
                    </a:cubicBezTo>
                    <a:lnTo>
                      <a:pt x="115996" y="119520"/>
                    </a:lnTo>
                    <a:lnTo>
                      <a:pt x="115996" y="78419"/>
                    </a:lnTo>
                    <a:lnTo>
                      <a:pt x="142418" y="78419"/>
                    </a:lnTo>
                    <a:cubicBezTo>
                      <a:pt x="159707" y="78419"/>
                      <a:pt x="176082" y="86770"/>
                      <a:pt x="186259" y="100763"/>
                    </a:cubicBezTo>
                    <a:cubicBezTo>
                      <a:pt x="186869" y="101590"/>
                      <a:pt x="187800" y="102025"/>
                      <a:pt x="188743" y="102025"/>
                    </a:cubicBezTo>
                    <a:cubicBezTo>
                      <a:pt x="189363" y="102025"/>
                      <a:pt x="189989" y="101837"/>
                      <a:pt x="190533" y="101448"/>
                    </a:cubicBezTo>
                    <a:cubicBezTo>
                      <a:pt x="191903" y="100437"/>
                      <a:pt x="192196" y="98545"/>
                      <a:pt x="191218" y="97175"/>
                    </a:cubicBezTo>
                    <a:cubicBezTo>
                      <a:pt x="179899" y="81616"/>
                      <a:pt x="161631" y="72286"/>
                      <a:pt x="142418" y="72286"/>
                    </a:cubicBezTo>
                    <a:lnTo>
                      <a:pt x="115996" y="72286"/>
                    </a:lnTo>
                    <a:lnTo>
                      <a:pt x="115996" y="68372"/>
                    </a:lnTo>
                    <a:cubicBezTo>
                      <a:pt x="115996" y="64033"/>
                      <a:pt x="112473" y="60511"/>
                      <a:pt x="108102" y="60511"/>
                    </a:cubicBezTo>
                    <a:lnTo>
                      <a:pt x="89476" y="60511"/>
                    </a:lnTo>
                    <a:lnTo>
                      <a:pt x="89476" y="34186"/>
                    </a:lnTo>
                    <a:cubicBezTo>
                      <a:pt x="90357" y="33469"/>
                      <a:pt x="91140" y="32653"/>
                      <a:pt x="91890" y="31772"/>
                    </a:cubicBezTo>
                    <a:lnTo>
                      <a:pt x="124836" y="31772"/>
                    </a:lnTo>
                    <a:cubicBezTo>
                      <a:pt x="131686" y="31772"/>
                      <a:pt x="137264" y="26194"/>
                      <a:pt x="137264" y="19344"/>
                    </a:cubicBezTo>
                    <a:cubicBezTo>
                      <a:pt x="137264" y="12494"/>
                      <a:pt x="131686" y="6916"/>
                      <a:pt x="124836" y="6916"/>
                    </a:cubicBezTo>
                    <a:lnTo>
                      <a:pt x="91890" y="6916"/>
                    </a:lnTo>
                    <a:cubicBezTo>
                      <a:pt x="88335" y="2676"/>
                      <a:pt x="82985" y="1"/>
                      <a:pt x="77048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9" name="Google Shape;1469;p70"/>
          <p:cNvSpPr/>
          <p:nvPr/>
        </p:nvSpPr>
        <p:spPr>
          <a:xfrm>
            <a:off x="3439763" y="3610925"/>
            <a:ext cx="2253900" cy="3825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XX/XX/XX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0" name="Google Shape;1470;p70"/>
          <p:cNvSpPr/>
          <p:nvPr/>
        </p:nvSpPr>
        <p:spPr>
          <a:xfrm>
            <a:off x="3439775" y="2127925"/>
            <a:ext cx="2253900" cy="1293900"/>
          </a:xfrm>
          <a:prstGeom prst="roundRect">
            <a:avLst>
              <a:gd name="adj" fmla="val 6562"/>
            </a:avLst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COMPANY LOGO HERE</a:t>
            </a:r>
            <a:endParaRPr sz="2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1" name="Google Shape;1471;p70"/>
          <p:cNvSpPr/>
          <p:nvPr/>
        </p:nvSpPr>
        <p:spPr>
          <a:xfrm>
            <a:off x="3429100" y="1556325"/>
            <a:ext cx="2253900" cy="3825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BUSINESS NAME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72" name="Google Shape;1472;p70"/>
          <p:cNvSpPr txBox="1">
            <a:spLocks noGrp="1"/>
          </p:cNvSpPr>
          <p:nvPr>
            <p:ph type="title"/>
          </p:nvPr>
        </p:nvSpPr>
        <p:spPr>
          <a:xfrm>
            <a:off x="713250" y="4174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BUSINESS CASE</a:t>
            </a:r>
            <a:endParaRPr/>
          </a:p>
        </p:txBody>
      </p:sp>
      <p:graphicFrame>
        <p:nvGraphicFramePr>
          <p:cNvPr id="1473" name="Google Shape;1473;p70"/>
          <p:cNvGraphicFramePr/>
          <p:nvPr/>
        </p:nvGraphicFramePr>
        <p:xfrm>
          <a:off x="789413" y="1639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{7DA282E1-6CAF-4ECE-B9A7-BC547073AE35}</a:tableStyleId>
              </a:tblPr>
              <a:tblGrid>
                <a:gridCol w="48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accent4"/>
                          </a:solidFill>
                          <a:latin typeface="Inter Black"/>
                          <a:ea typeface="Inter Black"/>
                          <a:cs typeface="Inter Black"/>
                          <a:sym typeface="Inter Black"/>
                        </a:rPr>
                        <a:t>1</a:t>
                      </a:r>
                      <a:endParaRPr sz="2100">
                        <a:solidFill>
                          <a:schemeClr val="accent4"/>
                        </a:solidFill>
                        <a:latin typeface="Inter Black"/>
                        <a:ea typeface="Inter Black"/>
                        <a:cs typeface="Inter Black"/>
                        <a:sym typeface="Inter Blac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Mercury is the closest planet to the Sun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74" name="Google Shape;1474;p70"/>
          <p:cNvGraphicFramePr/>
          <p:nvPr/>
        </p:nvGraphicFramePr>
        <p:xfrm>
          <a:off x="789413" y="2470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{7DA282E1-6CAF-4ECE-B9A7-BC547073AE35}</a:tableStyleId>
              </a:tblPr>
              <a:tblGrid>
                <a:gridCol w="48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accent4"/>
                          </a:solidFill>
                          <a:latin typeface="Inter Black"/>
                          <a:ea typeface="Inter Black"/>
                          <a:cs typeface="Inter Black"/>
                          <a:sym typeface="Inter Black"/>
                        </a:rPr>
                        <a:t>2</a:t>
                      </a:r>
                      <a:endParaRPr sz="2100">
                        <a:solidFill>
                          <a:schemeClr val="accent4"/>
                        </a:solidFill>
                        <a:latin typeface="Inter Black"/>
                        <a:ea typeface="Inter Black"/>
                        <a:cs typeface="Inter Black"/>
                        <a:sym typeface="Inter Blac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Venus is the second planet from the Sun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75" name="Google Shape;1475;p70"/>
          <p:cNvGraphicFramePr/>
          <p:nvPr/>
        </p:nvGraphicFramePr>
        <p:xfrm>
          <a:off x="789413" y="3300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{7DA282E1-6CAF-4ECE-B9A7-BC547073AE35}</a:tableStyleId>
              </a:tblPr>
              <a:tblGrid>
                <a:gridCol w="48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9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accent4"/>
                          </a:solidFill>
                          <a:latin typeface="Inter Black"/>
                          <a:ea typeface="Inter Black"/>
                          <a:cs typeface="Inter Black"/>
                          <a:sym typeface="Inter Black"/>
                        </a:rPr>
                        <a:t>3</a:t>
                      </a:r>
                      <a:endParaRPr sz="2100">
                        <a:solidFill>
                          <a:schemeClr val="accent4"/>
                        </a:solidFill>
                        <a:latin typeface="Inter Black"/>
                        <a:ea typeface="Inter Black"/>
                        <a:cs typeface="Inter Black"/>
                        <a:sym typeface="Inter Blac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Mars is actually a very cold place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76" name="Google Shape;1476;p70"/>
          <p:cNvGraphicFramePr/>
          <p:nvPr/>
        </p:nvGraphicFramePr>
        <p:xfrm>
          <a:off x="5868088" y="163951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{7DA282E1-6CAF-4ECE-B9A7-BC547073AE35}</a:tableStyleId>
              </a:tblPr>
              <a:tblGrid>
                <a:gridCol w="48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95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accent4"/>
                          </a:solidFill>
                          <a:latin typeface="Inter Black"/>
                          <a:ea typeface="Inter Black"/>
                          <a:cs typeface="Inter Black"/>
                          <a:sym typeface="Inter Black"/>
                        </a:rPr>
                        <a:t>4</a:t>
                      </a:r>
                      <a:endParaRPr sz="2100">
                        <a:solidFill>
                          <a:schemeClr val="accent4"/>
                        </a:solidFill>
                        <a:latin typeface="Inter Black"/>
                        <a:ea typeface="Inter Black"/>
                        <a:cs typeface="Inter Black"/>
                        <a:sym typeface="Inter Blac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Jupiter is the biggest planet of them all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77" name="Google Shape;1477;p70"/>
          <p:cNvGraphicFramePr/>
          <p:nvPr/>
        </p:nvGraphicFramePr>
        <p:xfrm>
          <a:off x="5868088" y="2470088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{7DA282E1-6CAF-4ECE-B9A7-BC547073AE35}</a:tableStyleId>
              </a:tblPr>
              <a:tblGrid>
                <a:gridCol w="502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841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5486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accent4"/>
                          </a:solidFill>
                          <a:latin typeface="Inter Black"/>
                          <a:ea typeface="Inter Black"/>
                          <a:cs typeface="Inter Black"/>
                          <a:sym typeface="Inter Black"/>
                        </a:rPr>
                        <a:t>5</a:t>
                      </a:r>
                      <a:endParaRPr sz="2100">
                        <a:solidFill>
                          <a:schemeClr val="accent4"/>
                        </a:solidFill>
                        <a:latin typeface="Inter Black"/>
                        <a:ea typeface="Inter Black"/>
                        <a:cs typeface="Inter Black"/>
                        <a:sym typeface="Inter Blac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Saturn is a gas giant and has rings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1478" name="Google Shape;1478;p70"/>
          <p:cNvGraphicFramePr/>
          <p:nvPr/>
        </p:nvGraphicFramePr>
        <p:xfrm>
          <a:off x="5868088" y="3300663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{7DA282E1-6CAF-4ECE-B9A7-BC547073AE35}</a:tableStyleId>
              </a:tblPr>
              <a:tblGrid>
                <a:gridCol w="4869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995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accent4"/>
                          </a:solidFill>
                          <a:latin typeface="Inter Black"/>
                          <a:ea typeface="Inter Black"/>
                          <a:cs typeface="Inter Black"/>
                          <a:sym typeface="Inter Black"/>
                        </a:rPr>
                        <a:t>6</a:t>
                      </a:r>
                      <a:endParaRPr sz="2100">
                        <a:solidFill>
                          <a:schemeClr val="accent4"/>
                        </a:solidFill>
                        <a:latin typeface="Inter Black"/>
                        <a:ea typeface="Inter Black"/>
                        <a:cs typeface="Inter Black"/>
                        <a:sym typeface="Inter Blac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Neptune is very far away from Earth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cxnSp>
        <p:nvCxnSpPr>
          <p:cNvPr id="1479" name="Google Shape;1479;p70"/>
          <p:cNvCxnSpPr/>
          <p:nvPr/>
        </p:nvCxnSpPr>
        <p:spPr>
          <a:xfrm>
            <a:off x="887075" y="2174800"/>
            <a:ext cx="2943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0" name="Google Shape;1480;p70"/>
          <p:cNvCxnSpPr/>
          <p:nvPr/>
        </p:nvCxnSpPr>
        <p:spPr>
          <a:xfrm>
            <a:off x="887075" y="3015700"/>
            <a:ext cx="2943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1" name="Google Shape;1481;p70"/>
          <p:cNvCxnSpPr/>
          <p:nvPr/>
        </p:nvCxnSpPr>
        <p:spPr>
          <a:xfrm>
            <a:off x="887075" y="3851425"/>
            <a:ext cx="2943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2" name="Google Shape;1482;p70"/>
          <p:cNvCxnSpPr/>
          <p:nvPr/>
        </p:nvCxnSpPr>
        <p:spPr>
          <a:xfrm>
            <a:off x="5973875" y="2187450"/>
            <a:ext cx="2943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3" name="Google Shape;1483;p70"/>
          <p:cNvCxnSpPr/>
          <p:nvPr/>
        </p:nvCxnSpPr>
        <p:spPr>
          <a:xfrm>
            <a:off x="5973875" y="3015700"/>
            <a:ext cx="2943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484" name="Google Shape;1484;p70"/>
          <p:cNvCxnSpPr/>
          <p:nvPr/>
        </p:nvCxnSpPr>
        <p:spPr>
          <a:xfrm>
            <a:off x="5973875" y="3851425"/>
            <a:ext cx="2943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9" name="Google Shape;1489;p71"/>
          <p:cNvSpPr/>
          <p:nvPr/>
        </p:nvSpPr>
        <p:spPr>
          <a:xfrm>
            <a:off x="3083925" y="1728675"/>
            <a:ext cx="5329200" cy="2615400"/>
          </a:xfrm>
          <a:prstGeom prst="roundRect">
            <a:avLst>
              <a:gd name="adj" fmla="val 4779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0" name="Google Shape;1490;p71"/>
          <p:cNvSpPr/>
          <p:nvPr/>
        </p:nvSpPr>
        <p:spPr>
          <a:xfrm>
            <a:off x="730875" y="1728675"/>
            <a:ext cx="2352900" cy="2615400"/>
          </a:xfrm>
          <a:prstGeom prst="roundRect">
            <a:avLst>
              <a:gd name="adj" fmla="val 4779"/>
            </a:avLst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91" name="Google Shape;1491;p71"/>
          <p:cNvSpPr txBox="1">
            <a:spLocks noGrp="1"/>
          </p:cNvSpPr>
          <p:nvPr>
            <p:ph type="title"/>
          </p:nvPr>
        </p:nvSpPr>
        <p:spPr>
          <a:xfrm>
            <a:off x="713250" y="4174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COMPETITOR COMPARISON</a:t>
            </a:r>
            <a:endParaRPr/>
          </a:p>
        </p:txBody>
      </p:sp>
      <p:graphicFrame>
        <p:nvGraphicFramePr>
          <p:cNvPr id="1492" name="Google Shape;1492;p71"/>
          <p:cNvGraphicFramePr/>
          <p:nvPr/>
        </p:nvGraphicFramePr>
        <p:xfrm>
          <a:off x="751332" y="1205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{7DA282E1-6CAF-4ECE-B9A7-BC547073AE35}</a:tableStyleId>
              </a:tblPr>
              <a:tblGrid>
                <a:gridCol w="2332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776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776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776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231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b="1">
                        <a:solidFill>
                          <a:srgbClr val="FFFFFF"/>
                        </a:solidFill>
                        <a:latin typeface="Spartan"/>
                        <a:ea typeface="Spartan"/>
                        <a:cs typeface="Spartan"/>
                        <a:sym typeface="Spartan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b="1">
                          <a:solidFill>
                            <a:schemeClr val="accent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</a:t>
                      </a:r>
                      <a:endParaRPr sz="2100" b="1">
                        <a:solidFill>
                          <a:schemeClr val="accent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b="1">
                          <a:solidFill>
                            <a:schemeClr val="accent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B</a:t>
                      </a:r>
                      <a:endParaRPr sz="2100" b="1">
                        <a:solidFill>
                          <a:schemeClr val="accent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b="1">
                          <a:solidFill>
                            <a:schemeClr val="accent4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</a:t>
                      </a:r>
                      <a:endParaRPr sz="2100" b="1">
                        <a:solidFill>
                          <a:schemeClr val="accent4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23100">
                <a:tc>
                  <a:txBody>
                    <a:bodyPr/>
                    <a:lstStyle/>
                    <a:p>
                      <a:pPr marL="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PRICE</a:t>
                      </a:r>
                      <a:endParaRPr sz="2100" b="1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320025" marR="45700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$270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$500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$789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23100">
                <a:tc>
                  <a:txBody>
                    <a:bodyPr/>
                    <a:lstStyle/>
                    <a:p>
                      <a:pPr marL="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QUALITY</a:t>
                      </a:r>
                      <a:endParaRPr sz="2100" b="1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320025" marR="45700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Low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Medium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High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23100">
                <a:tc>
                  <a:txBody>
                    <a:bodyPr/>
                    <a:lstStyle/>
                    <a:p>
                      <a:pPr marL="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CUSTOMER</a:t>
                      </a:r>
                      <a:endParaRPr sz="2100" b="1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320025" marR="45700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3,200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2,000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4,600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23100">
                <a:tc>
                  <a:txBody>
                    <a:bodyPr/>
                    <a:lstStyle/>
                    <a:p>
                      <a:pPr marL="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REPUTATION</a:t>
                      </a:r>
                      <a:endParaRPr sz="2100" b="1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320025" marR="45700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Average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Bad 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Good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523100">
                <a:tc>
                  <a:txBody>
                    <a:bodyPr/>
                    <a:lstStyle/>
                    <a:p>
                      <a:pPr marL="0" marR="9144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LOCATION</a:t>
                      </a:r>
                      <a:endParaRPr sz="2100" b="1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320025" marR="45700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Mercury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Venus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Mars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97" name="Google Shape;1497;p72"/>
          <p:cNvGrpSpPr/>
          <p:nvPr/>
        </p:nvGrpSpPr>
        <p:grpSpPr>
          <a:xfrm>
            <a:off x="4749620" y="1725800"/>
            <a:ext cx="442364" cy="411499"/>
            <a:chOff x="4456875" y="2635825"/>
            <a:chExt cx="481825" cy="451700"/>
          </a:xfrm>
        </p:grpSpPr>
        <p:sp>
          <p:nvSpPr>
            <p:cNvPr id="1498" name="Google Shape;1498;p72"/>
            <p:cNvSpPr/>
            <p:nvPr/>
          </p:nvSpPr>
          <p:spPr>
            <a:xfrm>
              <a:off x="4542475" y="3031050"/>
              <a:ext cx="189725" cy="56475"/>
            </a:xfrm>
            <a:custGeom>
              <a:avLst/>
              <a:gdLst/>
              <a:ahLst/>
              <a:cxnLst/>
              <a:rect l="l" t="t" r="r" b="b"/>
              <a:pathLst>
                <a:path w="7589" h="2259" extrusionOk="0">
                  <a:moveTo>
                    <a:pt x="2792" y="0"/>
                  </a:moveTo>
                  <a:lnTo>
                    <a:pt x="2415" y="1130"/>
                  </a:lnTo>
                  <a:lnTo>
                    <a:pt x="567" y="1130"/>
                  </a:lnTo>
                  <a:cubicBezTo>
                    <a:pt x="253" y="1130"/>
                    <a:pt x="0" y="1383"/>
                    <a:pt x="0" y="1696"/>
                  </a:cubicBezTo>
                  <a:cubicBezTo>
                    <a:pt x="0" y="2006"/>
                    <a:pt x="253" y="2259"/>
                    <a:pt x="567" y="2259"/>
                  </a:cubicBezTo>
                  <a:lnTo>
                    <a:pt x="7589" y="2259"/>
                  </a:lnTo>
                  <a:cubicBezTo>
                    <a:pt x="7101" y="1831"/>
                    <a:pt x="6821" y="1214"/>
                    <a:pt x="6821" y="567"/>
                  </a:cubicBezTo>
                  <a:lnTo>
                    <a:pt x="6821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499" name="Google Shape;1499;p72"/>
            <p:cNvSpPr/>
            <p:nvPr/>
          </p:nvSpPr>
          <p:spPr>
            <a:xfrm>
              <a:off x="4456875" y="2946350"/>
              <a:ext cx="256125" cy="56500"/>
            </a:xfrm>
            <a:custGeom>
              <a:avLst/>
              <a:gdLst/>
              <a:ahLst/>
              <a:cxnLst/>
              <a:rect l="l" t="t" r="r" b="b"/>
              <a:pathLst>
                <a:path w="10245" h="2260" extrusionOk="0">
                  <a:moveTo>
                    <a:pt x="1" y="1"/>
                  </a:moveTo>
                  <a:lnTo>
                    <a:pt x="1" y="567"/>
                  </a:lnTo>
                  <a:cubicBezTo>
                    <a:pt x="1" y="1500"/>
                    <a:pt x="756" y="2259"/>
                    <a:pt x="1693" y="2259"/>
                  </a:cubicBezTo>
                  <a:lnTo>
                    <a:pt x="10245" y="2259"/>
                  </a:lnTo>
                  <a:lnTo>
                    <a:pt x="1024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00" name="Google Shape;1500;p72"/>
            <p:cNvSpPr/>
            <p:nvPr/>
          </p:nvSpPr>
          <p:spPr>
            <a:xfrm>
              <a:off x="4741225" y="2861675"/>
              <a:ext cx="169400" cy="141175"/>
            </a:xfrm>
            <a:custGeom>
              <a:avLst/>
              <a:gdLst/>
              <a:ahLst/>
              <a:cxnLst/>
              <a:rect l="l" t="t" r="r" b="b"/>
              <a:pathLst>
                <a:path w="6776" h="5647" extrusionOk="0">
                  <a:moveTo>
                    <a:pt x="0" y="0"/>
                  </a:moveTo>
                  <a:lnTo>
                    <a:pt x="0" y="5646"/>
                  </a:lnTo>
                  <a:lnTo>
                    <a:pt x="6775" y="5646"/>
                  </a:lnTo>
                  <a:lnTo>
                    <a:pt x="677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01" name="Google Shape;1501;p72"/>
            <p:cNvSpPr/>
            <p:nvPr/>
          </p:nvSpPr>
          <p:spPr>
            <a:xfrm>
              <a:off x="4741225" y="3031050"/>
              <a:ext cx="169400" cy="42400"/>
            </a:xfrm>
            <a:custGeom>
              <a:avLst/>
              <a:gdLst/>
              <a:ahLst/>
              <a:cxnLst/>
              <a:rect l="l" t="t" r="r" b="b"/>
              <a:pathLst>
                <a:path w="6776" h="1696" extrusionOk="0">
                  <a:moveTo>
                    <a:pt x="0" y="0"/>
                  </a:moveTo>
                  <a:lnTo>
                    <a:pt x="0" y="567"/>
                  </a:lnTo>
                  <a:cubicBezTo>
                    <a:pt x="0" y="1190"/>
                    <a:pt x="506" y="1696"/>
                    <a:pt x="1129" y="1696"/>
                  </a:cubicBezTo>
                  <a:lnTo>
                    <a:pt x="5646" y="1696"/>
                  </a:lnTo>
                  <a:cubicBezTo>
                    <a:pt x="6270" y="1696"/>
                    <a:pt x="6775" y="1190"/>
                    <a:pt x="6775" y="567"/>
                  </a:cubicBezTo>
                  <a:lnTo>
                    <a:pt x="6775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02" name="Google Shape;1502;p72"/>
            <p:cNvSpPr/>
            <p:nvPr/>
          </p:nvSpPr>
          <p:spPr>
            <a:xfrm>
              <a:off x="4456875" y="2635825"/>
              <a:ext cx="481825" cy="282325"/>
            </a:xfrm>
            <a:custGeom>
              <a:avLst/>
              <a:gdLst/>
              <a:ahLst/>
              <a:cxnLst/>
              <a:rect l="l" t="t" r="r" b="b"/>
              <a:pathLst>
                <a:path w="19273" h="11293" extrusionOk="0">
                  <a:moveTo>
                    <a:pt x="1693" y="0"/>
                  </a:moveTo>
                  <a:cubicBezTo>
                    <a:pt x="756" y="0"/>
                    <a:pt x="1" y="759"/>
                    <a:pt x="1" y="1696"/>
                  </a:cubicBezTo>
                  <a:lnTo>
                    <a:pt x="1" y="11293"/>
                  </a:lnTo>
                  <a:lnTo>
                    <a:pt x="10245" y="11293"/>
                  </a:lnTo>
                  <a:lnTo>
                    <a:pt x="10245" y="7342"/>
                  </a:lnTo>
                  <a:cubicBezTo>
                    <a:pt x="10245" y="6092"/>
                    <a:pt x="11257" y="5083"/>
                    <a:pt x="12503" y="5083"/>
                  </a:cubicBezTo>
                  <a:lnTo>
                    <a:pt x="17020" y="5083"/>
                  </a:lnTo>
                  <a:cubicBezTo>
                    <a:pt x="18201" y="5083"/>
                    <a:pt x="19179" y="5993"/>
                    <a:pt x="19273" y="7167"/>
                  </a:cubicBezTo>
                  <a:lnTo>
                    <a:pt x="19273" y="1696"/>
                  </a:lnTo>
                  <a:cubicBezTo>
                    <a:pt x="19270" y="759"/>
                    <a:pt x="18514" y="0"/>
                    <a:pt x="1757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03" name="Google Shape;1503;p72"/>
            <p:cNvSpPr/>
            <p:nvPr/>
          </p:nvSpPr>
          <p:spPr>
            <a:xfrm>
              <a:off x="4741225" y="2791125"/>
              <a:ext cx="169400" cy="42325"/>
            </a:xfrm>
            <a:custGeom>
              <a:avLst/>
              <a:gdLst/>
              <a:ahLst/>
              <a:cxnLst/>
              <a:rect l="l" t="t" r="r" b="b"/>
              <a:pathLst>
                <a:path w="6776" h="1693" extrusionOk="0">
                  <a:moveTo>
                    <a:pt x="1129" y="1"/>
                  </a:moveTo>
                  <a:cubicBezTo>
                    <a:pt x="506" y="1"/>
                    <a:pt x="0" y="503"/>
                    <a:pt x="0" y="1130"/>
                  </a:cubicBezTo>
                  <a:lnTo>
                    <a:pt x="0" y="1693"/>
                  </a:lnTo>
                  <a:lnTo>
                    <a:pt x="6775" y="1693"/>
                  </a:lnTo>
                  <a:lnTo>
                    <a:pt x="6775" y="1130"/>
                  </a:lnTo>
                  <a:cubicBezTo>
                    <a:pt x="6775" y="503"/>
                    <a:pt x="6270" y="1"/>
                    <a:pt x="56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cxnSp>
        <p:nvCxnSpPr>
          <p:cNvPr id="1504" name="Google Shape;1504;p72"/>
          <p:cNvCxnSpPr/>
          <p:nvPr/>
        </p:nvCxnSpPr>
        <p:spPr>
          <a:xfrm>
            <a:off x="5710975" y="3053575"/>
            <a:ext cx="7539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05" name="Google Shape;1505;p72"/>
          <p:cNvGrpSpPr/>
          <p:nvPr/>
        </p:nvGrpSpPr>
        <p:grpSpPr>
          <a:xfrm>
            <a:off x="1540035" y="1264325"/>
            <a:ext cx="1835083" cy="1835083"/>
            <a:chOff x="915325" y="919975"/>
            <a:chExt cx="2118300" cy="2118300"/>
          </a:xfrm>
        </p:grpSpPr>
        <p:sp>
          <p:nvSpPr>
            <p:cNvPr id="1506" name="Google Shape;1506;p72"/>
            <p:cNvSpPr/>
            <p:nvPr/>
          </p:nvSpPr>
          <p:spPr>
            <a:xfrm>
              <a:off x="915325" y="919975"/>
              <a:ext cx="2118300" cy="2118300"/>
            </a:xfrm>
            <a:prstGeom prst="ellipse">
              <a:avLst/>
            </a:prstGeom>
            <a:solidFill>
              <a:schemeClr val="lt1"/>
            </a:solidFill>
            <a:ln w="762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07" name="Google Shape;1507;p72"/>
            <p:cNvSpPr/>
            <p:nvPr/>
          </p:nvSpPr>
          <p:spPr>
            <a:xfrm>
              <a:off x="915325" y="919975"/>
              <a:ext cx="2118300" cy="2118300"/>
            </a:xfrm>
            <a:prstGeom prst="ellipse">
              <a:avLst/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508" name="Google Shape;1508;p72"/>
          <p:cNvSpPr/>
          <p:nvPr/>
        </p:nvSpPr>
        <p:spPr>
          <a:xfrm>
            <a:off x="2460138" y="3294900"/>
            <a:ext cx="1614900" cy="1231500"/>
          </a:xfrm>
          <a:prstGeom prst="roundRect">
            <a:avLst>
              <a:gd name="adj" fmla="val 711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09" name="Google Shape;1509;p72"/>
          <p:cNvSpPr/>
          <p:nvPr/>
        </p:nvSpPr>
        <p:spPr>
          <a:xfrm>
            <a:off x="750213" y="3294900"/>
            <a:ext cx="1716000" cy="1231500"/>
          </a:xfrm>
          <a:prstGeom prst="roundRect">
            <a:avLst>
              <a:gd name="adj" fmla="val 7117"/>
            </a:avLst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10" name="Google Shape;1510;p72"/>
          <p:cNvSpPr txBox="1">
            <a:spLocks noGrp="1"/>
          </p:cNvSpPr>
          <p:nvPr>
            <p:ph type="title"/>
          </p:nvPr>
        </p:nvSpPr>
        <p:spPr>
          <a:xfrm>
            <a:off x="713250" y="4174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TARGET</a:t>
            </a:r>
            <a:endParaRPr/>
          </a:p>
        </p:txBody>
      </p:sp>
      <p:graphicFrame>
        <p:nvGraphicFramePr>
          <p:cNvPr id="1511" name="Google Shape;1511;p72"/>
          <p:cNvGraphicFramePr/>
          <p:nvPr/>
        </p:nvGraphicFramePr>
        <p:xfrm>
          <a:off x="840113" y="3270596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{7DA282E1-6CAF-4ECE-B9A7-BC547073AE35}</a:tableStyleId>
              </a:tblPr>
              <a:tblGrid>
                <a:gridCol w="16200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148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NAME:</a:t>
                      </a:r>
                      <a:endParaRPr sz="1600" b="1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E5B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E5B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Jenna Doe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18287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AGE:</a:t>
                      </a:r>
                      <a:endParaRPr sz="1600" b="1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E5B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30 years old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18287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267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600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OCCUPATION:</a:t>
                      </a:r>
                      <a:endParaRPr sz="1600" b="1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E5B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E5B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Digital business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18287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1512" name="Google Shape;1512;p72"/>
          <p:cNvSpPr txBox="1"/>
          <p:nvPr/>
        </p:nvSpPr>
        <p:spPr>
          <a:xfrm flipH="1">
            <a:off x="4192887" y="3487407"/>
            <a:ext cx="4200900" cy="3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2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DESCRIPTION</a:t>
            </a:r>
            <a:endParaRPr sz="22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3" name="Google Shape;1513;p72"/>
          <p:cNvSpPr/>
          <p:nvPr/>
        </p:nvSpPr>
        <p:spPr>
          <a:xfrm>
            <a:off x="4192900" y="3778826"/>
            <a:ext cx="4200900" cy="79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126000" rIns="91425" bIns="126000" anchor="t" anchorCtr="0">
            <a:noAutofit/>
          </a:bodyPr>
          <a:lstStyle/>
          <a:p>
            <a:pPr marL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Venus has a beautiful name and is the second planet from the Sun. It’s terribly hot, even hotter than Mercury, and its atmosphere is extremely poisonous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514" name="Google Shape;1514;p72"/>
          <p:cNvSpPr txBox="1"/>
          <p:nvPr/>
        </p:nvSpPr>
        <p:spPr>
          <a:xfrm>
            <a:off x="4429825" y="2855425"/>
            <a:ext cx="1317000" cy="396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SALARY</a:t>
            </a:r>
            <a:endParaRPr sz="16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5" name="Google Shape;1515;p72"/>
          <p:cNvSpPr txBox="1"/>
          <p:nvPr/>
        </p:nvSpPr>
        <p:spPr>
          <a:xfrm>
            <a:off x="6500575" y="2776525"/>
            <a:ext cx="1656300" cy="554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 sz="2200">
                <a:solidFill>
                  <a:schemeClr val="accent4"/>
                </a:solidFill>
                <a:latin typeface="Inter Black"/>
                <a:ea typeface="Inter Black"/>
                <a:cs typeface="Inter Black"/>
                <a:sym typeface="Inter Black"/>
              </a:rPr>
              <a:t>$20,152</a:t>
            </a:r>
            <a:endParaRPr sz="2200">
              <a:solidFill>
                <a:schemeClr val="accent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pic>
        <p:nvPicPr>
          <p:cNvPr id="1516" name="Google Shape;1516;p72"/>
          <p:cNvPicPr preferRelativeResize="0"/>
          <p:nvPr/>
        </p:nvPicPr>
        <p:blipFill rotWithShape="1">
          <a:blip r:embed="rId3">
            <a:alphaModFix/>
          </a:blip>
          <a:srcRect l="25500" r="8041"/>
          <a:stretch/>
        </p:blipFill>
        <p:spPr>
          <a:xfrm>
            <a:off x="1655470" y="1376523"/>
            <a:ext cx="1603800" cy="16104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sp>
        <p:nvSpPr>
          <p:cNvPr id="1517" name="Google Shape;1517;p72"/>
          <p:cNvSpPr txBox="1"/>
          <p:nvPr/>
        </p:nvSpPr>
        <p:spPr>
          <a:xfrm flipH="1">
            <a:off x="5190100" y="1177049"/>
            <a:ext cx="2206500" cy="3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HOBBIES</a:t>
            </a:r>
            <a:endParaRPr sz="2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8" name="Google Shape;1518;p72"/>
          <p:cNvSpPr txBox="1"/>
          <p:nvPr/>
        </p:nvSpPr>
        <p:spPr>
          <a:xfrm flipH="1">
            <a:off x="4339148" y="2308175"/>
            <a:ext cx="1263300" cy="3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WEB</a:t>
            </a:r>
            <a:endParaRPr sz="16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19" name="Google Shape;1519;p72"/>
          <p:cNvSpPr txBox="1"/>
          <p:nvPr/>
        </p:nvSpPr>
        <p:spPr>
          <a:xfrm flipH="1">
            <a:off x="5661700" y="2308175"/>
            <a:ext cx="1263300" cy="3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TRAVEL</a:t>
            </a:r>
            <a:endParaRPr sz="16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20" name="Google Shape;1520;p72"/>
          <p:cNvSpPr txBox="1"/>
          <p:nvPr/>
        </p:nvSpPr>
        <p:spPr>
          <a:xfrm flipH="1">
            <a:off x="6984248" y="2308175"/>
            <a:ext cx="1263300" cy="357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ECONOMY</a:t>
            </a:r>
            <a:endParaRPr sz="16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grpSp>
        <p:nvGrpSpPr>
          <p:cNvPr id="1521" name="Google Shape;1521;p72"/>
          <p:cNvGrpSpPr/>
          <p:nvPr/>
        </p:nvGrpSpPr>
        <p:grpSpPr>
          <a:xfrm>
            <a:off x="6064447" y="1715681"/>
            <a:ext cx="442364" cy="411461"/>
            <a:chOff x="2682350" y="2643425"/>
            <a:chExt cx="473775" cy="436425"/>
          </a:xfrm>
        </p:grpSpPr>
        <p:sp>
          <p:nvSpPr>
            <p:cNvPr id="1522" name="Google Shape;1522;p72"/>
            <p:cNvSpPr/>
            <p:nvPr/>
          </p:nvSpPr>
          <p:spPr>
            <a:xfrm>
              <a:off x="2682350" y="2725775"/>
              <a:ext cx="70175" cy="73425"/>
            </a:xfrm>
            <a:custGeom>
              <a:avLst/>
              <a:gdLst/>
              <a:ahLst/>
              <a:cxnLst/>
              <a:rect l="l" t="t" r="r" b="b"/>
              <a:pathLst>
                <a:path w="2807" h="2937" extrusionOk="0">
                  <a:moveTo>
                    <a:pt x="1130" y="1"/>
                  </a:moveTo>
                  <a:cubicBezTo>
                    <a:pt x="506" y="1"/>
                    <a:pt x="1" y="504"/>
                    <a:pt x="1" y="1130"/>
                  </a:cubicBezTo>
                  <a:lnTo>
                    <a:pt x="1" y="2937"/>
                  </a:lnTo>
                  <a:lnTo>
                    <a:pt x="1991" y="2937"/>
                  </a:lnTo>
                  <a:cubicBezTo>
                    <a:pt x="2443" y="2937"/>
                    <a:pt x="2807" y="2572"/>
                    <a:pt x="2807" y="2124"/>
                  </a:cubicBezTo>
                  <a:lnTo>
                    <a:pt x="280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23" name="Google Shape;1523;p72"/>
            <p:cNvSpPr/>
            <p:nvPr/>
          </p:nvSpPr>
          <p:spPr>
            <a:xfrm>
              <a:off x="2682350" y="3006350"/>
              <a:ext cx="70175" cy="73500"/>
            </a:xfrm>
            <a:custGeom>
              <a:avLst/>
              <a:gdLst/>
              <a:ahLst/>
              <a:cxnLst/>
              <a:rect l="l" t="t" r="r" b="b"/>
              <a:pathLst>
                <a:path w="2807" h="2940" extrusionOk="0">
                  <a:moveTo>
                    <a:pt x="1" y="1"/>
                  </a:moveTo>
                  <a:lnTo>
                    <a:pt x="1" y="1811"/>
                  </a:lnTo>
                  <a:cubicBezTo>
                    <a:pt x="1" y="2434"/>
                    <a:pt x="506" y="2940"/>
                    <a:pt x="1130" y="2940"/>
                  </a:cubicBezTo>
                  <a:lnTo>
                    <a:pt x="2807" y="2940"/>
                  </a:lnTo>
                  <a:lnTo>
                    <a:pt x="2807" y="817"/>
                  </a:lnTo>
                  <a:cubicBezTo>
                    <a:pt x="2807" y="365"/>
                    <a:pt x="2443" y="4"/>
                    <a:pt x="199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24" name="Google Shape;1524;p72"/>
            <p:cNvSpPr/>
            <p:nvPr/>
          </p:nvSpPr>
          <p:spPr>
            <a:xfrm>
              <a:off x="3085925" y="2725700"/>
              <a:ext cx="70200" cy="73500"/>
            </a:xfrm>
            <a:custGeom>
              <a:avLst/>
              <a:gdLst/>
              <a:ahLst/>
              <a:cxnLst/>
              <a:rect l="l" t="t" r="r" b="b"/>
              <a:pathLst>
                <a:path w="2808" h="2940" extrusionOk="0">
                  <a:moveTo>
                    <a:pt x="1" y="1"/>
                  </a:moveTo>
                  <a:lnTo>
                    <a:pt x="1" y="2127"/>
                  </a:lnTo>
                  <a:cubicBezTo>
                    <a:pt x="1" y="2575"/>
                    <a:pt x="365" y="2940"/>
                    <a:pt x="817" y="2940"/>
                  </a:cubicBezTo>
                  <a:lnTo>
                    <a:pt x="2807" y="2940"/>
                  </a:lnTo>
                  <a:lnTo>
                    <a:pt x="2807" y="1130"/>
                  </a:lnTo>
                  <a:cubicBezTo>
                    <a:pt x="2807" y="507"/>
                    <a:pt x="2301" y="1"/>
                    <a:pt x="167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25" name="Google Shape;1525;p72"/>
            <p:cNvSpPr/>
            <p:nvPr/>
          </p:nvSpPr>
          <p:spPr>
            <a:xfrm>
              <a:off x="2825150" y="2843075"/>
              <a:ext cx="180700" cy="107375"/>
            </a:xfrm>
            <a:custGeom>
              <a:avLst/>
              <a:gdLst/>
              <a:ahLst/>
              <a:cxnLst/>
              <a:rect l="l" t="t" r="r" b="b"/>
              <a:pathLst>
                <a:path w="7228" h="4295" extrusionOk="0">
                  <a:moveTo>
                    <a:pt x="5024" y="714"/>
                  </a:moveTo>
                  <a:cubicBezTo>
                    <a:pt x="5337" y="714"/>
                    <a:pt x="5590" y="967"/>
                    <a:pt x="5590" y="1277"/>
                  </a:cubicBezTo>
                  <a:cubicBezTo>
                    <a:pt x="5590" y="1590"/>
                    <a:pt x="5337" y="1843"/>
                    <a:pt x="5024" y="1843"/>
                  </a:cubicBezTo>
                  <a:lnTo>
                    <a:pt x="2503" y="1843"/>
                  </a:lnTo>
                  <a:cubicBezTo>
                    <a:pt x="2190" y="1843"/>
                    <a:pt x="1937" y="1590"/>
                    <a:pt x="1937" y="1277"/>
                  </a:cubicBezTo>
                  <a:cubicBezTo>
                    <a:pt x="1937" y="967"/>
                    <a:pt x="2190" y="714"/>
                    <a:pt x="2503" y="714"/>
                  </a:cubicBezTo>
                  <a:close/>
                  <a:moveTo>
                    <a:pt x="6078" y="2452"/>
                  </a:moveTo>
                  <a:cubicBezTo>
                    <a:pt x="6391" y="2452"/>
                    <a:pt x="6644" y="2704"/>
                    <a:pt x="6644" y="3018"/>
                  </a:cubicBezTo>
                  <a:cubicBezTo>
                    <a:pt x="6644" y="3328"/>
                    <a:pt x="6391" y="3581"/>
                    <a:pt x="6078" y="3581"/>
                  </a:cubicBezTo>
                  <a:lnTo>
                    <a:pt x="1449" y="3581"/>
                  </a:lnTo>
                  <a:cubicBezTo>
                    <a:pt x="1136" y="3581"/>
                    <a:pt x="883" y="3328"/>
                    <a:pt x="883" y="3018"/>
                  </a:cubicBezTo>
                  <a:cubicBezTo>
                    <a:pt x="883" y="2704"/>
                    <a:pt x="1136" y="2452"/>
                    <a:pt x="1449" y="2452"/>
                  </a:cubicBezTo>
                  <a:close/>
                  <a:moveTo>
                    <a:pt x="1" y="0"/>
                  </a:moveTo>
                  <a:lnTo>
                    <a:pt x="1" y="4294"/>
                  </a:lnTo>
                  <a:lnTo>
                    <a:pt x="7228" y="4294"/>
                  </a:lnTo>
                  <a:lnTo>
                    <a:pt x="722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26" name="Google Shape;1526;p72"/>
            <p:cNvSpPr/>
            <p:nvPr/>
          </p:nvSpPr>
          <p:spPr>
            <a:xfrm>
              <a:off x="2682350" y="2725700"/>
              <a:ext cx="473775" cy="354150"/>
            </a:xfrm>
            <a:custGeom>
              <a:avLst/>
              <a:gdLst/>
              <a:ahLst/>
              <a:cxnLst/>
              <a:rect l="l" t="t" r="r" b="b"/>
              <a:pathLst>
                <a:path w="18951" h="14166" extrusionOk="0">
                  <a:moveTo>
                    <a:pt x="13503" y="3566"/>
                  </a:moveTo>
                  <a:cubicBezTo>
                    <a:pt x="13816" y="3566"/>
                    <a:pt x="14069" y="3819"/>
                    <a:pt x="14069" y="4129"/>
                  </a:cubicBezTo>
                  <a:lnTo>
                    <a:pt x="14069" y="9556"/>
                  </a:lnTo>
                  <a:cubicBezTo>
                    <a:pt x="14069" y="9866"/>
                    <a:pt x="13816" y="10119"/>
                    <a:pt x="13503" y="10119"/>
                  </a:cubicBezTo>
                  <a:lnTo>
                    <a:pt x="5147" y="10119"/>
                  </a:lnTo>
                  <a:cubicBezTo>
                    <a:pt x="4834" y="10119"/>
                    <a:pt x="4584" y="9866"/>
                    <a:pt x="4584" y="9556"/>
                  </a:cubicBezTo>
                  <a:lnTo>
                    <a:pt x="4584" y="4129"/>
                  </a:lnTo>
                  <a:cubicBezTo>
                    <a:pt x="4584" y="3819"/>
                    <a:pt x="4834" y="3566"/>
                    <a:pt x="5147" y="3566"/>
                  </a:cubicBezTo>
                  <a:close/>
                  <a:moveTo>
                    <a:pt x="3936" y="1"/>
                  </a:moveTo>
                  <a:lnTo>
                    <a:pt x="3936" y="2127"/>
                  </a:lnTo>
                  <a:cubicBezTo>
                    <a:pt x="3933" y="3199"/>
                    <a:pt x="3066" y="4069"/>
                    <a:pt x="1991" y="4069"/>
                  </a:cubicBezTo>
                  <a:lnTo>
                    <a:pt x="1" y="4069"/>
                  </a:lnTo>
                  <a:lnTo>
                    <a:pt x="1" y="10098"/>
                  </a:lnTo>
                  <a:lnTo>
                    <a:pt x="1991" y="10098"/>
                  </a:lnTo>
                  <a:cubicBezTo>
                    <a:pt x="3066" y="10101"/>
                    <a:pt x="3933" y="10968"/>
                    <a:pt x="3936" y="12043"/>
                  </a:cubicBezTo>
                  <a:lnTo>
                    <a:pt x="3936" y="14166"/>
                  </a:lnTo>
                  <a:lnTo>
                    <a:pt x="15015" y="14166"/>
                  </a:lnTo>
                  <a:lnTo>
                    <a:pt x="15015" y="12043"/>
                  </a:lnTo>
                  <a:cubicBezTo>
                    <a:pt x="15018" y="10968"/>
                    <a:pt x="15885" y="10101"/>
                    <a:pt x="16960" y="10098"/>
                  </a:cubicBezTo>
                  <a:lnTo>
                    <a:pt x="18950" y="10098"/>
                  </a:lnTo>
                  <a:lnTo>
                    <a:pt x="18950" y="4069"/>
                  </a:lnTo>
                  <a:lnTo>
                    <a:pt x="16960" y="4069"/>
                  </a:lnTo>
                  <a:cubicBezTo>
                    <a:pt x="15885" y="4069"/>
                    <a:pt x="15018" y="3199"/>
                    <a:pt x="15015" y="2127"/>
                  </a:cubicBezTo>
                  <a:lnTo>
                    <a:pt x="15015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27" name="Google Shape;1527;p72"/>
            <p:cNvSpPr/>
            <p:nvPr/>
          </p:nvSpPr>
          <p:spPr>
            <a:xfrm>
              <a:off x="3085925" y="3006350"/>
              <a:ext cx="70200" cy="73500"/>
            </a:xfrm>
            <a:custGeom>
              <a:avLst/>
              <a:gdLst/>
              <a:ahLst/>
              <a:cxnLst/>
              <a:rect l="l" t="t" r="r" b="b"/>
              <a:pathLst>
                <a:path w="2808" h="2940" extrusionOk="0">
                  <a:moveTo>
                    <a:pt x="817" y="1"/>
                  </a:moveTo>
                  <a:cubicBezTo>
                    <a:pt x="365" y="4"/>
                    <a:pt x="1" y="365"/>
                    <a:pt x="1" y="817"/>
                  </a:cubicBezTo>
                  <a:lnTo>
                    <a:pt x="1" y="2940"/>
                  </a:lnTo>
                  <a:lnTo>
                    <a:pt x="1678" y="2940"/>
                  </a:lnTo>
                  <a:cubicBezTo>
                    <a:pt x="2301" y="2940"/>
                    <a:pt x="2807" y="2434"/>
                    <a:pt x="2807" y="1811"/>
                  </a:cubicBezTo>
                  <a:lnTo>
                    <a:pt x="2807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528" name="Google Shape;1528;p72"/>
            <p:cNvSpPr/>
            <p:nvPr/>
          </p:nvSpPr>
          <p:spPr>
            <a:xfrm>
              <a:off x="2825450" y="2643425"/>
              <a:ext cx="187550" cy="54075"/>
            </a:xfrm>
            <a:custGeom>
              <a:avLst/>
              <a:gdLst/>
              <a:ahLst/>
              <a:cxnLst/>
              <a:rect l="l" t="t" r="r" b="b"/>
              <a:pathLst>
                <a:path w="7502" h="2163" extrusionOk="0">
                  <a:moveTo>
                    <a:pt x="1862" y="1"/>
                  </a:moveTo>
                  <a:cubicBezTo>
                    <a:pt x="835" y="4"/>
                    <a:pt x="1" y="835"/>
                    <a:pt x="1" y="1861"/>
                  </a:cubicBezTo>
                  <a:lnTo>
                    <a:pt x="1" y="2163"/>
                  </a:lnTo>
                  <a:lnTo>
                    <a:pt x="1130" y="2163"/>
                  </a:lnTo>
                  <a:lnTo>
                    <a:pt x="1130" y="1861"/>
                  </a:lnTo>
                  <a:cubicBezTo>
                    <a:pt x="1130" y="1458"/>
                    <a:pt x="1458" y="1133"/>
                    <a:pt x="1862" y="1130"/>
                  </a:cubicBezTo>
                  <a:lnTo>
                    <a:pt x="5641" y="1130"/>
                  </a:lnTo>
                  <a:cubicBezTo>
                    <a:pt x="6044" y="1133"/>
                    <a:pt x="6373" y="1458"/>
                    <a:pt x="6373" y="1861"/>
                  </a:cubicBezTo>
                  <a:lnTo>
                    <a:pt x="6373" y="2163"/>
                  </a:lnTo>
                  <a:lnTo>
                    <a:pt x="7502" y="2163"/>
                  </a:lnTo>
                  <a:lnTo>
                    <a:pt x="7502" y="1861"/>
                  </a:lnTo>
                  <a:cubicBezTo>
                    <a:pt x="7502" y="835"/>
                    <a:pt x="6668" y="4"/>
                    <a:pt x="564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cxnSp>
        <p:nvCxnSpPr>
          <p:cNvPr id="1529" name="Google Shape;1529;p72"/>
          <p:cNvCxnSpPr/>
          <p:nvPr/>
        </p:nvCxnSpPr>
        <p:spPr>
          <a:xfrm>
            <a:off x="6585750" y="3270600"/>
            <a:ext cx="11238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30" name="Google Shape;1530;p72"/>
          <p:cNvCxnSpPr/>
          <p:nvPr/>
        </p:nvCxnSpPr>
        <p:spPr>
          <a:xfrm>
            <a:off x="4754800" y="2271425"/>
            <a:ext cx="4320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31" name="Google Shape;1531;p72"/>
          <p:cNvCxnSpPr/>
          <p:nvPr/>
        </p:nvCxnSpPr>
        <p:spPr>
          <a:xfrm>
            <a:off x="6077350" y="2271425"/>
            <a:ext cx="4320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532" name="Google Shape;1532;p72"/>
          <p:cNvCxnSpPr/>
          <p:nvPr/>
        </p:nvCxnSpPr>
        <p:spPr>
          <a:xfrm>
            <a:off x="7410175" y="2271425"/>
            <a:ext cx="4320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1533" name="Google Shape;1533;p72"/>
          <p:cNvGrpSpPr/>
          <p:nvPr/>
        </p:nvGrpSpPr>
        <p:grpSpPr>
          <a:xfrm>
            <a:off x="7379279" y="1715677"/>
            <a:ext cx="438927" cy="411466"/>
            <a:chOff x="-62511900" y="4129100"/>
            <a:chExt cx="304050" cy="282000"/>
          </a:xfrm>
        </p:grpSpPr>
        <p:sp>
          <p:nvSpPr>
            <p:cNvPr id="1534" name="Google Shape;1534;p72"/>
            <p:cNvSpPr/>
            <p:nvPr/>
          </p:nvSpPr>
          <p:spPr>
            <a:xfrm>
              <a:off x="-62414225" y="4203925"/>
              <a:ext cx="206375" cy="207175"/>
            </a:xfrm>
            <a:custGeom>
              <a:avLst/>
              <a:gdLst/>
              <a:ahLst/>
              <a:cxnLst/>
              <a:rect l="l" t="t" r="r" b="b"/>
              <a:pathLst>
                <a:path w="8255" h="8287" extrusionOk="0">
                  <a:moveTo>
                    <a:pt x="4128" y="1229"/>
                  </a:moveTo>
                  <a:cubicBezTo>
                    <a:pt x="4348" y="1229"/>
                    <a:pt x="4506" y="1418"/>
                    <a:pt x="4506" y="1670"/>
                  </a:cubicBezTo>
                  <a:lnTo>
                    <a:pt x="4506" y="1922"/>
                  </a:lnTo>
                  <a:cubicBezTo>
                    <a:pt x="4978" y="2080"/>
                    <a:pt x="5356" y="2552"/>
                    <a:pt x="5356" y="3119"/>
                  </a:cubicBezTo>
                  <a:cubicBezTo>
                    <a:pt x="5356" y="3340"/>
                    <a:pt x="5136" y="3498"/>
                    <a:pt x="4947" y="3498"/>
                  </a:cubicBezTo>
                  <a:cubicBezTo>
                    <a:pt x="4726" y="3498"/>
                    <a:pt x="4506" y="3308"/>
                    <a:pt x="4506" y="3119"/>
                  </a:cubicBezTo>
                  <a:cubicBezTo>
                    <a:pt x="4506" y="2867"/>
                    <a:pt x="4317" y="2710"/>
                    <a:pt x="4128" y="2710"/>
                  </a:cubicBezTo>
                  <a:cubicBezTo>
                    <a:pt x="3939" y="2710"/>
                    <a:pt x="3687" y="2930"/>
                    <a:pt x="3687" y="3119"/>
                  </a:cubicBezTo>
                  <a:cubicBezTo>
                    <a:pt x="3718" y="3340"/>
                    <a:pt x="4033" y="3592"/>
                    <a:pt x="4411" y="3813"/>
                  </a:cubicBezTo>
                  <a:cubicBezTo>
                    <a:pt x="4821" y="4128"/>
                    <a:pt x="5388" y="4537"/>
                    <a:pt x="5388" y="5199"/>
                  </a:cubicBezTo>
                  <a:cubicBezTo>
                    <a:pt x="5388" y="5766"/>
                    <a:pt x="5041" y="6175"/>
                    <a:pt x="4569" y="6396"/>
                  </a:cubicBezTo>
                  <a:lnTo>
                    <a:pt x="4569" y="6648"/>
                  </a:lnTo>
                  <a:cubicBezTo>
                    <a:pt x="4569" y="6900"/>
                    <a:pt x="4348" y="7089"/>
                    <a:pt x="4159" y="7089"/>
                  </a:cubicBezTo>
                  <a:cubicBezTo>
                    <a:pt x="3970" y="7089"/>
                    <a:pt x="3718" y="6900"/>
                    <a:pt x="3718" y="6648"/>
                  </a:cubicBezTo>
                  <a:lnTo>
                    <a:pt x="3718" y="6396"/>
                  </a:lnTo>
                  <a:cubicBezTo>
                    <a:pt x="3245" y="6238"/>
                    <a:pt x="2899" y="5766"/>
                    <a:pt x="2899" y="5199"/>
                  </a:cubicBezTo>
                  <a:cubicBezTo>
                    <a:pt x="2899" y="4978"/>
                    <a:pt x="3088" y="4821"/>
                    <a:pt x="3308" y="4821"/>
                  </a:cubicBezTo>
                  <a:cubicBezTo>
                    <a:pt x="3498" y="4821"/>
                    <a:pt x="3687" y="5010"/>
                    <a:pt x="3687" y="5199"/>
                  </a:cubicBezTo>
                  <a:cubicBezTo>
                    <a:pt x="3687" y="5451"/>
                    <a:pt x="3876" y="5608"/>
                    <a:pt x="4128" y="5608"/>
                  </a:cubicBezTo>
                  <a:cubicBezTo>
                    <a:pt x="4348" y="5608"/>
                    <a:pt x="4506" y="5388"/>
                    <a:pt x="4506" y="5199"/>
                  </a:cubicBezTo>
                  <a:cubicBezTo>
                    <a:pt x="4506" y="4978"/>
                    <a:pt x="4191" y="4726"/>
                    <a:pt x="3844" y="4506"/>
                  </a:cubicBezTo>
                  <a:cubicBezTo>
                    <a:pt x="3403" y="4191"/>
                    <a:pt x="2867" y="3781"/>
                    <a:pt x="2867" y="3119"/>
                  </a:cubicBezTo>
                  <a:cubicBezTo>
                    <a:pt x="2867" y="2552"/>
                    <a:pt x="3214" y="2143"/>
                    <a:pt x="3687" y="1922"/>
                  </a:cubicBezTo>
                  <a:lnTo>
                    <a:pt x="3687" y="1670"/>
                  </a:lnTo>
                  <a:cubicBezTo>
                    <a:pt x="3687" y="1418"/>
                    <a:pt x="3876" y="1229"/>
                    <a:pt x="4128" y="1229"/>
                  </a:cubicBezTo>
                  <a:close/>
                  <a:moveTo>
                    <a:pt x="4128" y="0"/>
                  </a:moveTo>
                  <a:cubicBezTo>
                    <a:pt x="1828" y="0"/>
                    <a:pt x="0" y="1859"/>
                    <a:pt x="0" y="4128"/>
                  </a:cubicBezTo>
                  <a:cubicBezTo>
                    <a:pt x="0" y="6427"/>
                    <a:pt x="1828" y="8286"/>
                    <a:pt x="4128" y="8286"/>
                  </a:cubicBezTo>
                  <a:cubicBezTo>
                    <a:pt x="6396" y="8286"/>
                    <a:pt x="8255" y="6427"/>
                    <a:pt x="8255" y="4128"/>
                  </a:cubicBezTo>
                  <a:cubicBezTo>
                    <a:pt x="8255" y="1859"/>
                    <a:pt x="6396" y="0"/>
                    <a:pt x="4128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5" name="Google Shape;1535;p72"/>
            <p:cNvSpPr/>
            <p:nvPr/>
          </p:nvSpPr>
          <p:spPr>
            <a:xfrm>
              <a:off x="-62511100" y="4129100"/>
              <a:ext cx="159900" cy="74850"/>
            </a:xfrm>
            <a:custGeom>
              <a:avLst/>
              <a:gdLst/>
              <a:ahLst/>
              <a:cxnLst/>
              <a:rect l="l" t="t" r="r" b="b"/>
              <a:pathLst>
                <a:path w="6396" h="2994" extrusionOk="0">
                  <a:moveTo>
                    <a:pt x="3214" y="1"/>
                  </a:moveTo>
                  <a:cubicBezTo>
                    <a:pt x="1450" y="1"/>
                    <a:pt x="0" y="662"/>
                    <a:pt x="0" y="1513"/>
                  </a:cubicBezTo>
                  <a:cubicBezTo>
                    <a:pt x="0" y="2332"/>
                    <a:pt x="1450" y="2993"/>
                    <a:pt x="3214" y="2993"/>
                  </a:cubicBezTo>
                  <a:cubicBezTo>
                    <a:pt x="4947" y="2993"/>
                    <a:pt x="6396" y="2332"/>
                    <a:pt x="6396" y="1513"/>
                  </a:cubicBezTo>
                  <a:cubicBezTo>
                    <a:pt x="6396" y="662"/>
                    <a:pt x="4947" y="1"/>
                    <a:pt x="3214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6" name="Google Shape;1536;p72"/>
            <p:cNvSpPr/>
            <p:nvPr/>
          </p:nvSpPr>
          <p:spPr>
            <a:xfrm>
              <a:off x="-62511100" y="4207075"/>
              <a:ext cx="110275" cy="59875"/>
            </a:xfrm>
            <a:custGeom>
              <a:avLst/>
              <a:gdLst/>
              <a:ahLst/>
              <a:cxnLst/>
              <a:rect l="l" t="t" r="r" b="b"/>
              <a:pathLst>
                <a:path w="4411" h="2395" extrusionOk="0">
                  <a:moveTo>
                    <a:pt x="0" y="0"/>
                  </a:moveTo>
                  <a:lnTo>
                    <a:pt x="0" y="1135"/>
                  </a:lnTo>
                  <a:cubicBezTo>
                    <a:pt x="0" y="1450"/>
                    <a:pt x="347" y="1765"/>
                    <a:pt x="882" y="2017"/>
                  </a:cubicBezTo>
                  <a:cubicBezTo>
                    <a:pt x="1355" y="2237"/>
                    <a:pt x="2332" y="2395"/>
                    <a:pt x="3151" y="2395"/>
                  </a:cubicBezTo>
                  <a:lnTo>
                    <a:pt x="3308" y="2395"/>
                  </a:lnTo>
                  <a:cubicBezTo>
                    <a:pt x="3560" y="1733"/>
                    <a:pt x="3907" y="1135"/>
                    <a:pt x="4411" y="631"/>
                  </a:cubicBezTo>
                  <a:lnTo>
                    <a:pt x="4411" y="631"/>
                  </a:lnTo>
                  <a:cubicBezTo>
                    <a:pt x="4033" y="694"/>
                    <a:pt x="3623" y="757"/>
                    <a:pt x="3182" y="757"/>
                  </a:cubicBezTo>
                  <a:cubicBezTo>
                    <a:pt x="2363" y="757"/>
                    <a:pt x="1261" y="599"/>
                    <a:pt x="567" y="316"/>
                  </a:cubicBezTo>
                  <a:cubicBezTo>
                    <a:pt x="347" y="221"/>
                    <a:pt x="158" y="127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7" name="Google Shape;1537;p72"/>
            <p:cNvSpPr/>
            <p:nvPr/>
          </p:nvSpPr>
          <p:spPr>
            <a:xfrm>
              <a:off x="-62511100" y="4329950"/>
              <a:ext cx="106350" cy="59875"/>
            </a:xfrm>
            <a:custGeom>
              <a:avLst/>
              <a:gdLst/>
              <a:ahLst/>
              <a:cxnLst/>
              <a:rect l="l" t="t" r="r" b="b"/>
              <a:pathLst>
                <a:path w="4254" h="2395" extrusionOk="0">
                  <a:moveTo>
                    <a:pt x="0" y="0"/>
                  </a:moveTo>
                  <a:lnTo>
                    <a:pt x="0" y="1197"/>
                  </a:lnTo>
                  <a:cubicBezTo>
                    <a:pt x="0" y="1701"/>
                    <a:pt x="1355" y="2395"/>
                    <a:pt x="3182" y="2395"/>
                  </a:cubicBezTo>
                  <a:cubicBezTo>
                    <a:pt x="3560" y="2395"/>
                    <a:pt x="3907" y="2363"/>
                    <a:pt x="4254" y="2332"/>
                  </a:cubicBezTo>
                  <a:cubicBezTo>
                    <a:pt x="3875" y="1859"/>
                    <a:pt x="3560" y="1355"/>
                    <a:pt x="3340" y="756"/>
                  </a:cubicBezTo>
                  <a:lnTo>
                    <a:pt x="3182" y="756"/>
                  </a:lnTo>
                  <a:cubicBezTo>
                    <a:pt x="2363" y="756"/>
                    <a:pt x="1261" y="599"/>
                    <a:pt x="567" y="315"/>
                  </a:cubicBezTo>
                  <a:cubicBezTo>
                    <a:pt x="347" y="252"/>
                    <a:pt x="158" y="126"/>
                    <a:pt x="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538" name="Google Shape;1538;p72"/>
            <p:cNvSpPr/>
            <p:nvPr/>
          </p:nvSpPr>
          <p:spPr>
            <a:xfrm>
              <a:off x="-62511900" y="4268500"/>
              <a:ext cx="78000" cy="60675"/>
            </a:xfrm>
            <a:custGeom>
              <a:avLst/>
              <a:gdLst/>
              <a:ahLst/>
              <a:cxnLst/>
              <a:rect l="l" t="t" r="r" b="b"/>
              <a:pathLst>
                <a:path w="3120" h="2427" extrusionOk="0">
                  <a:moveTo>
                    <a:pt x="1" y="1"/>
                  </a:moveTo>
                  <a:lnTo>
                    <a:pt x="1" y="1167"/>
                  </a:lnTo>
                  <a:lnTo>
                    <a:pt x="32" y="1167"/>
                  </a:lnTo>
                  <a:cubicBezTo>
                    <a:pt x="32" y="1482"/>
                    <a:pt x="379" y="1797"/>
                    <a:pt x="914" y="2017"/>
                  </a:cubicBezTo>
                  <a:cubicBezTo>
                    <a:pt x="1387" y="2238"/>
                    <a:pt x="2332" y="2395"/>
                    <a:pt x="3120" y="2427"/>
                  </a:cubicBezTo>
                  <a:cubicBezTo>
                    <a:pt x="3057" y="2143"/>
                    <a:pt x="3025" y="1860"/>
                    <a:pt x="3025" y="1608"/>
                  </a:cubicBezTo>
                  <a:cubicBezTo>
                    <a:pt x="3025" y="1324"/>
                    <a:pt x="3088" y="1041"/>
                    <a:pt x="3120" y="757"/>
                  </a:cubicBezTo>
                  <a:cubicBezTo>
                    <a:pt x="2332" y="757"/>
                    <a:pt x="1230" y="599"/>
                    <a:pt x="536" y="316"/>
                  </a:cubicBezTo>
                  <a:cubicBezTo>
                    <a:pt x="347" y="253"/>
                    <a:pt x="158" y="127"/>
                    <a:pt x="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3" name="Google Shape;1543;p73"/>
          <p:cNvSpPr/>
          <p:nvPr/>
        </p:nvSpPr>
        <p:spPr>
          <a:xfrm>
            <a:off x="713275" y="2500525"/>
            <a:ext cx="7699800" cy="2032800"/>
          </a:xfrm>
          <a:prstGeom prst="roundRect">
            <a:avLst>
              <a:gd name="adj" fmla="val 4779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4" name="Google Shape;1544;p73"/>
          <p:cNvSpPr/>
          <p:nvPr/>
        </p:nvSpPr>
        <p:spPr>
          <a:xfrm>
            <a:off x="713200" y="1632525"/>
            <a:ext cx="7717500" cy="3825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MANAGE PROGRESS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545" name="Google Shape;1545;p73"/>
          <p:cNvSpPr txBox="1">
            <a:spLocks noGrp="1"/>
          </p:cNvSpPr>
          <p:nvPr>
            <p:ph type="title"/>
          </p:nvPr>
        </p:nvSpPr>
        <p:spPr>
          <a:xfrm>
            <a:off x="1208850" y="417400"/>
            <a:ext cx="6726300" cy="11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IMPLEMENT, TRACK &amp; MANAGE PROGRESS</a:t>
            </a:r>
            <a:endParaRPr/>
          </a:p>
        </p:txBody>
      </p:sp>
      <p:graphicFrame>
        <p:nvGraphicFramePr>
          <p:cNvPr id="1546" name="Google Shape;1546;p73"/>
          <p:cNvGraphicFramePr/>
          <p:nvPr/>
        </p:nvGraphicFramePr>
        <p:xfrm>
          <a:off x="713275" y="20835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{7DA282E1-6CAF-4ECE-B9A7-BC547073AE35}</a:tableStyleId>
              </a:tblPr>
              <a:tblGrid>
                <a:gridCol w="96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655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89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306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7644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16975">
                <a:tc gridSpan="3"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PROGRESS</a:t>
                      </a:r>
                      <a:endParaRPr sz="2100" b="1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STATUS</a:t>
                      </a:r>
                      <a:endParaRPr sz="2100" b="1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LINK</a:t>
                      </a:r>
                      <a:endParaRPr sz="2100" b="1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8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Venus</a:t>
                      </a:r>
                      <a:endParaRPr b="1"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0" marT="0" marB="0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Inter Black"/>
                          <a:ea typeface="Inter Black"/>
                          <a:cs typeface="Inter Black"/>
                          <a:sym typeface="Inter Black"/>
                        </a:rPr>
                        <a:t>10%</a:t>
                      </a:r>
                      <a:endParaRPr>
                        <a:solidFill>
                          <a:schemeClr val="accent4"/>
                        </a:solidFill>
                        <a:latin typeface="Inter Black"/>
                        <a:ea typeface="Inter Black"/>
                        <a:cs typeface="Inter Black"/>
                        <a:sym typeface="Inter Black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www.yourlinkhere.com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8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Mars</a:t>
                      </a:r>
                      <a:endParaRPr b="1"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0" marT="0" marB="0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Inter Black"/>
                          <a:ea typeface="Inter Black"/>
                          <a:cs typeface="Inter Black"/>
                          <a:sym typeface="Inter Black"/>
                        </a:rPr>
                        <a:t>20%</a:t>
                      </a:r>
                      <a:endParaRPr>
                        <a:solidFill>
                          <a:schemeClr val="accent4"/>
                        </a:solidFill>
                        <a:latin typeface="Inter Black"/>
                        <a:ea typeface="Inter Black"/>
                        <a:cs typeface="Inter Black"/>
                        <a:sym typeface="Inter Black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www.yourlinkhere.com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8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Neptune</a:t>
                      </a:r>
                      <a:endParaRPr b="1"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0" marT="0" marB="0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Inter Black"/>
                          <a:ea typeface="Inter Black"/>
                          <a:cs typeface="Inter Black"/>
                          <a:sym typeface="Inter Black"/>
                        </a:rPr>
                        <a:t>30%</a:t>
                      </a:r>
                      <a:endParaRPr>
                        <a:solidFill>
                          <a:schemeClr val="accent4"/>
                        </a:solidFill>
                        <a:latin typeface="Inter Black"/>
                        <a:ea typeface="Inter Black"/>
                        <a:cs typeface="Inter Black"/>
                        <a:sym typeface="Inter Black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www.yourlinkhere.com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8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Jupiter</a:t>
                      </a:r>
                      <a:endParaRPr b="1"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0" marT="0" marB="0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Inter Black"/>
                          <a:ea typeface="Inter Black"/>
                          <a:cs typeface="Inter Black"/>
                          <a:sym typeface="Inter Black"/>
                        </a:rPr>
                        <a:t>40%</a:t>
                      </a:r>
                      <a:endParaRPr>
                        <a:solidFill>
                          <a:schemeClr val="accent4"/>
                        </a:solidFill>
                        <a:latin typeface="Inter Black"/>
                        <a:ea typeface="Inter Black"/>
                        <a:cs typeface="Inter Black"/>
                        <a:sym typeface="Inter Black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www.yourlinkhere.com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8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Earth</a:t>
                      </a:r>
                      <a:endParaRPr b="1"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0" marT="0" marB="0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Inter Black"/>
                          <a:ea typeface="Inter Black"/>
                          <a:cs typeface="Inter Black"/>
                          <a:sym typeface="Inter Black"/>
                        </a:rPr>
                        <a:t>50%</a:t>
                      </a:r>
                      <a:endParaRPr>
                        <a:solidFill>
                          <a:schemeClr val="accent4"/>
                        </a:solidFill>
                        <a:latin typeface="Inter Black"/>
                        <a:ea typeface="Inter Black"/>
                        <a:cs typeface="Inter Black"/>
                        <a:sym typeface="Inter Black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www.yourlinkhere.com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8800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b="1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Ceres</a:t>
                      </a:r>
                      <a:endParaRPr b="1"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0" marT="0" marB="0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accent4"/>
                          </a:solidFill>
                          <a:latin typeface="Inter Black"/>
                          <a:ea typeface="Inter Black"/>
                          <a:cs typeface="Inter Black"/>
                          <a:sym typeface="Inter Black"/>
                        </a:rPr>
                        <a:t>60%</a:t>
                      </a:r>
                      <a:endParaRPr>
                        <a:solidFill>
                          <a:schemeClr val="accent4"/>
                        </a:solidFill>
                        <a:latin typeface="Inter Black"/>
                        <a:ea typeface="Inter Black"/>
                        <a:cs typeface="Inter Black"/>
                        <a:sym typeface="Inter Black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/>
                    </a:p>
                  </a:txBody>
                  <a:tcPr marL="0" marR="0" marT="0" marB="0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www.yourlinkhere.com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0" marR="0" marT="0" marB="0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547" name="Google Shape;1547;p73"/>
          <p:cNvSpPr/>
          <p:nvPr/>
        </p:nvSpPr>
        <p:spPr>
          <a:xfrm>
            <a:off x="4531325" y="2563450"/>
            <a:ext cx="212400" cy="212400"/>
          </a:xfrm>
          <a:prstGeom prst="ellipse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8" name="Google Shape;1548;p73"/>
          <p:cNvSpPr/>
          <p:nvPr/>
        </p:nvSpPr>
        <p:spPr>
          <a:xfrm>
            <a:off x="4845382" y="2563450"/>
            <a:ext cx="212400" cy="212400"/>
          </a:xfrm>
          <a:prstGeom prst="ellipse">
            <a:avLst/>
          </a:prstGeom>
          <a:solidFill>
            <a:schemeClr val="accen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49" name="Google Shape;1549;p73"/>
          <p:cNvSpPr/>
          <p:nvPr/>
        </p:nvSpPr>
        <p:spPr>
          <a:xfrm>
            <a:off x="5159439" y="2563450"/>
            <a:ext cx="212400" cy="212400"/>
          </a:xfrm>
          <a:prstGeom prst="ellipse">
            <a:avLst/>
          </a:prstGeom>
          <a:solidFill>
            <a:schemeClr val="accent4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0" name="Google Shape;1550;p73"/>
          <p:cNvSpPr/>
          <p:nvPr/>
        </p:nvSpPr>
        <p:spPr>
          <a:xfrm>
            <a:off x="4531313" y="2908325"/>
            <a:ext cx="212400" cy="212400"/>
          </a:xfrm>
          <a:prstGeom prst="ellipse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1" name="Google Shape;1551;p73"/>
          <p:cNvSpPr/>
          <p:nvPr/>
        </p:nvSpPr>
        <p:spPr>
          <a:xfrm>
            <a:off x="4845370" y="2908325"/>
            <a:ext cx="212400" cy="212400"/>
          </a:xfrm>
          <a:prstGeom prst="ellipse">
            <a:avLst/>
          </a:prstGeom>
          <a:solidFill>
            <a:schemeClr val="accen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2" name="Google Shape;1552;p73"/>
          <p:cNvSpPr/>
          <p:nvPr/>
        </p:nvSpPr>
        <p:spPr>
          <a:xfrm>
            <a:off x="5159427" y="2908325"/>
            <a:ext cx="212400" cy="212400"/>
          </a:xfrm>
          <a:prstGeom prst="ellipse">
            <a:avLst/>
          </a:prstGeom>
          <a:solidFill>
            <a:schemeClr val="accent4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3" name="Google Shape;1553;p73"/>
          <p:cNvSpPr/>
          <p:nvPr/>
        </p:nvSpPr>
        <p:spPr>
          <a:xfrm>
            <a:off x="4522763" y="3246525"/>
            <a:ext cx="212400" cy="212400"/>
          </a:xfrm>
          <a:prstGeom prst="ellipse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4" name="Google Shape;1554;p73"/>
          <p:cNvSpPr/>
          <p:nvPr/>
        </p:nvSpPr>
        <p:spPr>
          <a:xfrm>
            <a:off x="4836820" y="3246525"/>
            <a:ext cx="212400" cy="212400"/>
          </a:xfrm>
          <a:prstGeom prst="ellipse">
            <a:avLst/>
          </a:prstGeom>
          <a:solidFill>
            <a:schemeClr val="accen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5" name="Google Shape;1555;p73"/>
          <p:cNvSpPr/>
          <p:nvPr/>
        </p:nvSpPr>
        <p:spPr>
          <a:xfrm>
            <a:off x="5150877" y="3246525"/>
            <a:ext cx="212400" cy="212400"/>
          </a:xfrm>
          <a:prstGeom prst="ellipse">
            <a:avLst/>
          </a:prstGeom>
          <a:solidFill>
            <a:schemeClr val="accent4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6" name="Google Shape;1556;p73"/>
          <p:cNvSpPr/>
          <p:nvPr/>
        </p:nvSpPr>
        <p:spPr>
          <a:xfrm>
            <a:off x="4531313" y="3584725"/>
            <a:ext cx="212400" cy="212400"/>
          </a:xfrm>
          <a:prstGeom prst="ellipse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7" name="Google Shape;1557;p73"/>
          <p:cNvSpPr/>
          <p:nvPr/>
        </p:nvSpPr>
        <p:spPr>
          <a:xfrm>
            <a:off x="4845370" y="3584725"/>
            <a:ext cx="212400" cy="212400"/>
          </a:xfrm>
          <a:prstGeom prst="ellipse">
            <a:avLst/>
          </a:prstGeom>
          <a:solidFill>
            <a:schemeClr val="accen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8" name="Google Shape;1558;p73"/>
          <p:cNvSpPr/>
          <p:nvPr/>
        </p:nvSpPr>
        <p:spPr>
          <a:xfrm>
            <a:off x="5159427" y="3584725"/>
            <a:ext cx="212400" cy="212400"/>
          </a:xfrm>
          <a:prstGeom prst="ellipse">
            <a:avLst/>
          </a:prstGeom>
          <a:solidFill>
            <a:schemeClr val="accent4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9" name="Google Shape;1559;p73"/>
          <p:cNvSpPr/>
          <p:nvPr/>
        </p:nvSpPr>
        <p:spPr>
          <a:xfrm>
            <a:off x="4522763" y="3922925"/>
            <a:ext cx="212400" cy="212400"/>
          </a:xfrm>
          <a:prstGeom prst="ellipse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0" name="Google Shape;1560;p73"/>
          <p:cNvSpPr/>
          <p:nvPr/>
        </p:nvSpPr>
        <p:spPr>
          <a:xfrm>
            <a:off x="4836820" y="3922925"/>
            <a:ext cx="212400" cy="212400"/>
          </a:xfrm>
          <a:prstGeom prst="ellipse">
            <a:avLst/>
          </a:prstGeom>
          <a:solidFill>
            <a:schemeClr val="accen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1" name="Google Shape;1561;p73"/>
          <p:cNvSpPr/>
          <p:nvPr/>
        </p:nvSpPr>
        <p:spPr>
          <a:xfrm>
            <a:off x="5150877" y="3922925"/>
            <a:ext cx="212400" cy="212400"/>
          </a:xfrm>
          <a:prstGeom prst="ellipse">
            <a:avLst/>
          </a:prstGeom>
          <a:solidFill>
            <a:schemeClr val="accent4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2" name="Google Shape;1562;p73"/>
          <p:cNvSpPr/>
          <p:nvPr/>
        </p:nvSpPr>
        <p:spPr>
          <a:xfrm>
            <a:off x="4531313" y="4261125"/>
            <a:ext cx="212400" cy="212400"/>
          </a:xfrm>
          <a:prstGeom prst="ellipse">
            <a:avLst/>
          </a:prstGeom>
          <a:solidFill>
            <a:schemeClr val="l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3" name="Google Shape;1563;p73"/>
          <p:cNvSpPr/>
          <p:nvPr/>
        </p:nvSpPr>
        <p:spPr>
          <a:xfrm>
            <a:off x="4845370" y="4261125"/>
            <a:ext cx="212400" cy="212400"/>
          </a:xfrm>
          <a:prstGeom prst="ellipse">
            <a:avLst/>
          </a:prstGeom>
          <a:solidFill>
            <a:schemeClr val="accent2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4" name="Google Shape;1564;p73"/>
          <p:cNvSpPr/>
          <p:nvPr/>
        </p:nvSpPr>
        <p:spPr>
          <a:xfrm>
            <a:off x="5159427" y="4261125"/>
            <a:ext cx="212400" cy="212400"/>
          </a:xfrm>
          <a:prstGeom prst="ellipse">
            <a:avLst/>
          </a:prstGeom>
          <a:solidFill>
            <a:schemeClr val="accent4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5" name="Google Shape;1565;p73"/>
          <p:cNvSpPr/>
          <p:nvPr/>
        </p:nvSpPr>
        <p:spPr>
          <a:xfrm>
            <a:off x="1835925" y="2574550"/>
            <a:ext cx="1562100" cy="190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6" name="Google Shape;1566;p73"/>
          <p:cNvSpPr/>
          <p:nvPr/>
        </p:nvSpPr>
        <p:spPr>
          <a:xfrm>
            <a:off x="1835923" y="2574550"/>
            <a:ext cx="141900" cy="1902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7" name="Google Shape;1567;p73"/>
          <p:cNvSpPr/>
          <p:nvPr/>
        </p:nvSpPr>
        <p:spPr>
          <a:xfrm>
            <a:off x="1835925" y="2916088"/>
            <a:ext cx="1562100" cy="190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8" name="Google Shape;1568;p73"/>
          <p:cNvSpPr/>
          <p:nvPr/>
        </p:nvSpPr>
        <p:spPr>
          <a:xfrm>
            <a:off x="1835925" y="2916100"/>
            <a:ext cx="255600" cy="1902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69" name="Google Shape;1569;p73"/>
          <p:cNvSpPr/>
          <p:nvPr/>
        </p:nvSpPr>
        <p:spPr>
          <a:xfrm>
            <a:off x="1835925" y="3253888"/>
            <a:ext cx="1562100" cy="190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0" name="Google Shape;1570;p73"/>
          <p:cNvSpPr/>
          <p:nvPr/>
        </p:nvSpPr>
        <p:spPr>
          <a:xfrm>
            <a:off x="1835925" y="3253900"/>
            <a:ext cx="346800" cy="1902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1" name="Google Shape;1571;p73"/>
          <p:cNvSpPr/>
          <p:nvPr/>
        </p:nvSpPr>
        <p:spPr>
          <a:xfrm>
            <a:off x="1835925" y="3591700"/>
            <a:ext cx="1562100" cy="190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2" name="Google Shape;1572;p73"/>
          <p:cNvSpPr/>
          <p:nvPr/>
        </p:nvSpPr>
        <p:spPr>
          <a:xfrm>
            <a:off x="1835925" y="3591700"/>
            <a:ext cx="557400" cy="1902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3" name="Google Shape;1573;p73"/>
          <p:cNvSpPr/>
          <p:nvPr/>
        </p:nvSpPr>
        <p:spPr>
          <a:xfrm>
            <a:off x="1835925" y="3929500"/>
            <a:ext cx="1562100" cy="190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4" name="Google Shape;1574;p73"/>
          <p:cNvSpPr/>
          <p:nvPr/>
        </p:nvSpPr>
        <p:spPr>
          <a:xfrm>
            <a:off x="1835925" y="3929500"/>
            <a:ext cx="755100" cy="1902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5" name="Google Shape;1575;p73"/>
          <p:cNvSpPr/>
          <p:nvPr/>
        </p:nvSpPr>
        <p:spPr>
          <a:xfrm>
            <a:off x="1829050" y="4267300"/>
            <a:ext cx="1562100" cy="1902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76" name="Google Shape;1576;p73"/>
          <p:cNvSpPr/>
          <p:nvPr/>
        </p:nvSpPr>
        <p:spPr>
          <a:xfrm>
            <a:off x="1829050" y="4267300"/>
            <a:ext cx="892800" cy="190200"/>
          </a:xfrm>
          <a:prstGeom prst="roundRect">
            <a:avLst>
              <a:gd name="adj" fmla="val 16667"/>
            </a:avLst>
          </a:prstGeom>
          <a:solidFill>
            <a:schemeClr val="accent6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1" name="Google Shape;1581;p74"/>
          <p:cNvSpPr/>
          <p:nvPr/>
        </p:nvSpPr>
        <p:spPr>
          <a:xfrm>
            <a:off x="1075938" y="1910450"/>
            <a:ext cx="1062300" cy="2423400"/>
          </a:xfrm>
          <a:prstGeom prst="roundRect">
            <a:avLst>
              <a:gd name="adj" fmla="val 4779"/>
            </a:avLst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graphicFrame>
        <p:nvGraphicFramePr>
          <p:cNvPr id="1582" name="Google Shape;1582;p74"/>
          <p:cNvGraphicFramePr/>
          <p:nvPr/>
        </p:nvGraphicFramePr>
        <p:xfrm>
          <a:off x="1229638" y="19104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{7DA282E1-6CAF-4ECE-B9A7-BC547073AE35}</a:tableStyleId>
              </a:tblPr>
              <a:tblGrid>
                <a:gridCol w="9087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133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133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133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133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11335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94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Extreme</a:t>
                      </a:r>
                      <a:endParaRPr sz="1200" b="1"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Insert name of the change</a:t>
                      </a:r>
                      <a:endParaRPr sz="1000"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Insert name of the change</a:t>
                      </a:r>
                      <a:endParaRPr sz="1000">
                        <a:solidFill>
                          <a:schemeClr val="dk2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Insert name of the change</a:t>
                      </a:r>
                      <a:endParaRPr sz="1000">
                        <a:solidFill>
                          <a:schemeClr val="dk2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FFFF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FFFF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94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High</a:t>
                      </a:r>
                      <a:endParaRPr sz="1200" b="1"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endParaRPr sz="1000">
                        <a:solidFill>
                          <a:srgbClr val="FFFFFF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FFFF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Insert name of the change</a:t>
                      </a:r>
                      <a:endParaRPr sz="1000">
                        <a:solidFill>
                          <a:schemeClr val="dk2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Insert name of the change</a:t>
                      </a:r>
                      <a:endParaRPr sz="1000">
                        <a:solidFill>
                          <a:schemeClr val="dk2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Insert name of the change</a:t>
                      </a:r>
                      <a:endParaRPr sz="1000"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94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Medium</a:t>
                      </a:r>
                      <a:endParaRPr sz="1200" b="1"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FFFF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FFFF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FFFF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000">
                          <a:solidFill>
                            <a:schemeClr val="dk2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Insert name of the change</a:t>
                      </a:r>
                      <a:endParaRPr sz="1000">
                        <a:solidFill>
                          <a:schemeClr val="dk2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lt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47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Moderate</a:t>
                      </a:r>
                      <a:endParaRPr sz="1200" b="1"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FFFF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FFFF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FFFF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FFFF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chemeClr val="dk2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l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4625"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1200" b="1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Low</a:t>
                      </a:r>
                      <a:endParaRPr sz="1200" b="1"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FFFF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FFFF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4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FFFF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FFFFFF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endParaRPr sz="1000">
                        <a:solidFill>
                          <a:srgbClr val="000000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583" name="Google Shape;1583;p74"/>
          <p:cNvSpPr txBox="1">
            <a:spLocks noGrp="1"/>
          </p:cNvSpPr>
          <p:nvPr>
            <p:ph type="title"/>
          </p:nvPr>
        </p:nvSpPr>
        <p:spPr>
          <a:xfrm>
            <a:off x="713225" y="417400"/>
            <a:ext cx="7717500" cy="11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CHANGE MANAGEMENT STRATEGY &amp; PLAN</a:t>
            </a:r>
            <a:endParaRPr/>
          </a:p>
        </p:txBody>
      </p:sp>
      <p:sp>
        <p:nvSpPr>
          <p:cNvPr id="1584" name="Google Shape;1584;p74"/>
          <p:cNvSpPr txBox="1"/>
          <p:nvPr/>
        </p:nvSpPr>
        <p:spPr>
          <a:xfrm rot="5400000">
            <a:off x="6798463" y="3001888"/>
            <a:ext cx="2242200" cy="297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Complexity of the change</a:t>
            </a:r>
            <a:endParaRPr sz="1200" b="1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585" name="Google Shape;1585;p74"/>
          <p:cNvSpPr txBox="1"/>
          <p:nvPr/>
        </p:nvSpPr>
        <p:spPr>
          <a:xfrm rot="-460">
            <a:off x="3398687" y="1564153"/>
            <a:ext cx="2242200" cy="296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Size of the change</a:t>
            </a:r>
            <a:endParaRPr sz="1200" b="1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586" name="Google Shape;1586;p74"/>
          <p:cNvSpPr txBox="1"/>
          <p:nvPr/>
        </p:nvSpPr>
        <p:spPr>
          <a:xfrm>
            <a:off x="2187398" y="4349400"/>
            <a:ext cx="10380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1 team impacted</a:t>
            </a:r>
            <a:endParaRPr sz="10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587" name="Google Shape;1587;p74"/>
          <p:cNvSpPr txBox="1"/>
          <p:nvPr/>
        </p:nvSpPr>
        <p:spPr>
          <a:xfrm>
            <a:off x="3295002" y="4349400"/>
            <a:ext cx="10380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1 business unit</a:t>
            </a:r>
            <a:endParaRPr sz="10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588" name="Google Shape;1588;p74"/>
          <p:cNvSpPr txBox="1"/>
          <p:nvPr/>
        </p:nvSpPr>
        <p:spPr>
          <a:xfrm>
            <a:off x="4402627" y="4349400"/>
            <a:ext cx="10380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1 division</a:t>
            </a:r>
            <a:endParaRPr sz="10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589" name="Google Shape;1589;p74"/>
          <p:cNvSpPr txBox="1"/>
          <p:nvPr/>
        </p:nvSpPr>
        <p:spPr>
          <a:xfrm>
            <a:off x="5510252" y="4349400"/>
            <a:ext cx="10380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Half company</a:t>
            </a:r>
            <a:endParaRPr sz="10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590" name="Google Shape;1590;p74"/>
          <p:cNvSpPr txBox="1"/>
          <p:nvPr/>
        </p:nvSpPr>
        <p:spPr>
          <a:xfrm>
            <a:off x="6617877" y="4349400"/>
            <a:ext cx="1038000" cy="251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0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Extreme</a:t>
            </a:r>
            <a:endParaRPr sz="10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5" name="Google Shape;1595;p75"/>
          <p:cNvSpPr txBox="1">
            <a:spLocks noGrp="1"/>
          </p:cNvSpPr>
          <p:nvPr>
            <p:ph type="title"/>
          </p:nvPr>
        </p:nvSpPr>
        <p:spPr>
          <a:xfrm>
            <a:off x="4226275" y="2063125"/>
            <a:ext cx="4204500" cy="130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IMPLEMENTING CHANGES</a:t>
            </a:r>
            <a:endParaRPr/>
          </a:p>
        </p:txBody>
      </p:sp>
      <p:sp>
        <p:nvSpPr>
          <p:cNvPr id="1596" name="Google Shape;1596;p75"/>
          <p:cNvSpPr txBox="1">
            <a:spLocks noGrp="1"/>
          </p:cNvSpPr>
          <p:nvPr>
            <p:ph type="subTitle" idx="1"/>
          </p:nvPr>
        </p:nvSpPr>
        <p:spPr>
          <a:xfrm>
            <a:off x="4732375" y="3587188"/>
            <a:ext cx="3192300" cy="688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enter a subtitle here in case you need it</a:t>
            </a:r>
            <a:endParaRPr/>
          </a:p>
        </p:txBody>
      </p:sp>
      <p:sp>
        <p:nvSpPr>
          <p:cNvPr id="1597" name="Google Shape;1597;p75"/>
          <p:cNvSpPr txBox="1">
            <a:spLocks noGrp="1"/>
          </p:cNvSpPr>
          <p:nvPr>
            <p:ph type="title" idx="2"/>
          </p:nvPr>
        </p:nvSpPr>
        <p:spPr>
          <a:xfrm>
            <a:off x="5437225" y="709850"/>
            <a:ext cx="1782600" cy="1052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grpSp>
        <p:nvGrpSpPr>
          <p:cNvPr id="1598" name="Google Shape;1598;p75"/>
          <p:cNvGrpSpPr/>
          <p:nvPr/>
        </p:nvGrpSpPr>
        <p:grpSpPr>
          <a:xfrm rot="1597570">
            <a:off x="2060931" y="2450131"/>
            <a:ext cx="1644252" cy="1643349"/>
            <a:chOff x="1247962" y="2223075"/>
            <a:chExt cx="1782535" cy="1781297"/>
          </a:xfrm>
        </p:grpSpPr>
        <p:sp>
          <p:nvSpPr>
            <p:cNvPr id="1599" name="Google Shape;1599;p75"/>
            <p:cNvSpPr/>
            <p:nvPr/>
          </p:nvSpPr>
          <p:spPr>
            <a:xfrm>
              <a:off x="1247962" y="2223075"/>
              <a:ext cx="1782535" cy="1781297"/>
            </a:xfrm>
            <a:custGeom>
              <a:avLst/>
              <a:gdLst/>
              <a:ahLst/>
              <a:cxnLst/>
              <a:rect l="l" t="t" r="r" b="b"/>
              <a:pathLst>
                <a:path w="76299" h="87846" extrusionOk="0">
                  <a:moveTo>
                    <a:pt x="38165" y="0"/>
                  </a:moveTo>
                  <a:cubicBezTo>
                    <a:pt x="32783" y="0"/>
                    <a:pt x="22084" y="1338"/>
                    <a:pt x="13407" y="4437"/>
                  </a:cubicBezTo>
                  <a:cubicBezTo>
                    <a:pt x="5382" y="7307"/>
                    <a:pt x="0" y="14875"/>
                    <a:pt x="0" y="23421"/>
                  </a:cubicBezTo>
                  <a:lnTo>
                    <a:pt x="0" y="60673"/>
                  </a:lnTo>
                  <a:lnTo>
                    <a:pt x="0" y="61945"/>
                  </a:lnTo>
                  <a:lnTo>
                    <a:pt x="0" y="82953"/>
                  </a:lnTo>
                  <a:cubicBezTo>
                    <a:pt x="0" y="85627"/>
                    <a:pt x="2186" y="87846"/>
                    <a:pt x="4893" y="87846"/>
                  </a:cubicBezTo>
                  <a:lnTo>
                    <a:pt x="71405" y="87846"/>
                  </a:lnTo>
                  <a:cubicBezTo>
                    <a:pt x="74080" y="87846"/>
                    <a:pt x="76298" y="85627"/>
                    <a:pt x="76298" y="82953"/>
                  </a:cubicBezTo>
                  <a:lnTo>
                    <a:pt x="76298" y="62109"/>
                  </a:lnTo>
                  <a:lnTo>
                    <a:pt x="76298" y="61945"/>
                  </a:lnTo>
                  <a:lnTo>
                    <a:pt x="76298" y="23421"/>
                  </a:lnTo>
                  <a:cubicBezTo>
                    <a:pt x="76298" y="14875"/>
                    <a:pt x="70916" y="7307"/>
                    <a:pt x="62859" y="4437"/>
                  </a:cubicBezTo>
                  <a:cubicBezTo>
                    <a:pt x="54182" y="1338"/>
                    <a:pt x="43515" y="0"/>
                    <a:pt x="38165" y="0"/>
                  </a:cubicBezTo>
                  <a:close/>
                </a:path>
              </a:pathLst>
            </a:cu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00" name="Google Shape;1600;p75"/>
            <p:cNvGrpSpPr/>
            <p:nvPr/>
          </p:nvGrpSpPr>
          <p:grpSpPr>
            <a:xfrm>
              <a:off x="1422634" y="2397128"/>
              <a:ext cx="1433192" cy="1433192"/>
              <a:chOff x="1190625" y="238125"/>
              <a:chExt cx="5219200" cy="5219200"/>
            </a:xfrm>
          </p:grpSpPr>
          <p:sp>
            <p:nvSpPr>
              <p:cNvPr id="1601" name="Google Shape;1601;p75"/>
              <p:cNvSpPr/>
              <p:nvPr/>
            </p:nvSpPr>
            <p:spPr>
              <a:xfrm>
                <a:off x="4371875" y="1529650"/>
                <a:ext cx="1961275" cy="2545400"/>
              </a:xfrm>
              <a:custGeom>
                <a:avLst/>
                <a:gdLst/>
                <a:ahLst/>
                <a:cxnLst/>
                <a:rect l="l" t="t" r="r" b="b"/>
                <a:pathLst>
                  <a:path w="78451" h="101816" extrusionOk="0">
                    <a:moveTo>
                      <a:pt x="39238" y="1"/>
                    </a:moveTo>
                    <a:cubicBezTo>
                      <a:pt x="38540" y="1"/>
                      <a:pt x="37839" y="286"/>
                      <a:pt x="37317" y="857"/>
                    </a:cubicBezTo>
                    <a:cubicBezTo>
                      <a:pt x="29488" y="9632"/>
                      <a:pt x="0" y="43817"/>
                      <a:pt x="0" y="62606"/>
                    </a:cubicBezTo>
                    <a:cubicBezTo>
                      <a:pt x="0" y="84266"/>
                      <a:pt x="17582" y="101815"/>
                      <a:pt x="39242" y="101815"/>
                    </a:cubicBezTo>
                    <a:cubicBezTo>
                      <a:pt x="60901" y="101815"/>
                      <a:pt x="78451" y="84266"/>
                      <a:pt x="78451" y="62606"/>
                    </a:cubicBezTo>
                    <a:cubicBezTo>
                      <a:pt x="78451" y="43817"/>
                      <a:pt x="48995" y="9632"/>
                      <a:pt x="41134" y="857"/>
                    </a:cubicBezTo>
                    <a:cubicBezTo>
                      <a:pt x="40628" y="286"/>
                      <a:pt x="39935" y="1"/>
                      <a:pt x="39238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2" name="Google Shape;1602;p75"/>
              <p:cNvSpPr/>
              <p:nvPr/>
            </p:nvSpPr>
            <p:spPr>
              <a:xfrm>
                <a:off x="4950050" y="2352675"/>
                <a:ext cx="806550" cy="1174150"/>
              </a:xfrm>
              <a:custGeom>
                <a:avLst/>
                <a:gdLst/>
                <a:ahLst/>
                <a:cxnLst/>
                <a:rect l="l" t="t" r="r" b="b"/>
                <a:pathLst>
                  <a:path w="32262" h="46966" extrusionOk="0">
                    <a:moveTo>
                      <a:pt x="22528" y="1"/>
                    </a:moveTo>
                    <a:cubicBezTo>
                      <a:pt x="22511" y="1"/>
                      <a:pt x="22493" y="1"/>
                      <a:pt x="22476" y="1"/>
                    </a:cubicBezTo>
                    <a:cubicBezTo>
                      <a:pt x="21791" y="1"/>
                      <a:pt x="21138" y="425"/>
                      <a:pt x="20551" y="980"/>
                    </a:cubicBezTo>
                    <a:cubicBezTo>
                      <a:pt x="14190" y="7015"/>
                      <a:pt x="7764" y="13049"/>
                      <a:pt x="1403" y="19117"/>
                    </a:cubicBezTo>
                    <a:cubicBezTo>
                      <a:pt x="1" y="20421"/>
                      <a:pt x="196" y="22444"/>
                      <a:pt x="1827" y="23422"/>
                    </a:cubicBezTo>
                    <a:cubicBezTo>
                      <a:pt x="5350" y="25543"/>
                      <a:pt x="8938" y="27565"/>
                      <a:pt x="12494" y="29620"/>
                    </a:cubicBezTo>
                    <a:cubicBezTo>
                      <a:pt x="12722" y="29751"/>
                      <a:pt x="12820" y="29848"/>
                      <a:pt x="12690" y="30109"/>
                    </a:cubicBezTo>
                    <a:cubicBezTo>
                      <a:pt x="11548" y="32850"/>
                      <a:pt x="10406" y="35622"/>
                      <a:pt x="9265" y="38362"/>
                    </a:cubicBezTo>
                    <a:cubicBezTo>
                      <a:pt x="8547" y="40059"/>
                      <a:pt x="7829" y="41755"/>
                      <a:pt x="7144" y="43484"/>
                    </a:cubicBezTo>
                    <a:cubicBezTo>
                      <a:pt x="6655" y="44756"/>
                      <a:pt x="7242" y="46093"/>
                      <a:pt x="8449" y="46680"/>
                    </a:cubicBezTo>
                    <a:cubicBezTo>
                      <a:pt x="8831" y="46872"/>
                      <a:pt x="9206" y="46966"/>
                      <a:pt x="9577" y="46966"/>
                    </a:cubicBezTo>
                    <a:cubicBezTo>
                      <a:pt x="10282" y="46966"/>
                      <a:pt x="10973" y="46625"/>
                      <a:pt x="11678" y="45963"/>
                    </a:cubicBezTo>
                    <a:cubicBezTo>
                      <a:pt x="18072" y="39928"/>
                      <a:pt x="24433" y="33893"/>
                      <a:pt x="30826" y="27826"/>
                    </a:cubicBezTo>
                    <a:cubicBezTo>
                      <a:pt x="32262" y="26456"/>
                      <a:pt x="32001" y="24434"/>
                      <a:pt x="30272" y="23455"/>
                    </a:cubicBezTo>
                    <a:cubicBezTo>
                      <a:pt x="26749" y="21400"/>
                      <a:pt x="23226" y="19378"/>
                      <a:pt x="19703" y="17355"/>
                    </a:cubicBezTo>
                    <a:cubicBezTo>
                      <a:pt x="19475" y="17225"/>
                      <a:pt x="19409" y="17094"/>
                      <a:pt x="19507" y="16833"/>
                    </a:cubicBezTo>
                    <a:cubicBezTo>
                      <a:pt x="21399" y="12397"/>
                      <a:pt x="23324" y="7961"/>
                      <a:pt x="25053" y="3459"/>
                    </a:cubicBezTo>
                    <a:cubicBezTo>
                      <a:pt x="25732" y="1778"/>
                      <a:pt x="24456" y="1"/>
                      <a:pt x="225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3" name="Google Shape;1603;p75"/>
              <p:cNvSpPr/>
              <p:nvPr/>
            </p:nvSpPr>
            <p:spPr>
              <a:xfrm>
                <a:off x="1267275" y="1529650"/>
                <a:ext cx="1961300" cy="2545400"/>
              </a:xfrm>
              <a:custGeom>
                <a:avLst/>
                <a:gdLst/>
                <a:ahLst/>
                <a:cxnLst/>
                <a:rect l="l" t="t" r="r" b="b"/>
                <a:pathLst>
                  <a:path w="78452" h="101816" extrusionOk="0">
                    <a:moveTo>
                      <a:pt x="39213" y="1"/>
                    </a:moveTo>
                    <a:cubicBezTo>
                      <a:pt x="38516" y="1"/>
                      <a:pt x="37823" y="286"/>
                      <a:pt x="37317" y="857"/>
                    </a:cubicBezTo>
                    <a:cubicBezTo>
                      <a:pt x="29456" y="9632"/>
                      <a:pt x="0" y="43817"/>
                      <a:pt x="0" y="62606"/>
                    </a:cubicBezTo>
                    <a:cubicBezTo>
                      <a:pt x="0" y="84266"/>
                      <a:pt x="17550" y="101815"/>
                      <a:pt x="39209" y="101815"/>
                    </a:cubicBezTo>
                    <a:cubicBezTo>
                      <a:pt x="60869" y="101815"/>
                      <a:pt x="78451" y="84266"/>
                      <a:pt x="78451" y="62606"/>
                    </a:cubicBezTo>
                    <a:cubicBezTo>
                      <a:pt x="78451" y="43817"/>
                      <a:pt x="48963" y="9632"/>
                      <a:pt x="41134" y="857"/>
                    </a:cubicBezTo>
                    <a:cubicBezTo>
                      <a:pt x="40612" y="286"/>
                      <a:pt x="39911" y="1"/>
                      <a:pt x="39213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4" name="Google Shape;1604;p75"/>
              <p:cNvSpPr/>
              <p:nvPr/>
            </p:nvSpPr>
            <p:spPr>
              <a:xfrm>
                <a:off x="1844650" y="2352675"/>
                <a:ext cx="807350" cy="1174150"/>
              </a:xfrm>
              <a:custGeom>
                <a:avLst/>
                <a:gdLst/>
                <a:ahLst/>
                <a:cxnLst/>
                <a:rect l="l" t="t" r="r" b="b"/>
                <a:pathLst>
                  <a:path w="32294" h="46966" extrusionOk="0">
                    <a:moveTo>
                      <a:pt x="22528" y="1"/>
                    </a:moveTo>
                    <a:cubicBezTo>
                      <a:pt x="22510" y="1"/>
                      <a:pt x="22493" y="1"/>
                      <a:pt x="22475" y="1"/>
                    </a:cubicBezTo>
                    <a:cubicBezTo>
                      <a:pt x="21790" y="1"/>
                      <a:pt x="21138" y="425"/>
                      <a:pt x="20551" y="980"/>
                    </a:cubicBezTo>
                    <a:cubicBezTo>
                      <a:pt x="14190" y="7015"/>
                      <a:pt x="7796" y="13049"/>
                      <a:pt x="1403" y="19117"/>
                    </a:cubicBezTo>
                    <a:cubicBezTo>
                      <a:pt x="0" y="20421"/>
                      <a:pt x="196" y="22444"/>
                      <a:pt x="1827" y="23422"/>
                    </a:cubicBezTo>
                    <a:cubicBezTo>
                      <a:pt x="5350" y="25543"/>
                      <a:pt x="8938" y="27565"/>
                      <a:pt x="12526" y="29620"/>
                    </a:cubicBezTo>
                    <a:cubicBezTo>
                      <a:pt x="12722" y="29751"/>
                      <a:pt x="12820" y="29848"/>
                      <a:pt x="12722" y="30109"/>
                    </a:cubicBezTo>
                    <a:cubicBezTo>
                      <a:pt x="11548" y="32850"/>
                      <a:pt x="10406" y="35622"/>
                      <a:pt x="9264" y="38362"/>
                    </a:cubicBezTo>
                    <a:cubicBezTo>
                      <a:pt x="8547" y="40059"/>
                      <a:pt x="7829" y="41755"/>
                      <a:pt x="7144" y="43484"/>
                    </a:cubicBezTo>
                    <a:cubicBezTo>
                      <a:pt x="6687" y="44756"/>
                      <a:pt x="7274" y="46093"/>
                      <a:pt x="8449" y="46680"/>
                    </a:cubicBezTo>
                    <a:cubicBezTo>
                      <a:pt x="8831" y="46872"/>
                      <a:pt x="9206" y="46966"/>
                      <a:pt x="9577" y="46966"/>
                    </a:cubicBezTo>
                    <a:cubicBezTo>
                      <a:pt x="10281" y="46966"/>
                      <a:pt x="10973" y="46625"/>
                      <a:pt x="11678" y="45963"/>
                    </a:cubicBezTo>
                    <a:cubicBezTo>
                      <a:pt x="18072" y="39928"/>
                      <a:pt x="24465" y="33893"/>
                      <a:pt x="30826" y="27826"/>
                    </a:cubicBezTo>
                    <a:cubicBezTo>
                      <a:pt x="32294" y="26456"/>
                      <a:pt x="32000" y="24434"/>
                      <a:pt x="30271" y="23455"/>
                    </a:cubicBezTo>
                    <a:cubicBezTo>
                      <a:pt x="26748" y="21400"/>
                      <a:pt x="23225" y="19378"/>
                      <a:pt x="19735" y="17355"/>
                    </a:cubicBezTo>
                    <a:cubicBezTo>
                      <a:pt x="19507" y="17225"/>
                      <a:pt x="19409" y="17094"/>
                      <a:pt x="19539" y="16833"/>
                    </a:cubicBezTo>
                    <a:cubicBezTo>
                      <a:pt x="21399" y="12397"/>
                      <a:pt x="23323" y="7961"/>
                      <a:pt x="25085" y="3459"/>
                    </a:cubicBezTo>
                    <a:cubicBezTo>
                      <a:pt x="25731" y="1778"/>
                      <a:pt x="24456" y="1"/>
                      <a:pt x="2252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5" name="Google Shape;1605;p75"/>
              <p:cNvSpPr/>
              <p:nvPr/>
            </p:nvSpPr>
            <p:spPr>
              <a:xfrm>
                <a:off x="2706625" y="314575"/>
                <a:ext cx="2187175" cy="2838150"/>
              </a:xfrm>
              <a:custGeom>
                <a:avLst/>
                <a:gdLst/>
                <a:ahLst/>
                <a:cxnLst/>
                <a:rect l="l" t="t" r="r" b="b"/>
                <a:pathLst>
                  <a:path w="87487" h="113526" extrusionOk="0">
                    <a:moveTo>
                      <a:pt x="43744" y="0"/>
                    </a:moveTo>
                    <a:cubicBezTo>
                      <a:pt x="42969" y="0"/>
                      <a:pt x="42194" y="318"/>
                      <a:pt x="41623" y="954"/>
                    </a:cubicBezTo>
                    <a:cubicBezTo>
                      <a:pt x="32849" y="10740"/>
                      <a:pt x="0" y="48840"/>
                      <a:pt x="0" y="69782"/>
                    </a:cubicBezTo>
                    <a:cubicBezTo>
                      <a:pt x="0" y="93921"/>
                      <a:pt x="19605" y="113525"/>
                      <a:pt x="43744" y="113525"/>
                    </a:cubicBezTo>
                    <a:cubicBezTo>
                      <a:pt x="67882" y="113525"/>
                      <a:pt x="87487" y="93921"/>
                      <a:pt x="87487" y="69782"/>
                    </a:cubicBezTo>
                    <a:cubicBezTo>
                      <a:pt x="87487" y="48840"/>
                      <a:pt x="54639" y="10740"/>
                      <a:pt x="45864" y="954"/>
                    </a:cubicBezTo>
                    <a:cubicBezTo>
                      <a:pt x="45293" y="318"/>
                      <a:pt x="44518" y="0"/>
                      <a:pt x="4374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6" name="Google Shape;1606;p75"/>
              <p:cNvSpPr/>
              <p:nvPr/>
            </p:nvSpPr>
            <p:spPr>
              <a:xfrm>
                <a:off x="3350875" y="1231375"/>
                <a:ext cx="899500" cy="1309975"/>
              </a:xfrm>
              <a:custGeom>
                <a:avLst/>
                <a:gdLst/>
                <a:ahLst/>
                <a:cxnLst/>
                <a:rect l="l" t="t" r="r" b="b"/>
                <a:pathLst>
                  <a:path w="35980" h="52399" extrusionOk="0">
                    <a:moveTo>
                      <a:pt x="25052" y="1"/>
                    </a:moveTo>
                    <a:cubicBezTo>
                      <a:pt x="24302" y="34"/>
                      <a:pt x="23584" y="490"/>
                      <a:pt x="22932" y="1110"/>
                    </a:cubicBezTo>
                    <a:cubicBezTo>
                      <a:pt x="15821" y="7862"/>
                      <a:pt x="8677" y="14582"/>
                      <a:pt x="1566" y="21334"/>
                    </a:cubicBezTo>
                    <a:cubicBezTo>
                      <a:pt x="0" y="22802"/>
                      <a:pt x="228" y="25053"/>
                      <a:pt x="2055" y="26162"/>
                    </a:cubicBezTo>
                    <a:cubicBezTo>
                      <a:pt x="5969" y="28511"/>
                      <a:pt x="9982" y="30762"/>
                      <a:pt x="13961" y="33045"/>
                    </a:cubicBezTo>
                    <a:cubicBezTo>
                      <a:pt x="14190" y="33175"/>
                      <a:pt x="14320" y="33306"/>
                      <a:pt x="14190" y="33599"/>
                    </a:cubicBezTo>
                    <a:cubicBezTo>
                      <a:pt x="12885" y="36666"/>
                      <a:pt x="11613" y="39732"/>
                      <a:pt x="10341" y="42798"/>
                    </a:cubicBezTo>
                    <a:cubicBezTo>
                      <a:pt x="9558" y="44690"/>
                      <a:pt x="8742" y="46582"/>
                      <a:pt x="7992" y="48507"/>
                    </a:cubicBezTo>
                    <a:cubicBezTo>
                      <a:pt x="7437" y="49909"/>
                      <a:pt x="8090" y="51443"/>
                      <a:pt x="9427" y="52095"/>
                    </a:cubicBezTo>
                    <a:cubicBezTo>
                      <a:pt x="9853" y="52297"/>
                      <a:pt x="10272" y="52398"/>
                      <a:pt x="10685" y="52398"/>
                    </a:cubicBezTo>
                    <a:cubicBezTo>
                      <a:pt x="11474" y="52398"/>
                      <a:pt x="12245" y="52029"/>
                      <a:pt x="13015" y="51279"/>
                    </a:cubicBezTo>
                    <a:cubicBezTo>
                      <a:pt x="20159" y="44560"/>
                      <a:pt x="27270" y="37807"/>
                      <a:pt x="34381" y="31055"/>
                    </a:cubicBezTo>
                    <a:cubicBezTo>
                      <a:pt x="35980" y="29555"/>
                      <a:pt x="35686" y="27271"/>
                      <a:pt x="33762" y="26162"/>
                    </a:cubicBezTo>
                    <a:cubicBezTo>
                      <a:pt x="29815" y="23911"/>
                      <a:pt x="25900" y="21628"/>
                      <a:pt x="21986" y="19345"/>
                    </a:cubicBezTo>
                    <a:cubicBezTo>
                      <a:pt x="21725" y="19214"/>
                      <a:pt x="21660" y="19084"/>
                      <a:pt x="21790" y="18790"/>
                    </a:cubicBezTo>
                    <a:cubicBezTo>
                      <a:pt x="23878" y="13832"/>
                      <a:pt x="26031" y="8906"/>
                      <a:pt x="27955" y="3883"/>
                    </a:cubicBezTo>
                    <a:cubicBezTo>
                      <a:pt x="28706" y="1991"/>
                      <a:pt x="27238" y="1"/>
                      <a:pt x="2505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7" name="Google Shape;1607;p75"/>
              <p:cNvSpPr/>
              <p:nvPr/>
            </p:nvSpPr>
            <p:spPr>
              <a:xfrm>
                <a:off x="1190625" y="4442825"/>
                <a:ext cx="5219200" cy="10145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40580" extrusionOk="0">
                    <a:moveTo>
                      <a:pt x="3066" y="0"/>
                    </a:moveTo>
                    <a:cubicBezTo>
                      <a:pt x="1370" y="0"/>
                      <a:pt x="0" y="1370"/>
                      <a:pt x="0" y="3066"/>
                    </a:cubicBezTo>
                    <a:lnTo>
                      <a:pt x="0" y="36502"/>
                    </a:lnTo>
                    <a:cubicBezTo>
                      <a:pt x="0" y="38752"/>
                      <a:pt x="1827" y="40579"/>
                      <a:pt x="4077" y="40579"/>
                    </a:cubicBezTo>
                    <a:lnTo>
                      <a:pt x="204690" y="40579"/>
                    </a:lnTo>
                    <a:cubicBezTo>
                      <a:pt x="206940" y="40579"/>
                      <a:pt x="208767" y="38752"/>
                      <a:pt x="208767" y="36502"/>
                    </a:cubicBezTo>
                    <a:lnTo>
                      <a:pt x="208767" y="3066"/>
                    </a:lnTo>
                    <a:cubicBezTo>
                      <a:pt x="208767" y="1370"/>
                      <a:pt x="207397" y="0"/>
                      <a:pt x="205701" y="0"/>
                    </a:cubicBezTo>
                    <a:cubicBezTo>
                      <a:pt x="188836" y="0"/>
                      <a:pt x="188836" y="8155"/>
                      <a:pt x="171939" y="8155"/>
                    </a:cubicBezTo>
                    <a:cubicBezTo>
                      <a:pt x="155042" y="8155"/>
                      <a:pt x="155042" y="0"/>
                      <a:pt x="138145" y="0"/>
                    </a:cubicBezTo>
                    <a:cubicBezTo>
                      <a:pt x="121281" y="0"/>
                      <a:pt x="121281" y="8155"/>
                      <a:pt x="104384" y="8155"/>
                    </a:cubicBezTo>
                    <a:cubicBezTo>
                      <a:pt x="87486" y="8155"/>
                      <a:pt x="87486" y="0"/>
                      <a:pt x="70622" y="0"/>
                    </a:cubicBezTo>
                    <a:cubicBezTo>
                      <a:pt x="53725" y="0"/>
                      <a:pt x="53725" y="8155"/>
                      <a:pt x="36828" y="8155"/>
                    </a:cubicBezTo>
                    <a:cubicBezTo>
                      <a:pt x="19931" y="8155"/>
                      <a:pt x="19931" y="0"/>
                      <a:pt x="306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08" name="Google Shape;1608;p75"/>
              <p:cNvSpPr/>
              <p:nvPr/>
            </p:nvSpPr>
            <p:spPr>
              <a:xfrm>
                <a:off x="1190625" y="238125"/>
                <a:ext cx="5219200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08768" extrusionOk="0">
                    <a:moveTo>
                      <a:pt x="111234" y="43254"/>
                    </a:moveTo>
                    <a:lnTo>
                      <a:pt x="111234" y="43254"/>
                    </a:lnTo>
                    <a:cubicBezTo>
                      <a:pt x="109374" y="47984"/>
                      <a:pt x="107352" y="52681"/>
                      <a:pt x="105362" y="57313"/>
                    </a:cubicBezTo>
                    <a:cubicBezTo>
                      <a:pt x="104645" y="59042"/>
                      <a:pt x="105264" y="60803"/>
                      <a:pt x="106863" y="61749"/>
                    </a:cubicBezTo>
                    <a:cubicBezTo>
                      <a:pt x="110810" y="64000"/>
                      <a:pt x="114691" y="66284"/>
                      <a:pt x="118638" y="68534"/>
                    </a:cubicBezTo>
                    <a:cubicBezTo>
                      <a:pt x="118671" y="68567"/>
                      <a:pt x="118671" y="68567"/>
                      <a:pt x="118704" y="68567"/>
                    </a:cubicBezTo>
                    <a:lnTo>
                      <a:pt x="118671" y="68567"/>
                    </a:lnTo>
                    <a:cubicBezTo>
                      <a:pt x="111593" y="75319"/>
                      <a:pt x="104612" y="81876"/>
                      <a:pt x="97533" y="88596"/>
                    </a:cubicBezTo>
                    <a:cubicBezTo>
                      <a:pt x="99425" y="83866"/>
                      <a:pt x="101317" y="79429"/>
                      <a:pt x="103405" y="74536"/>
                    </a:cubicBezTo>
                    <a:cubicBezTo>
                      <a:pt x="104123" y="72840"/>
                      <a:pt x="103503" y="71046"/>
                      <a:pt x="101904" y="70133"/>
                    </a:cubicBezTo>
                    <a:cubicBezTo>
                      <a:pt x="97957" y="67849"/>
                      <a:pt x="93978" y="65631"/>
                      <a:pt x="90063" y="63283"/>
                    </a:cubicBezTo>
                    <a:cubicBezTo>
                      <a:pt x="97142" y="56595"/>
                      <a:pt x="104123" y="50006"/>
                      <a:pt x="111234" y="43254"/>
                    </a:cubicBezTo>
                    <a:close/>
                    <a:moveTo>
                      <a:pt x="111769" y="36714"/>
                    </a:moveTo>
                    <a:cubicBezTo>
                      <a:pt x="110181" y="36714"/>
                      <a:pt x="108551" y="37353"/>
                      <a:pt x="107221" y="38622"/>
                    </a:cubicBezTo>
                    <a:cubicBezTo>
                      <a:pt x="100078" y="45407"/>
                      <a:pt x="92999" y="52094"/>
                      <a:pt x="85888" y="58846"/>
                    </a:cubicBezTo>
                    <a:cubicBezTo>
                      <a:pt x="84420" y="60216"/>
                      <a:pt x="83703" y="62076"/>
                      <a:pt x="83898" y="63968"/>
                    </a:cubicBezTo>
                    <a:cubicBezTo>
                      <a:pt x="84127" y="65827"/>
                      <a:pt x="85203" y="67491"/>
                      <a:pt x="86867" y="68502"/>
                    </a:cubicBezTo>
                    <a:cubicBezTo>
                      <a:pt x="90194" y="70492"/>
                      <a:pt x="93554" y="72383"/>
                      <a:pt x="96881" y="74275"/>
                    </a:cubicBezTo>
                    <a:cubicBezTo>
                      <a:pt x="94989" y="78810"/>
                      <a:pt x="93260" y="82691"/>
                      <a:pt x="91531" y="87128"/>
                    </a:cubicBezTo>
                    <a:cubicBezTo>
                      <a:pt x="90422" y="90031"/>
                      <a:pt x="91694" y="93195"/>
                      <a:pt x="94500" y="94565"/>
                    </a:cubicBezTo>
                    <a:cubicBezTo>
                      <a:pt x="95359" y="94977"/>
                      <a:pt x="96227" y="95177"/>
                      <a:pt x="97081" y="95177"/>
                    </a:cubicBezTo>
                    <a:cubicBezTo>
                      <a:pt x="98658" y="95177"/>
                      <a:pt x="100191" y="94497"/>
                      <a:pt x="101546" y="93228"/>
                    </a:cubicBezTo>
                    <a:cubicBezTo>
                      <a:pt x="108657" y="86508"/>
                      <a:pt x="115801" y="79756"/>
                      <a:pt x="122912" y="73003"/>
                    </a:cubicBezTo>
                    <a:cubicBezTo>
                      <a:pt x="124347" y="71633"/>
                      <a:pt x="125065" y="69741"/>
                      <a:pt x="124836" y="67849"/>
                    </a:cubicBezTo>
                    <a:cubicBezTo>
                      <a:pt x="124608" y="65957"/>
                      <a:pt x="123466" y="64261"/>
                      <a:pt x="121672" y="63250"/>
                    </a:cubicBezTo>
                    <a:cubicBezTo>
                      <a:pt x="118410" y="61358"/>
                      <a:pt x="115181" y="59466"/>
                      <a:pt x="111919" y="57574"/>
                    </a:cubicBezTo>
                    <a:cubicBezTo>
                      <a:pt x="113680" y="53399"/>
                      <a:pt x="115540" y="49060"/>
                      <a:pt x="117236" y="44722"/>
                    </a:cubicBezTo>
                    <a:cubicBezTo>
                      <a:pt x="117921" y="42928"/>
                      <a:pt x="117692" y="40905"/>
                      <a:pt x="116583" y="39307"/>
                    </a:cubicBezTo>
                    <a:cubicBezTo>
                      <a:pt x="115392" y="37573"/>
                      <a:pt x="113609" y="36714"/>
                      <a:pt x="111769" y="36714"/>
                    </a:cubicBezTo>
                    <a:close/>
                    <a:moveTo>
                      <a:pt x="104384" y="6230"/>
                    </a:moveTo>
                    <a:cubicBezTo>
                      <a:pt x="124086" y="28249"/>
                      <a:pt x="145061" y="57280"/>
                      <a:pt x="145061" y="72840"/>
                    </a:cubicBezTo>
                    <a:cubicBezTo>
                      <a:pt x="145061" y="95283"/>
                      <a:pt x="126826" y="113517"/>
                      <a:pt x="104384" y="113517"/>
                    </a:cubicBezTo>
                    <a:cubicBezTo>
                      <a:pt x="81941" y="113517"/>
                      <a:pt x="63707" y="95283"/>
                      <a:pt x="63707" y="72840"/>
                    </a:cubicBezTo>
                    <a:cubicBezTo>
                      <a:pt x="63707" y="57280"/>
                      <a:pt x="84681" y="28249"/>
                      <a:pt x="104384" y="6230"/>
                    </a:cubicBezTo>
                    <a:close/>
                    <a:moveTo>
                      <a:pt x="47592" y="88922"/>
                    </a:moveTo>
                    <a:cubicBezTo>
                      <a:pt x="46418" y="91890"/>
                      <a:pt x="45146" y="94826"/>
                      <a:pt x="43939" y="97729"/>
                    </a:cubicBezTo>
                    <a:cubicBezTo>
                      <a:pt x="43580" y="98545"/>
                      <a:pt x="43221" y="99393"/>
                      <a:pt x="42863" y="100208"/>
                    </a:cubicBezTo>
                    <a:cubicBezTo>
                      <a:pt x="42177" y="101904"/>
                      <a:pt x="42765" y="103666"/>
                      <a:pt x="44363" y="104579"/>
                    </a:cubicBezTo>
                    <a:cubicBezTo>
                      <a:pt x="45798" y="105395"/>
                      <a:pt x="47234" y="106243"/>
                      <a:pt x="48669" y="107091"/>
                    </a:cubicBezTo>
                    <a:cubicBezTo>
                      <a:pt x="50659" y="108200"/>
                      <a:pt x="52616" y="109342"/>
                      <a:pt x="54573" y="110483"/>
                    </a:cubicBezTo>
                    <a:cubicBezTo>
                      <a:pt x="49484" y="115344"/>
                      <a:pt x="44363" y="120172"/>
                      <a:pt x="39274" y="124999"/>
                    </a:cubicBezTo>
                    <a:lnTo>
                      <a:pt x="36991" y="127152"/>
                    </a:lnTo>
                    <a:cubicBezTo>
                      <a:pt x="37219" y="126565"/>
                      <a:pt x="37480" y="125978"/>
                      <a:pt x="37709" y="125391"/>
                    </a:cubicBezTo>
                    <a:cubicBezTo>
                      <a:pt x="37904" y="124967"/>
                      <a:pt x="38067" y="124543"/>
                      <a:pt x="38263" y="124119"/>
                    </a:cubicBezTo>
                    <a:cubicBezTo>
                      <a:pt x="39405" y="121379"/>
                      <a:pt x="40546" y="118638"/>
                      <a:pt x="41688" y="115898"/>
                    </a:cubicBezTo>
                    <a:cubicBezTo>
                      <a:pt x="42406" y="114202"/>
                      <a:pt x="41786" y="112473"/>
                      <a:pt x="40188" y="111527"/>
                    </a:cubicBezTo>
                    <a:cubicBezTo>
                      <a:pt x="39209" y="110973"/>
                      <a:pt x="38230" y="110418"/>
                      <a:pt x="37252" y="109864"/>
                    </a:cubicBezTo>
                    <a:cubicBezTo>
                      <a:pt x="34838" y="108494"/>
                      <a:pt x="32359" y="107058"/>
                      <a:pt x="29978" y="105623"/>
                    </a:cubicBezTo>
                    <a:cubicBezTo>
                      <a:pt x="32228" y="103470"/>
                      <a:pt x="34512" y="101317"/>
                      <a:pt x="36795" y="99164"/>
                    </a:cubicBezTo>
                    <a:cubicBezTo>
                      <a:pt x="40416" y="95739"/>
                      <a:pt x="44004" y="92347"/>
                      <a:pt x="47592" y="88922"/>
                    </a:cubicBezTo>
                    <a:close/>
                    <a:moveTo>
                      <a:pt x="171809" y="88922"/>
                    </a:moveTo>
                    <a:cubicBezTo>
                      <a:pt x="170276" y="92738"/>
                      <a:pt x="168677" y="96490"/>
                      <a:pt x="167079" y="100208"/>
                    </a:cubicBezTo>
                    <a:cubicBezTo>
                      <a:pt x="166361" y="101904"/>
                      <a:pt x="166948" y="103633"/>
                      <a:pt x="168547" y="104579"/>
                    </a:cubicBezTo>
                    <a:cubicBezTo>
                      <a:pt x="171972" y="106536"/>
                      <a:pt x="175364" y="108526"/>
                      <a:pt x="178789" y="110483"/>
                    </a:cubicBezTo>
                    <a:cubicBezTo>
                      <a:pt x="172918" y="116094"/>
                      <a:pt x="167046" y="121574"/>
                      <a:pt x="161175" y="127152"/>
                    </a:cubicBezTo>
                    <a:cubicBezTo>
                      <a:pt x="162741" y="123401"/>
                      <a:pt x="164306" y="119650"/>
                      <a:pt x="165905" y="115898"/>
                    </a:cubicBezTo>
                    <a:cubicBezTo>
                      <a:pt x="166622" y="114202"/>
                      <a:pt x="166002" y="112473"/>
                      <a:pt x="164404" y="111527"/>
                    </a:cubicBezTo>
                    <a:cubicBezTo>
                      <a:pt x="161012" y="109570"/>
                      <a:pt x="157587" y="107678"/>
                      <a:pt x="154161" y="105623"/>
                    </a:cubicBezTo>
                    <a:cubicBezTo>
                      <a:pt x="160033" y="100045"/>
                      <a:pt x="165937" y="94500"/>
                      <a:pt x="171809" y="88922"/>
                    </a:cubicBezTo>
                    <a:close/>
                    <a:moveTo>
                      <a:pt x="48538" y="81517"/>
                    </a:moveTo>
                    <a:cubicBezTo>
                      <a:pt x="47168" y="81550"/>
                      <a:pt x="45831" y="82169"/>
                      <a:pt x="44624" y="83344"/>
                    </a:cubicBezTo>
                    <a:cubicBezTo>
                      <a:pt x="40612" y="87128"/>
                      <a:pt x="36599" y="90912"/>
                      <a:pt x="32587" y="94695"/>
                    </a:cubicBezTo>
                    <a:cubicBezTo>
                      <a:pt x="30206" y="96946"/>
                      <a:pt x="27825" y="99197"/>
                      <a:pt x="25476" y="101480"/>
                    </a:cubicBezTo>
                    <a:cubicBezTo>
                      <a:pt x="24073" y="102753"/>
                      <a:pt x="23421" y="104547"/>
                      <a:pt x="23617" y="106341"/>
                    </a:cubicBezTo>
                    <a:cubicBezTo>
                      <a:pt x="23813" y="108102"/>
                      <a:pt x="24824" y="109668"/>
                      <a:pt x="26422" y="110647"/>
                    </a:cubicBezTo>
                    <a:cubicBezTo>
                      <a:pt x="28999" y="112180"/>
                      <a:pt x="31641" y="113713"/>
                      <a:pt x="34218" y="115181"/>
                    </a:cubicBezTo>
                    <a:cubicBezTo>
                      <a:pt x="34512" y="115344"/>
                      <a:pt x="34838" y="115507"/>
                      <a:pt x="35132" y="115703"/>
                    </a:cubicBezTo>
                    <a:cubicBezTo>
                      <a:pt x="34283" y="117725"/>
                      <a:pt x="33435" y="119748"/>
                      <a:pt x="32587" y="121770"/>
                    </a:cubicBezTo>
                    <a:cubicBezTo>
                      <a:pt x="32424" y="122194"/>
                      <a:pt x="32261" y="122618"/>
                      <a:pt x="32065" y="123042"/>
                    </a:cubicBezTo>
                    <a:cubicBezTo>
                      <a:pt x="31543" y="124314"/>
                      <a:pt x="30989" y="125619"/>
                      <a:pt x="30467" y="126957"/>
                    </a:cubicBezTo>
                    <a:cubicBezTo>
                      <a:pt x="29423" y="129697"/>
                      <a:pt x="30630" y="132730"/>
                      <a:pt x="33272" y="134035"/>
                    </a:cubicBezTo>
                    <a:cubicBezTo>
                      <a:pt x="34088" y="134426"/>
                      <a:pt x="34903" y="134590"/>
                      <a:pt x="35751" y="134590"/>
                    </a:cubicBezTo>
                    <a:cubicBezTo>
                      <a:pt x="37219" y="134590"/>
                      <a:pt x="38655" y="133970"/>
                      <a:pt x="39927" y="132795"/>
                    </a:cubicBezTo>
                    <a:lnTo>
                      <a:pt x="43482" y="129436"/>
                    </a:lnTo>
                    <a:cubicBezTo>
                      <a:pt x="48669" y="124510"/>
                      <a:pt x="53888" y="119584"/>
                      <a:pt x="59107" y="114659"/>
                    </a:cubicBezTo>
                    <a:cubicBezTo>
                      <a:pt x="60477" y="113321"/>
                      <a:pt x="61162" y="111527"/>
                      <a:pt x="60934" y="109733"/>
                    </a:cubicBezTo>
                    <a:cubicBezTo>
                      <a:pt x="60738" y="107939"/>
                      <a:pt x="59629" y="106341"/>
                      <a:pt x="57966" y="105362"/>
                    </a:cubicBezTo>
                    <a:cubicBezTo>
                      <a:pt x="55878" y="104188"/>
                      <a:pt x="53823" y="102981"/>
                      <a:pt x="51735" y="101774"/>
                    </a:cubicBezTo>
                    <a:cubicBezTo>
                      <a:pt x="50985" y="101350"/>
                      <a:pt x="50202" y="100893"/>
                      <a:pt x="49419" y="100437"/>
                    </a:cubicBezTo>
                    <a:cubicBezTo>
                      <a:pt x="49484" y="100339"/>
                      <a:pt x="49517" y="100208"/>
                      <a:pt x="49550" y="100110"/>
                    </a:cubicBezTo>
                    <a:cubicBezTo>
                      <a:pt x="51083" y="96555"/>
                      <a:pt x="52648" y="92836"/>
                      <a:pt x="54084" y="89150"/>
                    </a:cubicBezTo>
                    <a:cubicBezTo>
                      <a:pt x="54736" y="87421"/>
                      <a:pt x="54508" y="85497"/>
                      <a:pt x="53464" y="83996"/>
                    </a:cubicBezTo>
                    <a:cubicBezTo>
                      <a:pt x="52388" y="82430"/>
                      <a:pt x="50593" y="81517"/>
                      <a:pt x="48669" y="81517"/>
                    </a:cubicBezTo>
                    <a:close/>
                    <a:moveTo>
                      <a:pt x="173108" y="81554"/>
                    </a:moveTo>
                    <a:cubicBezTo>
                      <a:pt x="171603" y="81554"/>
                      <a:pt x="170059" y="82153"/>
                      <a:pt x="168808" y="83344"/>
                    </a:cubicBezTo>
                    <a:cubicBezTo>
                      <a:pt x="162447" y="89378"/>
                      <a:pt x="156053" y="95413"/>
                      <a:pt x="149660" y="101480"/>
                    </a:cubicBezTo>
                    <a:cubicBezTo>
                      <a:pt x="148290" y="102753"/>
                      <a:pt x="147638" y="104547"/>
                      <a:pt x="147801" y="106341"/>
                    </a:cubicBezTo>
                    <a:cubicBezTo>
                      <a:pt x="147996" y="108102"/>
                      <a:pt x="149040" y="109668"/>
                      <a:pt x="150639" y="110647"/>
                    </a:cubicBezTo>
                    <a:cubicBezTo>
                      <a:pt x="153542" y="112375"/>
                      <a:pt x="156445" y="114039"/>
                      <a:pt x="159348" y="115703"/>
                    </a:cubicBezTo>
                    <a:cubicBezTo>
                      <a:pt x="157815" y="119584"/>
                      <a:pt x="156184" y="123075"/>
                      <a:pt x="154683" y="126957"/>
                    </a:cubicBezTo>
                    <a:cubicBezTo>
                      <a:pt x="153607" y="129697"/>
                      <a:pt x="154814" y="132730"/>
                      <a:pt x="157489" y="134035"/>
                    </a:cubicBezTo>
                    <a:cubicBezTo>
                      <a:pt x="158305" y="134426"/>
                      <a:pt x="159129" y="134614"/>
                      <a:pt x="159940" y="134614"/>
                    </a:cubicBezTo>
                    <a:cubicBezTo>
                      <a:pt x="161430" y="134614"/>
                      <a:pt x="162876" y="133978"/>
                      <a:pt x="164143" y="132795"/>
                    </a:cubicBezTo>
                    <a:cubicBezTo>
                      <a:pt x="170537" y="126761"/>
                      <a:pt x="176963" y="120661"/>
                      <a:pt x="183291" y="114659"/>
                    </a:cubicBezTo>
                    <a:cubicBezTo>
                      <a:pt x="184694" y="113321"/>
                      <a:pt x="185379" y="111527"/>
                      <a:pt x="185150" y="109733"/>
                    </a:cubicBezTo>
                    <a:cubicBezTo>
                      <a:pt x="184922" y="107939"/>
                      <a:pt x="183846" y="106341"/>
                      <a:pt x="182149" y="105362"/>
                    </a:cubicBezTo>
                    <a:cubicBezTo>
                      <a:pt x="179311" y="103731"/>
                      <a:pt x="176473" y="102100"/>
                      <a:pt x="173636" y="100437"/>
                    </a:cubicBezTo>
                    <a:cubicBezTo>
                      <a:pt x="175201" y="96718"/>
                      <a:pt x="176800" y="92967"/>
                      <a:pt x="178300" y="89150"/>
                    </a:cubicBezTo>
                    <a:cubicBezTo>
                      <a:pt x="178953" y="87421"/>
                      <a:pt x="178724" y="85497"/>
                      <a:pt x="177680" y="83996"/>
                    </a:cubicBezTo>
                    <a:cubicBezTo>
                      <a:pt x="176558" y="82365"/>
                      <a:pt x="174859" y="81554"/>
                      <a:pt x="173108" y="81554"/>
                    </a:cubicBezTo>
                    <a:close/>
                    <a:moveTo>
                      <a:pt x="104384" y="0"/>
                    </a:moveTo>
                    <a:cubicBezTo>
                      <a:pt x="102720" y="0"/>
                      <a:pt x="101089" y="718"/>
                      <a:pt x="99980" y="1957"/>
                    </a:cubicBezTo>
                    <a:cubicBezTo>
                      <a:pt x="95837" y="6622"/>
                      <a:pt x="85138" y="18887"/>
                      <a:pt x="75645" y="32489"/>
                    </a:cubicBezTo>
                    <a:cubicBezTo>
                      <a:pt x="63674" y="49713"/>
                      <a:pt x="57607" y="63283"/>
                      <a:pt x="57607" y="72840"/>
                    </a:cubicBezTo>
                    <a:cubicBezTo>
                      <a:pt x="57607" y="88954"/>
                      <a:pt x="65794" y="103209"/>
                      <a:pt x="78222" y="111625"/>
                    </a:cubicBezTo>
                    <a:cubicBezTo>
                      <a:pt x="78386" y="112571"/>
                      <a:pt x="78451" y="113452"/>
                      <a:pt x="78451" y="114267"/>
                    </a:cubicBezTo>
                    <a:cubicBezTo>
                      <a:pt x="78451" y="134198"/>
                      <a:pt x="62206" y="150410"/>
                      <a:pt x="42275" y="150410"/>
                    </a:cubicBezTo>
                    <a:cubicBezTo>
                      <a:pt x="22345" y="150410"/>
                      <a:pt x="6100" y="134198"/>
                      <a:pt x="6100" y="114267"/>
                    </a:cubicBezTo>
                    <a:cubicBezTo>
                      <a:pt x="6100" y="106993"/>
                      <a:pt x="11352" y="95641"/>
                      <a:pt x="21268" y="81387"/>
                    </a:cubicBezTo>
                    <a:cubicBezTo>
                      <a:pt x="29325" y="69807"/>
                      <a:pt x="38394" y="59368"/>
                      <a:pt x="42275" y="54997"/>
                    </a:cubicBezTo>
                    <a:cubicBezTo>
                      <a:pt x="43678" y="56530"/>
                      <a:pt x="45733" y="58879"/>
                      <a:pt x="48147" y="61782"/>
                    </a:cubicBezTo>
                    <a:cubicBezTo>
                      <a:pt x="48761" y="62505"/>
                      <a:pt x="49626" y="62877"/>
                      <a:pt x="50491" y="62877"/>
                    </a:cubicBezTo>
                    <a:cubicBezTo>
                      <a:pt x="51188" y="62877"/>
                      <a:pt x="51885" y="62636"/>
                      <a:pt x="52453" y="62141"/>
                    </a:cubicBezTo>
                    <a:cubicBezTo>
                      <a:pt x="53758" y="61064"/>
                      <a:pt x="53921" y="59140"/>
                      <a:pt x="52844" y="57835"/>
                    </a:cubicBezTo>
                    <a:cubicBezTo>
                      <a:pt x="50137" y="54606"/>
                      <a:pt x="47886" y="52061"/>
                      <a:pt x="46451" y="50496"/>
                    </a:cubicBezTo>
                    <a:cubicBezTo>
                      <a:pt x="45407" y="49289"/>
                      <a:pt x="43874" y="48604"/>
                      <a:pt x="42275" y="48604"/>
                    </a:cubicBezTo>
                    <a:cubicBezTo>
                      <a:pt x="40677" y="48604"/>
                      <a:pt x="39144" y="49289"/>
                      <a:pt x="38100" y="50496"/>
                    </a:cubicBezTo>
                    <a:cubicBezTo>
                      <a:pt x="34381" y="54638"/>
                      <a:pt x="24791" y="65664"/>
                      <a:pt x="16245" y="77896"/>
                    </a:cubicBezTo>
                    <a:cubicBezTo>
                      <a:pt x="5480" y="93391"/>
                      <a:pt x="0" y="105623"/>
                      <a:pt x="0" y="114267"/>
                    </a:cubicBezTo>
                    <a:cubicBezTo>
                      <a:pt x="0" y="137558"/>
                      <a:pt x="18952" y="156543"/>
                      <a:pt x="42275" y="156543"/>
                    </a:cubicBezTo>
                    <a:cubicBezTo>
                      <a:pt x="65272" y="156543"/>
                      <a:pt x="84029" y="138080"/>
                      <a:pt x="84551" y="115213"/>
                    </a:cubicBezTo>
                    <a:cubicBezTo>
                      <a:pt x="90585" y="118051"/>
                      <a:pt x="97305" y="119617"/>
                      <a:pt x="104384" y="119617"/>
                    </a:cubicBezTo>
                    <a:cubicBezTo>
                      <a:pt x="129925" y="119617"/>
                      <a:pt x="150769" y="99034"/>
                      <a:pt x="151160" y="73590"/>
                    </a:cubicBezTo>
                    <a:cubicBezTo>
                      <a:pt x="157358" y="65403"/>
                      <a:pt x="163262" y="58618"/>
                      <a:pt x="166492" y="54997"/>
                    </a:cubicBezTo>
                    <a:cubicBezTo>
                      <a:pt x="170374" y="59336"/>
                      <a:pt x="179442" y="69807"/>
                      <a:pt x="187499" y="81387"/>
                    </a:cubicBezTo>
                    <a:cubicBezTo>
                      <a:pt x="197415" y="95641"/>
                      <a:pt x="202635" y="106993"/>
                      <a:pt x="202635" y="114267"/>
                    </a:cubicBezTo>
                    <a:cubicBezTo>
                      <a:pt x="202635" y="134198"/>
                      <a:pt x="186423" y="150410"/>
                      <a:pt x="166492" y="150410"/>
                    </a:cubicBezTo>
                    <a:cubicBezTo>
                      <a:pt x="149921" y="150410"/>
                      <a:pt x="135503" y="139222"/>
                      <a:pt x="131425" y="123173"/>
                    </a:cubicBezTo>
                    <a:cubicBezTo>
                      <a:pt x="131067" y="121794"/>
                      <a:pt x="129822" y="120858"/>
                      <a:pt x="128460" y="120858"/>
                    </a:cubicBezTo>
                    <a:cubicBezTo>
                      <a:pt x="128212" y="120858"/>
                      <a:pt x="127959" y="120889"/>
                      <a:pt x="127707" y="120954"/>
                    </a:cubicBezTo>
                    <a:cubicBezTo>
                      <a:pt x="126076" y="121379"/>
                      <a:pt x="125097" y="123042"/>
                      <a:pt x="125489" y="124673"/>
                    </a:cubicBezTo>
                    <a:cubicBezTo>
                      <a:pt x="130251" y="143430"/>
                      <a:pt x="147116" y="156543"/>
                      <a:pt x="166492" y="156543"/>
                    </a:cubicBezTo>
                    <a:cubicBezTo>
                      <a:pt x="189815" y="156543"/>
                      <a:pt x="208767" y="137558"/>
                      <a:pt x="208767" y="114267"/>
                    </a:cubicBezTo>
                    <a:cubicBezTo>
                      <a:pt x="208767" y="105623"/>
                      <a:pt x="203287" y="93391"/>
                      <a:pt x="192522" y="77896"/>
                    </a:cubicBezTo>
                    <a:cubicBezTo>
                      <a:pt x="183976" y="65664"/>
                      <a:pt x="174386" y="54638"/>
                      <a:pt x="170667" y="50496"/>
                    </a:cubicBezTo>
                    <a:cubicBezTo>
                      <a:pt x="169623" y="49289"/>
                      <a:pt x="168090" y="48604"/>
                      <a:pt x="166492" y="48604"/>
                    </a:cubicBezTo>
                    <a:cubicBezTo>
                      <a:pt x="164893" y="48604"/>
                      <a:pt x="163360" y="49289"/>
                      <a:pt x="162316" y="50496"/>
                    </a:cubicBezTo>
                    <a:cubicBezTo>
                      <a:pt x="159739" y="53366"/>
                      <a:pt x="155173" y="58585"/>
                      <a:pt x="150051" y="65044"/>
                    </a:cubicBezTo>
                    <a:cubicBezTo>
                      <a:pt x="147801" y="56367"/>
                      <a:pt x="142125" y="45472"/>
                      <a:pt x="133122" y="32489"/>
                    </a:cubicBezTo>
                    <a:cubicBezTo>
                      <a:pt x="123629" y="18887"/>
                      <a:pt x="112930" y="6622"/>
                      <a:pt x="108787" y="1957"/>
                    </a:cubicBezTo>
                    <a:cubicBezTo>
                      <a:pt x="107678" y="718"/>
                      <a:pt x="106047" y="0"/>
                      <a:pt x="104384" y="0"/>
                    </a:cubicBezTo>
                    <a:close/>
                    <a:moveTo>
                      <a:pt x="3066" y="165122"/>
                    </a:moveTo>
                    <a:cubicBezTo>
                      <a:pt x="1370" y="165122"/>
                      <a:pt x="0" y="166492"/>
                      <a:pt x="0" y="168188"/>
                    </a:cubicBezTo>
                    <a:cubicBezTo>
                      <a:pt x="0" y="169884"/>
                      <a:pt x="1370" y="171254"/>
                      <a:pt x="3066" y="171254"/>
                    </a:cubicBezTo>
                    <a:cubicBezTo>
                      <a:pt x="10797" y="171254"/>
                      <a:pt x="14581" y="173081"/>
                      <a:pt x="18626" y="175038"/>
                    </a:cubicBezTo>
                    <a:cubicBezTo>
                      <a:pt x="22867" y="177093"/>
                      <a:pt x="27694" y="179409"/>
                      <a:pt x="36828" y="179409"/>
                    </a:cubicBezTo>
                    <a:cubicBezTo>
                      <a:pt x="45961" y="179409"/>
                      <a:pt x="50789" y="177093"/>
                      <a:pt x="55062" y="175038"/>
                    </a:cubicBezTo>
                    <a:cubicBezTo>
                      <a:pt x="59075" y="173081"/>
                      <a:pt x="62858" y="171254"/>
                      <a:pt x="70622" y="171254"/>
                    </a:cubicBezTo>
                    <a:cubicBezTo>
                      <a:pt x="78353" y="171254"/>
                      <a:pt x="82137" y="173081"/>
                      <a:pt x="86149" y="175038"/>
                    </a:cubicBezTo>
                    <a:cubicBezTo>
                      <a:pt x="90422" y="177093"/>
                      <a:pt x="95250" y="179409"/>
                      <a:pt x="104384" y="179409"/>
                    </a:cubicBezTo>
                    <a:cubicBezTo>
                      <a:pt x="113517" y="179409"/>
                      <a:pt x="118345" y="177093"/>
                      <a:pt x="122585" y="175038"/>
                    </a:cubicBezTo>
                    <a:cubicBezTo>
                      <a:pt x="126630" y="173081"/>
                      <a:pt x="130414" y="171254"/>
                      <a:pt x="138145" y="171254"/>
                    </a:cubicBezTo>
                    <a:cubicBezTo>
                      <a:pt x="145909" y="171254"/>
                      <a:pt x="149693" y="173081"/>
                      <a:pt x="153705" y="175038"/>
                    </a:cubicBezTo>
                    <a:cubicBezTo>
                      <a:pt x="157978" y="177093"/>
                      <a:pt x="162773" y="179409"/>
                      <a:pt x="171939" y="179409"/>
                    </a:cubicBezTo>
                    <a:cubicBezTo>
                      <a:pt x="181073" y="179409"/>
                      <a:pt x="185901" y="177093"/>
                      <a:pt x="190141" y="175038"/>
                    </a:cubicBezTo>
                    <a:cubicBezTo>
                      <a:pt x="194153" y="173081"/>
                      <a:pt x="197970" y="171254"/>
                      <a:pt x="205701" y="171254"/>
                    </a:cubicBezTo>
                    <a:cubicBezTo>
                      <a:pt x="207397" y="171254"/>
                      <a:pt x="208767" y="169884"/>
                      <a:pt x="208767" y="168188"/>
                    </a:cubicBezTo>
                    <a:cubicBezTo>
                      <a:pt x="208767" y="166492"/>
                      <a:pt x="207397" y="165122"/>
                      <a:pt x="205701" y="165122"/>
                    </a:cubicBezTo>
                    <a:cubicBezTo>
                      <a:pt x="196567" y="165122"/>
                      <a:pt x="191740" y="167470"/>
                      <a:pt x="187499" y="169525"/>
                    </a:cubicBezTo>
                    <a:cubicBezTo>
                      <a:pt x="183487" y="171450"/>
                      <a:pt x="179670" y="173277"/>
                      <a:pt x="171939" y="173277"/>
                    </a:cubicBezTo>
                    <a:cubicBezTo>
                      <a:pt x="164176" y="173277"/>
                      <a:pt x="160392" y="171450"/>
                      <a:pt x="156380" y="169525"/>
                    </a:cubicBezTo>
                    <a:cubicBezTo>
                      <a:pt x="152106" y="167470"/>
                      <a:pt x="147311" y="165122"/>
                      <a:pt x="138145" y="165122"/>
                    </a:cubicBezTo>
                    <a:cubicBezTo>
                      <a:pt x="129012" y="165122"/>
                      <a:pt x="124184" y="167470"/>
                      <a:pt x="119943" y="169525"/>
                    </a:cubicBezTo>
                    <a:cubicBezTo>
                      <a:pt x="115931" y="171450"/>
                      <a:pt x="112114" y="173277"/>
                      <a:pt x="104384" y="173277"/>
                    </a:cubicBezTo>
                    <a:cubicBezTo>
                      <a:pt x="96653" y="173277"/>
                      <a:pt x="92836" y="171450"/>
                      <a:pt x="88824" y="169525"/>
                    </a:cubicBezTo>
                    <a:cubicBezTo>
                      <a:pt x="84583" y="167470"/>
                      <a:pt x="79756" y="165122"/>
                      <a:pt x="70622" y="165122"/>
                    </a:cubicBezTo>
                    <a:cubicBezTo>
                      <a:pt x="61456" y="165122"/>
                      <a:pt x="56628" y="167470"/>
                      <a:pt x="52388" y="169525"/>
                    </a:cubicBezTo>
                    <a:cubicBezTo>
                      <a:pt x="48375" y="171450"/>
                      <a:pt x="44591" y="173277"/>
                      <a:pt x="36828" y="173277"/>
                    </a:cubicBezTo>
                    <a:cubicBezTo>
                      <a:pt x="29097" y="173277"/>
                      <a:pt x="25280" y="171450"/>
                      <a:pt x="21268" y="169525"/>
                    </a:cubicBezTo>
                    <a:cubicBezTo>
                      <a:pt x="17028" y="167470"/>
                      <a:pt x="12200" y="165122"/>
                      <a:pt x="3066" y="165122"/>
                    </a:cubicBezTo>
                    <a:close/>
                    <a:moveTo>
                      <a:pt x="3066" y="194480"/>
                    </a:moveTo>
                    <a:cubicBezTo>
                      <a:pt x="1370" y="194480"/>
                      <a:pt x="0" y="195850"/>
                      <a:pt x="0" y="197546"/>
                    </a:cubicBezTo>
                    <a:cubicBezTo>
                      <a:pt x="0" y="199242"/>
                      <a:pt x="1370" y="200612"/>
                      <a:pt x="3066" y="200612"/>
                    </a:cubicBezTo>
                    <a:cubicBezTo>
                      <a:pt x="10797" y="200612"/>
                      <a:pt x="14581" y="202439"/>
                      <a:pt x="18626" y="204396"/>
                    </a:cubicBezTo>
                    <a:cubicBezTo>
                      <a:pt x="22867" y="206451"/>
                      <a:pt x="27694" y="208767"/>
                      <a:pt x="36828" y="208767"/>
                    </a:cubicBezTo>
                    <a:cubicBezTo>
                      <a:pt x="45961" y="208767"/>
                      <a:pt x="50789" y="206451"/>
                      <a:pt x="55062" y="204396"/>
                    </a:cubicBezTo>
                    <a:cubicBezTo>
                      <a:pt x="59075" y="202439"/>
                      <a:pt x="62858" y="200612"/>
                      <a:pt x="70622" y="200612"/>
                    </a:cubicBezTo>
                    <a:cubicBezTo>
                      <a:pt x="78353" y="200612"/>
                      <a:pt x="82137" y="202439"/>
                      <a:pt x="86149" y="204396"/>
                    </a:cubicBezTo>
                    <a:cubicBezTo>
                      <a:pt x="90422" y="206451"/>
                      <a:pt x="95250" y="208767"/>
                      <a:pt x="104384" y="208767"/>
                    </a:cubicBezTo>
                    <a:cubicBezTo>
                      <a:pt x="113517" y="208767"/>
                      <a:pt x="118345" y="206451"/>
                      <a:pt x="122585" y="204396"/>
                    </a:cubicBezTo>
                    <a:cubicBezTo>
                      <a:pt x="126630" y="202439"/>
                      <a:pt x="130414" y="200612"/>
                      <a:pt x="138145" y="200612"/>
                    </a:cubicBezTo>
                    <a:cubicBezTo>
                      <a:pt x="145909" y="200612"/>
                      <a:pt x="149693" y="202439"/>
                      <a:pt x="153705" y="204396"/>
                    </a:cubicBezTo>
                    <a:cubicBezTo>
                      <a:pt x="157978" y="206451"/>
                      <a:pt x="162773" y="208767"/>
                      <a:pt x="171939" y="208767"/>
                    </a:cubicBezTo>
                    <a:cubicBezTo>
                      <a:pt x="181073" y="208767"/>
                      <a:pt x="185901" y="206451"/>
                      <a:pt x="190141" y="204396"/>
                    </a:cubicBezTo>
                    <a:cubicBezTo>
                      <a:pt x="194153" y="202439"/>
                      <a:pt x="197970" y="200612"/>
                      <a:pt x="205701" y="200612"/>
                    </a:cubicBezTo>
                    <a:cubicBezTo>
                      <a:pt x="207397" y="200612"/>
                      <a:pt x="208767" y="199242"/>
                      <a:pt x="208767" y="197546"/>
                    </a:cubicBezTo>
                    <a:cubicBezTo>
                      <a:pt x="208767" y="195850"/>
                      <a:pt x="207397" y="194480"/>
                      <a:pt x="205701" y="194480"/>
                    </a:cubicBezTo>
                    <a:cubicBezTo>
                      <a:pt x="196567" y="194480"/>
                      <a:pt x="191740" y="196828"/>
                      <a:pt x="187499" y="198883"/>
                    </a:cubicBezTo>
                    <a:cubicBezTo>
                      <a:pt x="183487" y="200808"/>
                      <a:pt x="179670" y="202635"/>
                      <a:pt x="171939" y="202635"/>
                    </a:cubicBezTo>
                    <a:cubicBezTo>
                      <a:pt x="164176" y="202635"/>
                      <a:pt x="160392" y="200808"/>
                      <a:pt x="156380" y="198883"/>
                    </a:cubicBezTo>
                    <a:cubicBezTo>
                      <a:pt x="152106" y="196828"/>
                      <a:pt x="147311" y="194480"/>
                      <a:pt x="138145" y="194480"/>
                    </a:cubicBezTo>
                    <a:cubicBezTo>
                      <a:pt x="129012" y="194480"/>
                      <a:pt x="124184" y="196828"/>
                      <a:pt x="119943" y="198883"/>
                    </a:cubicBezTo>
                    <a:cubicBezTo>
                      <a:pt x="115931" y="200808"/>
                      <a:pt x="112114" y="202635"/>
                      <a:pt x="104384" y="202635"/>
                    </a:cubicBezTo>
                    <a:cubicBezTo>
                      <a:pt x="96653" y="202635"/>
                      <a:pt x="92836" y="200808"/>
                      <a:pt x="88824" y="198883"/>
                    </a:cubicBezTo>
                    <a:cubicBezTo>
                      <a:pt x="84583" y="196828"/>
                      <a:pt x="79756" y="194480"/>
                      <a:pt x="70622" y="194480"/>
                    </a:cubicBezTo>
                    <a:cubicBezTo>
                      <a:pt x="61456" y="194480"/>
                      <a:pt x="56628" y="196828"/>
                      <a:pt x="52388" y="198883"/>
                    </a:cubicBezTo>
                    <a:cubicBezTo>
                      <a:pt x="48375" y="200808"/>
                      <a:pt x="44591" y="202635"/>
                      <a:pt x="36828" y="202635"/>
                    </a:cubicBezTo>
                    <a:cubicBezTo>
                      <a:pt x="29097" y="202635"/>
                      <a:pt x="25280" y="200808"/>
                      <a:pt x="21268" y="198883"/>
                    </a:cubicBezTo>
                    <a:cubicBezTo>
                      <a:pt x="17028" y="196828"/>
                      <a:pt x="12200" y="194480"/>
                      <a:pt x="3066" y="19448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09" name="Google Shape;1609;p75"/>
          <p:cNvGrpSpPr/>
          <p:nvPr/>
        </p:nvGrpSpPr>
        <p:grpSpPr>
          <a:xfrm>
            <a:off x="660737" y="1693187"/>
            <a:ext cx="1562761" cy="1757131"/>
            <a:chOff x="-799500" y="764463"/>
            <a:chExt cx="2402400" cy="2701200"/>
          </a:xfrm>
        </p:grpSpPr>
        <p:sp>
          <p:nvSpPr>
            <p:cNvPr id="1610" name="Google Shape;1610;p75"/>
            <p:cNvSpPr/>
            <p:nvPr/>
          </p:nvSpPr>
          <p:spPr>
            <a:xfrm>
              <a:off x="-799500" y="764463"/>
              <a:ext cx="2402400" cy="2701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11" name="Google Shape;1611;p75"/>
            <p:cNvGrpSpPr/>
            <p:nvPr/>
          </p:nvGrpSpPr>
          <p:grpSpPr>
            <a:xfrm>
              <a:off x="-637965" y="1075407"/>
              <a:ext cx="2079329" cy="2079329"/>
              <a:chOff x="1190625" y="238125"/>
              <a:chExt cx="5219200" cy="5219200"/>
            </a:xfrm>
          </p:grpSpPr>
          <p:sp>
            <p:nvSpPr>
              <p:cNvPr id="1612" name="Google Shape;1612;p75"/>
              <p:cNvSpPr/>
              <p:nvPr/>
            </p:nvSpPr>
            <p:spPr>
              <a:xfrm>
                <a:off x="4330275" y="1343925"/>
                <a:ext cx="465675" cy="826125"/>
              </a:xfrm>
              <a:custGeom>
                <a:avLst/>
                <a:gdLst/>
                <a:ahLst/>
                <a:cxnLst/>
                <a:rect l="l" t="t" r="r" b="b"/>
                <a:pathLst>
                  <a:path w="18627" h="33045" extrusionOk="0">
                    <a:moveTo>
                      <a:pt x="0" y="1"/>
                    </a:moveTo>
                    <a:lnTo>
                      <a:pt x="0" y="33044"/>
                    </a:lnTo>
                    <a:lnTo>
                      <a:pt x="14940" y="33044"/>
                    </a:lnTo>
                    <a:cubicBezTo>
                      <a:pt x="16963" y="33044"/>
                      <a:pt x="18626" y="31381"/>
                      <a:pt x="18626" y="29358"/>
                    </a:cubicBezTo>
                    <a:lnTo>
                      <a:pt x="18626" y="3687"/>
                    </a:lnTo>
                    <a:cubicBezTo>
                      <a:pt x="18626" y="1664"/>
                      <a:pt x="16963" y="1"/>
                      <a:pt x="14940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3" name="Google Shape;1613;p75"/>
              <p:cNvSpPr/>
              <p:nvPr/>
            </p:nvSpPr>
            <p:spPr>
              <a:xfrm>
                <a:off x="1423025" y="314775"/>
                <a:ext cx="3060600" cy="4709500"/>
              </a:xfrm>
              <a:custGeom>
                <a:avLst/>
                <a:gdLst/>
                <a:ahLst/>
                <a:cxnLst/>
                <a:rect l="l" t="t" r="r" b="b"/>
                <a:pathLst>
                  <a:path w="122424" h="188380" extrusionOk="0">
                    <a:moveTo>
                      <a:pt x="12233" y="0"/>
                    </a:moveTo>
                    <a:cubicBezTo>
                      <a:pt x="5481" y="0"/>
                      <a:pt x="1" y="5480"/>
                      <a:pt x="1" y="12233"/>
                    </a:cubicBezTo>
                    <a:lnTo>
                      <a:pt x="1" y="188380"/>
                    </a:lnTo>
                    <a:lnTo>
                      <a:pt x="122423" y="188380"/>
                    </a:lnTo>
                    <a:lnTo>
                      <a:pt x="122423" y="123662"/>
                    </a:lnTo>
                    <a:lnTo>
                      <a:pt x="122423" y="12233"/>
                    </a:lnTo>
                    <a:cubicBezTo>
                      <a:pt x="122423" y="5480"/>
                      <a:pt x="116943" y="0"/>
                      <a:pt x="110191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4" name="Google Shape;1614;p75"/>
              <p:cNvSpPr/>
              <p:nvPr/>
            </p:nvSpPr>
            <p:spPr>
              <a:xfrm>
                <a:off x="1891950" y="773075"/>
                <a:ext cx="2123575" cy="1396975"/>
              </a:xfrm>
              <a:custGeom>
                <a:avLst/>
                <a:gdLst/>
                <a:ahLst/>
                <a:cxnLst/>
                <a:rect l="l" t="t" r="r" b="b"/>
                <a:pathLst>
                  <a:path w="84943" h="55879" extrusionOk="0">
                    <a:moveTo>
                      <a:pt x="4078" y="1"/>
                    </a:moveTo>
                    <a:cubicBezTo>
                      <a:pt x="1827" y="1"/>
                      <a:pt x="0" y="1827"/>
                      <a:pt x="0" y="4078"/>
                    </a:cubicBezTo>
                    <a:lnTo>
                      <a:pt x="0" y="51801"/>
                    </a:lnTo>
                    <a:cubicBezTo>
                      <a:pt x="0" y="54052"/>
                      <a:pt x="1827" y="55878"/>
                      <a:pt x="4078" y="55878"/>
                    </a:cubicBezTo>
                    <a:lnTo>
                      <a:pt x="80865" y="55878"/>
                    </a:lnTo>
                    <a:cubicBezTo>
                      <a:pt x="83116" y="55878"/>
                      <a:pt x="84942" y="54052"/>
                      <a:pt x="84942" y="51801"/>
                    </a:cubicBezTo>
                    <a:lnTo>
                      <a:pt x="84942" y="4078"/>
                    </a:lnTo>
                    <a:cubicBezTo>
                      <a:pt x="84942" y="1827"/>
                      <a:pt x="83116" y="1"/>
                      <a:pt x="8086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5" name="Google Shape;1615;p75"/>
              <p:cNvSpPr/>
              <p:nvPr/>
            </p:nvSpPr>
            <p:spPr>
              <a:xfrm>
                <a:off x="2797150" y="1558400"/>
                <a:ext cx="312350" cy="305850"/>
              </a:xfrm>
              <a:custGeom>
                <a:avLst/>
                <a:gdLst/>
                <a:ahLst/>
                <a:cxnLst/>
                <a:rect l="l" t="t" r="r" b="b"/>
                <a:pathLst>
                  <a:path w="12494" h="12234" extrusionOk="0">
                    <a:moveTo>
                      <a:pt x="6263" y="1"/>
                    </a:moveTo>
                    <a:cubicBezTo>
                      <a:pt x="2805" y="1"/>
                      <a:pt x="0" y="2741"/>
                      <a:pt x="0" y="6100"/>
                    </a:cubicBezTo>
                    <a:cubicBezTo>
                      <a:pt x="0" y="9493"/>
                      <a:pt x="2805" y="12233"/>
                      <a:pt x="6263" y="12233"/>
                    </a:cubicBezTo>
                    <a:cubicBezTo>
                      <a:pt x="9688" y="12233"/>
                      <a:pt x="12494" y="9493"/>
                      <a:pt x="12494" y="6100"/>
                    </a:cubicBezTo>
                    <a:cubicBezTo>
                      <a:pt x="12494" y="2741"/>
                      <a:pt x="9688" y="1"/>
                      <a:pt x="6263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6" name="Google Shape;1616;p75"/>
              <p:cNvSpPr/>
              <p:nvPr/>
            </p:nvSpPr>
            <p:spPr>
              <a:xfrm>
                <a:off x="1267275" y="5024250"/>
                <a:ext cx="3372100" cy="356400"/>
              </a:xfrm>
              <a:custGeom>
                <a:avLst/>
                <a:gdLst/>
                <a:ahLst/>
                <a:cxnLst/>
                <a:rect l="l" t="t" r="r" b="b"/>
                <a:pathLst>
                  <a:path w="134884" h="14256" extrusionOk="0">
                    <a:moveTo>
                      <a:pt x="6100" y="1"/>
                    </a:moveTo>
                    <a:cubicBezTo>
                      <a:pt x="2740" y="1"/>
                      <a:pt x="0" y="2741"/>
                      <a:pt x="0" y="6101"/>
                    </a:cubicBezTo>
                    <a:lnTo>
                      <a:pt x="0" y="8156"/>
                    </a:lnTo>
                    <a:cubicBezTo>
                      <a:pt x="0" y="11516"/>
                      <a:pt x="2740" y="14256"/>
                      <a:pt x="6100" y="14256"/>
                    </a:cubicBezTo>
                    <a:lnTo>
                      <a:pt x="128783" y="14256"/>
                    </a:lnTo>
                    <a:cubicBezTo>
                      <a:pt x="132143" y="14256"/>
                      <a:pt x="134883" y="11516"/>
                      <a:pt x="134883" y="8156"/>
                    </a:cubicBezTo>
                    <a:lnTo>
                      <a:pt x="134883" y="6101"/>
                    </a:lnTo>
                    <a:cubicBezTo>
                      <a:pt x="134883" y="2741"/>
                      <a:pt x="132143" y="1"/>
                      <a:pt x="128783" y="1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7" name="Google Shape;1617;p75"/>
              <p:cNvSpPr/>
              <p:nvPr/>
            </p:nvSpPr>
            <p:spPr>
              <a:xfrm>
                <a:off x="5906625" y="1710900"/>
                <a:ext cx="426525" cy="1080550"/>
              </a:xfrm>
              <a:custGeom>
                <a:avLst/>
                <a:gdLst/>
                <a:ahLst/>
                <a:cxnLst/>
                <a:rect l="l" t="t" r="r" b="b"/>
                <a:pathLst>
                  <a:path w="17061" h="43222" extrusionOk="0">
                    <a:moveTo>
                      <a:pt x="1" y="0"/>
                    </a:moveTo>
                    <a:lnTo>
                      <a:pt x="1" y="38753"/>
                    </a:lnTo>
                    <a:cubicBezTo>
                      <a:pt x="1" y="41232"/>
                      <a:pt x="1990" y="43222"/>
                      <a:pt x="4470" y="43222"/>
                    </a:cubicBezTo>
                    <a:lnTo>
                      <a:pt x="12592" y="43222"/>
                    </a:lnTo>
                    <a:cubicBezTo>
                      <a:pt x="15071" y="43222"/>
                      <a:pt x="17061" y="41232"/>
                      <a:pt x="17061" y="38753"/>
                    </a:cubicBezTo>
                    <a:lnTo>
                      <a:pt x="17061" y="14549"/>
                    </a:lnTo>
                    <a:cubicBezTo>
                      <a:pt x="17061" y="13114"/>
                      <a:pt x="16376" y="11744"/>
                      <a:pt x="15202" y="10896"/>
                    </a:cubicBezTo>
                    <a:lnTo>
                      <a:pt x="1" y="0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8" name="Google Shape;1618;p75"/>
              <p:cNvSpPr/>
              <p:nvPr/>
            </p:nvSpPr>
            <p:spPr>
              <a:xfrm>
                <a:off x="2338025" y="2812425"/>
                <a:ext cx="1230600" cy="1601875"/>
              </a:xfrm>
              <a:custGeom>
                <a:avLst/>
                <a:gdLst/>
                <a:ahLst/>
                <a:cxnLst/>
                <a:rect l="l" t="t" r="r" b="b"/>
                <a:pathLst>
                  <a:path w="49224" h="64075" extrusionOk="0">
                    <a:moveTo>
                      <a:pt x="24612" y="1"/>
                    </a:moveTo>
                    <a:cubicBezTo>
                      <a:pt x="23919" y="1"/>
                      <a:pt x="23225" y="286"/>
                      <a:pt x="22736" y="857"/>
                    </a:cubicBezTo>
                    <a:cubicBezTo>
                      <a:pt x="16995" y="7707"/>
                      <a:pt x="0" y="28943"/>
                      <a:pt x="0" y="40001"/>
                    </a:cubicBezTo>
                    <a:cubicBezTo>
                      <a:pt x="0" y="53310"/>
                      <a:pt x="11026" y="64074"/>
                      <a:pt x="24628" y="64074"/>
                    </a:cubicBezTo>
                    <a:cubicBezTo>
                      <a:pt x="38198" y="64074"/>
                      <a:pt x="49224" y="53310"/>
                      <a:pt x="49224" y="40001"/>
                    </a:cubicBezTo>
                    <a:cubicBezTo>
                      <a:pt x="49224" y="28943"/>
                      <a:pt x="32229" y="7740"/>
                      <a:pt x="26487" y="857"/>
                    </a:cubicBezTo>
                    <a:cubicBezTo>
                      <a:pt x="25998" y="286"/>
                      <a:pt x="25305" y="1"/>
                      <a:pt x="2461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19" name="Google Shape;1619;p75"/>
              <p:cNvSpPr/>
              <p:nvPr/>
            </p:nvSpPr>
            <p:spPr>
              <a:xfrm>
                <a:off x="1190625" y="238125"/>
                <a:ext cx="5219200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08768" extrusionOk="0">
                    <a:moveTo>
                      <a:pt x="70524" y="29912"/>
                    </a:moveTo>
                    <a:cubicBezTo>
                      <a:pt x="68828" y="29912"/>
                      <a:pt x="67458" y="31282"/>
                      <a:pt x="67458" y="32979"/>
                    </a:cubicBezTo>
                    <a:lnTo>
                      <a:pt x="67458" y="39079"/>
                    </a:lnTo>
                    <a:cubicBezTo>
                      <a:pt x="67458" y="40775"/>
                      <a:pt x="68828" y="42145"/>
                      <a:pt x="70524" y="42145"/>
                    </a:cubicBezTo>
                    <a:cubicBezTo>
                      <a:pt x="72188" y="42145"/>
                      <a:pt x="73558" y="40775"/>
                      <a:pt x="73558" y="39079"/>
                    </a:cubicBezTo>
                    <a:lnTo>
                      <a:pt x="73558" y="32979"/>
                    </a:lnTo>
                    <a:cubicBezTo>
                      <a:pt x="73558" y="31282"/>
                      <a:pt x="72188" y="29912"/>
                      <a:pt x="70524" y="29912"/>
                    </a:cubicBezTo>
                    <a:close/>
                    <a:moveTo>
                      <a:pt x="52046" y="37361"/>
                    </a:moveTo>
                    <a:cubicBezTo>
                      <a:pt x="51345" y="37361"/>
                      <a:pt x="50642" y="37602"/>
                      <a:pt x="50071" y="38100"/>
                    </a:cubicBezTo>
                    <a:cubicBezTo>
                      <a:pt x="48767" y="39209"/>
                      <a:pt x="48636" y="41134"/>
                      <a:pt x="49713" y="42406"/>
                    </a:cubicBezTo>
                    <a:lnTo>
                      <a:pt x="53758" y="47103"/>
                    </a:lnTo>
                    <a:cubicBezTo>
                      <a:pt x="54348" y="47801"/>
                      <a:pt x="55204" y="48155"/>
                      <a:pt x="56066" y="48155"/>
                    </a:cubicBezTo>
                    <a:cubicBezTo>
                      <a:pt x="56775" y="48155"/>
                      <a:pt x="57489" y="47915"/>
                      <a:pt x="58063" y="47429"/>
                    </a:cubicBezTo>
                    <a:cubicBezTo>
                      <a:pt x="59336" y="46320"/>
                      <a:pt x="59499" y="44396"/>
                      <a:pt x="58390" y="43123"/>
                    </a:cubicBezTo>
                    <a:lnTo>
                      <a:pt x="54377" y="38426"/>
                    </a:lnTo>
                    <a:cubicBezTo>
                      <a:pt x="53766" y="37725"/>
                      <a:pt x="52907" y="37361"/>
                      <a:pt x="52046" y="37361"/>
                    </a:cubicBezTo>
                    <a:close/>
                    <a:moveTo>
                      <a:pt x="88975" y="37361"/>
                    </a:moveTo>
                    <a:cubicBezTo>
                      <a:pt x="88109" y="37361"/>
                      <a:pt x="87250" y="37725"/>
                      <a:pt x="86638" y="38426"/>
                    </a:cubicBezTo>
                    <a:lnTo>
                      <a:pt x="82626" y="43123"/>
                    </a:lnTo>
                    <a:cubicBezTo>
                      <a:pt x="81550" y="44396"/>
                      <a:pt x="81680" y="46320"/>
                      <a:pt x="82952" y="47429"/>
                    </a:cubicBezTo>
                    <a:cubicBezTo>
                      <a:pt x="83541" y="47915"/>
                      <a:pt x="84257" y="48155"/>
                      <a:pt x="84966" y="48155"/>
                    </a:cubicBezTo>
                    <a:cubicBezTo>
                      <a:pt x="85829" y="48155"/>
                      <a:pt x="86682" y="47801"/>
                      <a:pt x="87291" y="47103"/>
                    </a:cubicBezTo>
                    <a:lnTo>
                      <a:pt x="91303" y="42406"/>
                    </a:lnTo>
                    <a:cubicBezTo>
                      <a:pt x="92379" y="41134"/>
                      <a:pt x="92249" y="39209"/>
                      <a:pt x="90977" y="38100"/>
                    </a:cubicBezTo>
                    <a:cubicBezTo>
                      <a:pt x="90391" y="37602"/>
                      <a:pt x="89681" y="37361"/>
                      <a:pt x="88975" y="37361"/>
                    </a:cubicBezTo>
                    <a:close/>
                    <a:moveTo>
                      <a:pt x="42197" y="51818"/>
                    </a:moveTo>
                    <a:cubicBezTo>
                      <a:pt x="40745" y="51818"/>
                      <a:pt x="39471" y="52861"/>
                      <a:pt x="39209" y="54345"/>
                    </a:cubicBezTo>
                    <a:cubicBezTo>
                      <a:pt x="38916" y="56008"/>
                      <a:pt x="40057" y="57574"/>
                      <a:pt x="41721" y="57868"/>
                    </a:cubicBezTo>
                    <a:lnTo>
                      <a:pt x="47853" y="58944"/>
                    </a:lnTo>
                    <a:cubicBezTo>
                      <a:pt x="48030" y="58976"/>
                      <a:pt x="48206" y="58991"/>
                      <a:pt x="48380" y="58991"/>
                    </a:cubicBezTo>
                    <a:cubicBezTo>
                      <a:pt x="49821" y="58991"/>
                      <a:pt x="51144" y="57945"/>
                      <a:pt x="51376" y="56432"/>
                    </a:cubicBezTo>
                    <a:cubicBezTo>
                      <a:pt x="51670" y="54769"/>
                      <a:pt x="50561" y="53203"/>
                      <a:pt x="48897" y="52909"/>
                    </a:cubicBezTo>
                    <a:lnTo>
                      <a:pt x="42732" y="51866"/>
                    </a:lnTo>
                    <a:cubicBezTo>
                      <a:pt x="42552" y="51834"/>
                      <a:pt x="42373" y="51818"/>
                      <a:pt x="42197" y="51818"/>
                    </a:cubicBezTo>
                    <a:close/>
                    <a:moveTo>
                      <a:pt x="98819" y="51818"/>
                    </a:moveTo>
                    <a:cubicBezTo>
                      <a:pt x="98642" y="51818"/>
                      <a:pt x="98464" y="51834"/>
                      <a:pt x="98284" y="51866"/>
                    </a:cubicBezTo>
                    <a:lnTo>
                      <a:pt x="92119" y="52909"/>
                    </a:lnTo>
                    <a:cubicBezTo>
                      <a:pt x="90455" y="53203"/>
                      <a:pt x="89346" y="54769"/>
                      <a:pt x="89639" y="56432"/>
                    </a:cubicBezTo>
                    <a:cubicBezTo>
                      <a:pt x="89901" y="57945"/>
                      <a:pt x="91201" y="58991"/>
                      <a:pt x="92636" y="58991"/>
                    </a:cubicBezTo>
                    <a:cubicBezTo>
                      <a:pt x="92810" y="58991"/>
                      <a:pt x="92986" y="58976"/>
                      <a:pt x="93162" y="58944"/>
                    </a:cubicBezTo>
                    <a:lnTo>
                      <a:pt x="99327" y="57868"/>
                    </a:lnTo>
                    <a:cubicBezTo>
                      <a:pt x="100991" y="57607"/>
                      <a:pt x="102100" y="56008"/>
                      <a:pt x="101807" y="54345"/>
                    </a:cubicBezTo>
                    <a:cubicBezTo>
                      <a:pt x="101545" y="52861"/>
                      <a:pt x="100271" y="51818"/>
                      <a:pt x="98819" y="51818"/>
                    </a:cubicBezTo>
                    <a:close/>
                    <a:moveTo>
                      <a:pt x="70524" y="55878"/>
                    </a:moveTo>
                    <a:cubicBezTo>
                      <a:pt x="72253" y="55878"/>
                      <a:pt x="73688" y="57248"/>
                      <a:pt x="73688" y="58911"/>
                    </a:cubicBezTo>
                    <a:cubicBezTo>
                      <a:pt x="73688" y="60608"/>
                      <a:pt x="72253" y="61978"/>
                      <a:pt x="70524" y="61978"/>
                    </a:cubicBezTo>
                    <a:cubicBezTo>
                      <a:pt x="68763" y="61978"/>
                      <a:pt x="67327" y="60608"/>
                      <a:pt x="67327" y="58911"/>
                    </a:cubicBezTo>
                    <a:cubicBezTo>
                      <a:pt x="67327" y="57248"/>
                      <a:pt x="68763" y="55878"/>
                      <a:pt x="70524" y="55878"/>
                    </a:cubicBezTo>
                    <a:close/>
                    <a:moveTo>
                      <a:pt x="70524" y="49745"/>
                    </a:moveTo>
                    <a:cubicBezTo>
                      <a:pt x="65370" y="49745"/>
                      <a:pt x="61195" y="53855"/>
                      <a:pt x="61195" y="58911"/>
                    </a:cubicBezTo>
                    <a:cubicBezTo>
                      <a:pt x="61195" y="63968"/>
                      <a:pt x="65370" y="68110"/>
                      <a:pt x="70524" y="68110"/>
                    </a:cubicBezTo>
                    <a:cubicBezTo>
                      <a:pt x="75645" y="68110"/>
                      <a:pt x="79821" y="63968"/>
                      <a:pt x="79821" y="58911"/>
                    </a:cubicBezTo>
                    <a:cubicBezTo>
                      <a:pt x="79821" y="53855"/>
                      <a:pt x="75645" y="49745"/>
                      <a:pt x="70524" y="49745"/>
                    </a:cubicBezTo>
                    <a:close/>
                    <a:moveTo>
                      <a:pt x="140526" y="47299"/>
                    </a:moveTo>
                    <a:cubicBezTo>
                      <a:pt x="140885" y="47299"/>
                      <a:pt x="141146" y="47560"/>
                      <a:pt x="141146" y="47919"/>
                    </a:cubicBezTo>
                    <a:lnTo>
                      <a:pt x="141146" y="73590"/>
                    </a:lnTo>
                    <a:cubicBezTo>
                      <a:pt x="141146" y="73949"/>
                      <a:pt x="140885" y="74210"/>
                      <a:pt x="140526" y="74210"/>
                    </a:cubicBezTo>
                    <a:lnTo>
                      <a:pt x="134785" y="74210"/>
                    </a:lnTo>
                    <a:lnTo>
                      <a:pt x="134785" y="47299"/>
                    </a:lnTo>
                    <a:close/>
                    <a:moveTo>
                      <a:pt x="32131" y="18365"/>
                    </a:moveTo>
                    <a:cubicBezTo>
                      <a:pt x="28184" y="18365"/>
                      <a:pt x="24987" y="21562"/>
                      <a:pt x="24987" y="25476"/>
                    </a:cubicBezTo>
                    <a:lnTo>
                      <a:pt x="24987" y="73199"/>
                    </a:lnTo>
                    <a:cubicBezTo>
                      <a:pt x="24987" y="77113"/>
                      <a:pt x="28184" y="80343"/>
                      <a:pt x="32131" y="80343"/>
                    </a:cubicBezTo>
                    <a:lnTo>
                      <a:pt x="83246" y="80343"/>
                    </a:lnTo>
                    <a:cubicBezTo>
                      <a:pt x="84942" y="80343"/>
                      <a:pt x="86312" y="78973"/>
                      <a:pt x="86312" y="77276"/>
                    </a:cubicBezTo>
                    <a:cubicBezTo>
                      <a:pt x="86312" y="75580"/>
                      <a:pt x="84942" y="74210"/>
                      <a:pt x="83246" y="74210"/>
                    </a:cubicBezTo>
                    <a:lnTo>
                      <a:pt x="32131" y="74210"/>
                    </a:lnTo>
                    <a:cubicBezTo>
                      <a:pt x="31543" y="74210"/>
                      <a:pt x="31087" y="73754"/>
                      <a:pt x="31087" y="73199"/>
                    </a:cubicBezTo>
                    <a:lnTo>
                      <a:pt x="31087" y="25476"/>
                    </a:lnTo>
                    <a:cubicBezTo>
                      <a:pt x="31087" y="24922"/>
                      <a:pt x="31543" y="24465"/>
                      <a:pt x="32131" y="24465"/>
                    </a:cubicBezTo>
                    <a:lnTo>
                      <a:pt x="108918" y="24465"/>
                    </a:lnTo>
                    <a:cubicBezTo>
                      <a:pt x="109472" y="24465"/>
                      <a:pt x="109929" y="24922"/>
                      <a:pt x="109929" y="25476"/>
                    </a:cubicBezTo>
                    <a:lnTo>
                      <a:pt x="109929" y="73199"/>
                    </a:lnTo>
                    <a:cubicBezTo>
                      <a:pt x="109929" y="73754"/>
                      <a:pt x="109472" y="74210"/>
                      <a:pt x="108918" y="74210"/>
                    </a:cubicBezTo>
                    <a:lnTo>
                      <a:pt x="95478" y="74210"/>
                    </a:lnTo>
                    <a:cubicBezTo>
                      <a:pt x="93815" y="74210"/>
                      <a:pt x="92445" y="75580"/>
                      <a:pt x="92445" y="77276"/>
                    </a:cubicBezTo>
                    <a:cubicBezTo>
                      <a:pt x="92445" y="78973"/>
                      <a:pt x="93815" y="80343"/>
                      <a:pt x="95478" y="80343"/>
                    </a:cubicBezTo>
                    <a:lnTo>
                      <a:pt x="108918" y="80343"/>
                    </a:lnTo>
                    <a:cubicBezTo>
                      <a:pt x="112832" y="80343"/>
                      <a:pt x="116029" y="77113"/>
                      <a:pt x="116029" y="73199"/>
                    </a:cubicBezTo>
                    <a:lnTo>
                      <a:pt x="116029" y="25476"/>
                    </a:lnTo>
                    <a:cubicBezTo>
                      <a:pt x="116029" y="21562"/>
                      <a:pt x="112832" y="18365"/>
                      <a:pt x="108918" y="18365"/>
                    </a:cubicBezTo>
                    <a:close/>
                    <a:moveTo>
                      <a:pt x="191707" y="64881"/>
                    </a:moveTo>
                    <a:lnTo>
                      <a:pt x="202047" y="72286"/>
                    </a:lnTo>
                    <a:cubicBezTo>
                      <a:pt x="202439" y="72579"/>
                      <a:pt x="202635" y="73003"/>
                      <a:pt x="202635" y="73460"/>
                    </a:cubicBezTo>
                    <a:lnTo>
                      <a:pt x="202635" y="97664"/>
                    </a:lnTo>
                    <a:lnTo>
                      <a:pt x="202667" y="97664"/>
                    </a:lnTo>
                    <a:cubicBezTo>
                      <a:pt x="202667" y="98447"/>
                      <a:pt x="202015" y="99099"/>
                      <a:pt x="201232" y="99099"/>
                    </a:cubicBezTo>
                    <a:lnTo>
                      <a:pt x="193110" y="99099"/>
                    </a:lnTo>
                    <a:cubicBezTo>
                      <a:pt x="192327" y="99099"/>
                      <a:pt x="191707" y="98447"/>
                      <a:pt x="191707" y="97664"/>
                    </a:cubicBezTo>
                    <a:lnTo>
                      <a:pt x="191707" y="91531"/>
                    </a:lnTo>
                    <a:lnTo>
                      <a:pt x="193468" y="93130"/>
                    </a:lnTo>
                    <a:cubicBezTo>
                      <a:pt x="194057" y="93642"/>
                      <a:pt x="194784" y="93897"/>
                      <a:pt x="195510" y="93897"/>
                    </a:cubicBezTo>
                    <a:cubicBezTo>
                      <a:pt x="196353" y="93897"/>
                      <a:pt x="197193" y="93553"/>
                      <a:pt x="197807" y="92869"/>
                    </a:cubicBezTo>
                    <a:cubicBezTo>
                      <a:pt x="198916" y="91597"/>
                      <a:pt x="198818" y="89672"/>
                      <a:pt x="197546" y="88563"/>
                    </a:cubicBezTo>
                    <a:lnTo>
                      <a:pt x="191707" y="83344"/>
                    </a:lnTo>
                    <a:lnTo>
                      <a:pt x="191707" y="64881"/>
                    </a:lnTo>
                    <a:close/>
                    <a:moveTo>
                      <a:pt x="70524" y="106373"/>
                    </a:moveTo>
                    <a:cubicBezTo>
                      <a:pt x="86377" y="125423"/>
                      <a:pt x="92053" y="137754"/>
                      <a:pt x="92053" y="142973"/>
                    </a:cubicBezTo>
                    <a:cubicBezTo>
                      <a:pt x="92053" y="154553"/>
                      <a:pt x="82398" y="164013"/>
                      <a:pt x="70524" y="164013"/>
                    </a:cubicBezTo>
                    <a:cubicBezTo>
                      <a:pt x="58618" y="164013"/>
                      <a:pt x="48962" y="154553"/>
                      <a:pt x="48962" y="142973"/>
                    </a:cubicBezTo>
                    <a:cubicBezTo>
                      <a:pt x="48962" y="135046"/>
                      <a:pt x="59988" y="118997"/>
                      <a:pt x="70524" y="106373"/>
                    </a:cubicBezTo>
                    <a:close/>
                    <a:moveTo>
                      <a:pt x="70524" y="99915"/>
                    </a:moveTo>
                    <a:cubicBezTo>
                      <a:pt x="68893" y="99915"/>
                      <a:pt x="67327" y="100632"/>
                      <a:pt x="66284" y="101872"/>
                    </a:cubicBezTo>
                    <a:cubicBezTo>
                      <a:pt x="63315" y="105427"/>
                      <a:pt x="57574" y="112506"/>
                      <a:pt x="52551" y="120139"/>
                    </a:cubicBezTo>
                    <a:cubicBezTo>
                      <a:pt x="46027" y="130055"/>
                      <a:pt x="42830" y="137525"/>
                      <a:pt x="42830" y="142973"/>
                    </a:cubicBezTo>
                    <a:cubicBezTo>
                      <a:pt x="42830" y="157945"/>
                      <a:pt x="55258" y="170113"/>
                      <a:pt x="70524" y="170113"/>
                    </a:cubicBezTo>
                    <a:cubicBezTo>
                      <a:pt x="85758" y="170113"/>
                      <a:pt x="98186" y="157945"/>
                      <a:pt x="98186" y="142973"/>
                    </a:cubicBezTo>
                    <a:cubicBezTo>
                      <a:pt x="98186" y="137525"/>
                      <a:pt x="94989" y="130055"/>
                      <a:pt x="88465" y="120139"/>
                    </a:cubicBezTo>
                    <a:cubicBezTo>
                      <a:pt x="83442" y="112506"/>
                      <a:pt x="77701" y="105427"/>
                      <a:pt x="74732" y="101872"/>
                    </a:cubicBezTo>
                    <a:cubicBezTo>
                      <a:pt x="73688" y="100632"/>
                      <a:pt x="72155" y="99915"/>
                      <a:pt x="70524" y="99915"/>
                    </a:cubicBezTo>
                    <a:close/>
                    <a:moveTo>
                      <a:pt x="131849" y="194512"/>
                    </a:moveTo>
                    <a:cubicBezTo>
                      <a:pt x="133546" y="194512"/>
                      <a:pt x="134916" y="195882"/>
                      <a:pt x="134916" y="197546"/>
                    </a:cubicBezTo>
                    <a:lnTo>
                      <a:pt x="134916" y="199601"/>
                    </a:lnTo>
                    <a:cubicBezTo>
                      <a:pt x="134916" y="201265"/>
                      <a:pt x="133546" y="202667"/>
                      <a:pt x="131849" y="202667"/>
                    </a:cubicBezTo>
                    <a:lnTo>
                      <a:pt x="9166" y="202667"/>
                    </a:lnTo>
                    <a:cubicBezTo>
                      <a:pt x="7503" y="202667"/>
                      <a:pt x="6133" y="201265"/>
                      <a:pt x="6133" y="199601"/>
                    </a:cubicBezTo>
                    <a:lnTo>
                      <a:pt x="6133" y="197546"/>
                    </a:lnTo>
                    <a:cubicBezTo>
                      <a:pt x="6133" y="195882"/>
                      <a:pt x="7503" y="194512"/>
                      <a:pt x="9166" y="194512"/>
                    </a:cubicBezTo>
                    <a:close/>
                    <a:moveTo>
                      <a:pt x="21529" y="0"/>
                    </a:moveTo>
                    <a:cubicBezTo>
                      <a:pt x="13113" y="0"/>
                      <a:pt x="6230" y="6850"/>
                      <a:pt x="6230" y="15299"/>
                    </a:cubicBezTo>
                    <a:lnTo>
                      <a:pt x="6230" y="142157"/>
                    </a:lnTo>
                    <a:cubicBezTo>
                      <a:pt x="6230" y="143821"/>
                      <a:pt x="7600" y="145191"/>
                      <a:pt x="9297" y="145191"/>
                    </a:cubicBezTo>
                    <a:cubicBezTo>
                      <a:pt x="10993" y="145191"/>
                      <a:pt x="12363" y="143821"/>
                      <a:pt x="12363" y="142157"/>
                    </a:cubicBezTo>
                    <a:lnTo>
                      <a:pt x="12363" y="15299"/>
                    </a:lnTo>
                    <a:cubicBezTo>
                      <a:pt x="12363" y="10243"/>
                      <a:pt x="16473" y="6133"/>
                      <a:pt x="21529" y="6133"/>
                    </a:cubicBezTo>
                    <a:lnTo>
                      <a:pt x="119487" y="6133"/>
                    </a:lnTo>
                    <a:cubicBezTo>
                      <a:pt x="124543" y="6133"/>
                      <a:pt x="128653" y="10243"/>
                      <a:pt x="128653" y="15299"/>
                    </a:cubicBezTo>
                    <a:lnTo>
                      <a:pt x="128653" y="188380"/>
                    </a:lnTo>
                    <a:lnTo>
                      <a:pt x="12363" y="188380"/>
                    </a:lnTo>
                    <a:lnTo>
                      <a:pt x="12363" y="154390"/>
                    </a:lnTo>
                    <a:cubicBezTo>
                      <a:pt x="12363" y="152694"/>
                      <a:pt x="10993" y="151324"/>
                      <a:pt x="9297" y="151324"/>
                    </a:cubicBezTo>
                    <a:cubicBezTo>
                      <a:pt x="7600" y="151324"/>
                      <a:pt x="6230" y="152694"/>
                      <a:pt x="6230" y="154390"/>
                    </a:cubicBezTo>
                    <a:lnTo>
                      <a:pt x="6230" y="188869"/>
                    </a:lnTo>
                    <a:cubicBezTo>
                      <a:pt x="2610" y="190076"/>
                      <a:pt x="0" y="193534"/>
                      <a:pt x="0" y="197546"/>
                    </a:cubicBezTo>
                    <a:lnTo>
                      <a:pt x="0" y="199601"/>
                    </a:lnTo>
                    <a:cubicBezTo>
                      <a:pt x="0" y="204657"/>
                      <a:pt x="4110" y="208767"/>
                      <a:pt x="9166" y="208767"/>
                    </a:cubicBezTo>
                    <a:lnTo>
                      <a:pt x="131849" y="208767"/>
                    </a:lnTo>
                    <a:cubicBezTo>
                      <a:pt x="136906" y="208767"/>
                      <a:pt x="141016" y="204657"/>
                      <a:pt x="141016" y="199601"/>
                    </a:cubicBezTo>
                    <a:lnTo>
                      <a:pt x="141016" y="197546"/>
                    </a:lnTo>
                    <a:cubicBezTo>
                      <a:pt x="141016" y="193534"/>
                      <a:pt x="138406" y="190076"/>
                      <a:pt x="134785" y="188869"/>
                    </a:cubicBezTo>
                    <a:lnTo>
                      <a:pt x="134785" y="80343"/>
                    </a:lnTo>
                    <a:lnTo>
                      <a:pt x="140526" y="80343"/>
                    </a:lnTo>
                    <a:cubicBezTo>
                      <a:pt x="144245" y="80343"/>
                      <a:pt x="147279" y="77309"/>
                      <a:pt x="147279" y="73590"/>
                    </a:cubicBezTo>
                    <a:lnTo>
                      <a:pt x="147279" y="63804"/>
                    </a:lnTo>
                    <a:lnTo>
                      <a:pt x="155629" y="63804"/>
                    </a:lnTo>
                    <a:cubicBezTo>
                      <a:pt x="160685" y="63804"/>
                      <a:pt x="164796" y="67915"/>
                      <a:pt x="164796" y="73003"/>
                    </a:cubicBezTo>
                    <a:lnTo>
                      <a:pt x="164796" y="170276"/>
                    </a:lnTo>
                    <a:cubicBezTo>
                      <a:pt x="164796" y="180062"/>
                      <a:pt x="172755" y="187988"/>
                      <a:pt x="182508" y="187988"/>
                    </a:cubicBezTo>
                    <a:cubicBezTo>
                      <a:pt x="192294" y="187988"/>
                      <a:pt x="200221" y="180062"/>
                      <a:pt x="200221" y="170276"/>
                    </a:cubicBezTo>
                    <a:lnTo>
                      <a:pt x="200221" y="105199"/>
                    </a:lnTo>
                    <a:lnTo>
                      <a:pt x="201232" y="105199"/>
                    </a:lnTo>
                    <a:cubicBezTo>
                      <a:pt x="205375" y="105199"/>
                      <a:pt x="208767" y="101807"/>
                      <a:pt x="208767" y="97664"/>
                    </a:cubicBezTo>
                    <a:lnTo>
                      <a:pt x="208767" y="73460"/>
                    </a:lnTo>
                    <a:cubicBezTo>
                      <a:pt x="208767" y="71046"/>
                      <a:pt x="207593" y="68730"/>
                      <a:pt x="205603" y="67327"/>
                    </a:cubicBezTo>
                    <a:lnTo>
                      <a:pt x="190435" y="56432"/>
                    </a:lnTo>
                    <a:lnTo>
                      <a:pt x="190402" y="56432"/>
                    </a:lnTo>
                    <a:lnTo>
                      <a:pt x="180257" y="49158"/>
                    </a:lnTo>
                    <a:cubicBezTo>
                      <a:pt x="179723" y="48776"/>
                      <a:pt x="179109" y="48593"/>
                      <a:pt x="178500" y="48593"/>
                    </a:cubicBezTo>
                    <a:cubicBezTo>
                      <a:pt x="177550" y="48593"/>
                      <a:pt x="176614" y="49040"/>
                      <a:pt x="176017" y="49876"/>
                    </a:cubicBezTo>
                    <a:cubicBezTo>
                      <a:pt x="175006" y="51246"/>
                      <a:pt x="175332" y="53138"/>
                      <a:pt x="176702" y="54149"/>
                    </a:cubicBezTo>
                    <a:lnTo>
                      <a:pt x="185574" y="60477"/>
                    </a:lnTo>
                    <a:lnTo>
                      <a:pt x="185574" y="97664"/>
                    </a:lnTo>
                    <a:cubicBezTo>
                      <a:pt x="185574" y="101807"/>
                      <a:pt x="188967" y="105199"/>
                      <a:pt x="193110" y="105199"/>
                    </a:cubicBezTo>
                    <a:lnTo>
                      <a:pt x="194121" y="105199"/>
                    </a:lnTo>
                    <a:lnTo>
                      <a:pt x="194121" y="170276"/>
                    </a:lnTo>
                    <a:cubicBezTo>
                      <a:pt x="194121" y="176669"/>
                      <a:pt x="188902" y="181888"/>
                      <a:pt x="182508" y="181888"/>
                    </a:cubicBezTo>
                    <a:cubicBezTo>
                      <a:pt x="176115" y="181888"/>
                      <a:pt x="170928" y="176669"/>
                      <a:pt x="170928" y="170276"/>
                    </a:cubicBezTo>
                    <a:lnTo>
                      <a:pt x="170928" y="73003"/>
                    </a:lnTo>
                    <a:cubicBezTo>
                      <a:pt x="170928" y="64555"/>
                      <a:pt x="164045" y="57705"/>
                      <a:pt x="155629" y="57705"/>
                    </a:cubicBezTo>
                    <a:lnTo>
                      <a:pt x="147279" y="57705"/>
                    </a:lnTo>
                    <a:lnTo>
                      <a:pt x="147279" y="47919"/>
                    </a:lnTo>
                    <a:cubicBezTo>
                      <a:pt x="147279" y="44200"/>
                      <a:pt x="144245" y="41199"/>
                      <a:pt x="140526" y="41199"/>
                    </a:cubicBezTo>
                    <a:lnTo>
                      <a:pt x="134785" y="41199"/>
                    </a:lnTo>
                    <a:lnTo>
                      <a:pt x="134785" y="15299"/>
                    </a:lnTo>
                    <a:cubicBezTo>
                      <a:pt x="134785" y="6850"/>
                      <a:pt x="127902" y="0"/>
                      <a:pt x="11948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20" name="Google Shape;1620;p75"/>
          <p:cNvGrpSpPr/>
          <p:nvPr/>
        </p:nvGrpSpPr>
        <p:grpSpPr>
          <a:xfrm>
            <a:off x="1971345" y="900203"/>
            <a:ext cx="1757157" cy="1757157"/>
            <a:chOff x="2807450" y="318200"/>
            <a:chExt cx="2067000" cy="2067000"/>
          </a:xfrm>
        </p:grpSpPr>
        <p:sp>
          <p:nvSpPr>
            <p:cNvPr id="1621" name="Google Shape;1621;p75"/>
            <p:cNvSpPr/>
            <p:nvPr/>
          </p:nvSpPr>
          <p:spPr>
            <a:xfrm>
              <a:off x="2807450" y="318200"/>
              <a:ext cx="2067000" cy="2067000"/>
            </a:xfrm>
            <a:prstGeom prst="ellipse">
              <a:avLst/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22" name="Google Shape;1622;p75"/>
            <p:cNvGrpSpPr/>
            <p:nvPr/>
          </p:nvGrpSpPr>
          <p:grpSpPr>
            <a:xfrm>
              <a:off x="3251710" y="657298"/>
              <a:ext cx="1348029" cy="1388829"/>
              <a:chOff x="1267275" y="238125"/>
              <a:chExt cx="5065875" cy="5219200"/>
            </a:xfrm>
          </p:grpSpPr>
          <p:sp>
            <p:nvSpPr>
              <p:cNvPr id="1623" name="Google Shape;1623;p75"/>
              <p:cNvSpPr/>
              <p:nvPr/>
            </p:nvSpPr>
            <p:spPr>
              <a:xfrm>
                <a:off x="2235275" y="2104775"/>
                <a:ext cx="626325" cy="626325"/>
              </a:xfrm>
              <a:custGeom>
                <a:avLst/>
                <a:gdLst/>
                <a:ahLst/>
                <a:cxnLst/>
                <a:rect l="l" t="t" r="r" b="b"/>
                <a:pathLst>
                  <a:path w="25053" h="25053" extrusionOk="0">
                    <a:moveTo>
                      <a:pt x="17680" y="1"/>
                    </a:moveTo>
                    <a:cubicBezTo>
                      <a:pt x="7927" y="1"/>
                      <a:pt x="0" y="7927"/>
                      <a:pt x="0" y="17681"/>
                    </a:cubicBezTo>
                    <a:lnTo>
                      <a:pt x="0" y="25053"/>
                    </a:lnTo>
                    <a:lnTo>
                      <a:pt x="7372" y="25053"/>
                    </a:lnTo>
                    <a:cubicBezTo>
                      <a:pt x="17125" y="25053"/>
                      <a:pt x="25052" y="17126"/>
                      <a:pt x="25052" y="7373"/>
                    </a:cubicBezTo>
                    <a:lnTo>
                      <a:pt x="25052" y="1632"/>
                    </a:lnTo>
                    <a:cubicBezTo>
                      <a:pt x="25052" y="751"/>
                      <a:pt x="24302" y="1"/>
                      <a:pt x="2342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4" name="Google Shape;1624;p75"/>
              <p:cNvSpPr/>
              <p:nvPr/>
            </p:nvSpPr>
            <p:spPr>
              <a:xfrm>
                <a:off x="1609775" y="1646475"/>
                <a:ext cx="625525" cy="625500"/>
              </a:xfrm>
              <a:custGeom>
                <a:avLst/>
                <a:gdLst/>
                <a:ahLst/>
                <a:cxnLst/>
                <a:rect l="l" t="t" r="r" b="b"/>
                <a:pathLst>
                  <a:path w="25021" h="25020" extrusionOk="0">
                    <a:moveTo>
                      <a:pt x="1632" y="1"/>
                    </a:moveTo>
                    <a:cubicBezTo>
                      <a:pt x="718" y="1"/>
                      <a:pt x="1" y="718"/>
                      <a:pt x="1" y="1632"/>
                    </a:cubicBezTo>
                    <a:lnTo>
                      <a:pt x="1" y="7340"/>
                    </a:lnTo>
                    <a:cubicBezTo>
                      <a:pt x="1" y="17126"/>
                      <a:pt x="7927" y="25020"/>
                      <a:pt x="17681" y="25020"/>
                    </a:cubicBezTo>
                    <a:lnTo>
                      <a:pt x="25020" y="25020"/>
                    </a:lnTo>
                    <a:lnTo>
                      <a:pt x="25020" y="17680"/>
                    </a:lnTo>
                    <a:cubicBezTo>
                      <a:pt x="25020" y="7895"/>
                      <a:pt x="17126" y="1"/>
                      <a:pt x="734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5" name="Google Shape;1625;p75"/>
              <p:cNvSpPr/>
              <p:nvPr/>
            </p:nvSpPr>
            <p:spPr>
              <a:xfrm>
                <a:off x="1609775" y="2716400"/>
                <a:ext cx="625525" cy="626325"/>
              </a:xfrm>
              <a:custGeom>
                <a:avLst/>
                <a:gdLst/>
                <a:ahLst/>
                <a:cxnLst/>
                <a:rect l="l" t="t" r="r" b="b"/>
                <a:pathLst>
                  <a:path w="25021" h="25053" extrusionOk="0">
                    <a:moveTo>
                      <a:pt x="1632" y="1"/>
                    </a:moveTo>
                    <a:cubicBezTo>
                      <a:pt x="718" y="1"/>
                      <a:pt x="1" y="751"/>
                      <a:pt x="1" y="1632"/>
                    </a:cubicBezTo>
                    <a:lnTo>
                      <a:pt x="1" y="7373"/>
                    </a:lnTo>
                    <a:cubicBezTo>
                      <a:pt x="1" y="17126"/>
                      <a:pt x="7927" y="25053"/>
                      <a:pt x="17681" y="25053"/>
                    </a:cubicBezTo>
                    <a:lnTo>
                      <a:pt x="25020" y="25053"/>
                    </a:lnTo>
                    <a:lnTo>
                      <a:pt x="25020" y="17681"/>
                    </a:lnTo>
                    <a:cubicBezTo>
                      <a:pt x="25020" y="7927"/>
                      <a:pt x="17126" y="1"/>
                      <a:pt x="734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6" name="Google Shape;1626;p75"/>
              <p:cNvSpPr/>
              <p:nvPr/>
            </p:nvSpPr>
            <p:spPr>
              <a:xfrm>
                <a:off x="4239750" y="314775"/>
                <a:ext cx="2017575" cy="2016750"/>
              </a:xfrm>
              <a:custGeom>
                <a:avLst/>
                <a:gdLst/>
                <a:ahLst/>
                <a:cxnLst/>
                <a:rect l="l" t="t" r="r" b="b"/>
                <a:pathLst>
                  <a:path w="80703" h="80670" extrusionOk="0">
                    <a:moveTo>
                      <a:pt x="40351" y="0"/>
                    </a:moveTo>
                    <a:cubicBezTo>
                      <a:pt x="35491" y="0"/>
                      <a:pt x="32555" y="9591"/>
                      <a:pt x="28347" y="11352"/>
                    </a:cubicBezTo>
                    <a:cubicBezTo>
                      <a:pt x="27578" y="11671"/>
                      <a:pt x="26675" y="11792"/>
                      <a:pt x="25690" y="11792"/>
                    </a:cubicBezTo>
                    <a:cubicBezTo>
                      <a:pt x="22592" y="11792"/>
                      <a:pt x="18688" y="10596"/>
                      <a:pt x="15613" y="10596"/>
                    </a:cubicBezTo>
                    <a:cubicBezTo>
                      <a:pt x="14065" y="10596"/>
                      <a:pt x="12728" y="10899"/>
                      <a:pt x="11809" y="11809"/>
                    </a:cubicBezTo>
                    <a:cubicBezTo>
                      <a:pt x="8514" y="15136"/>
                      <a:pt x="13179" y="23943"/>
                      <a:pt x="11352" y="28347"/>
                    </a:cubicBezTo>
                    <a:cubicBezTo>
                      <a:pt x="9591" y="32555"/>
                      <a:pt x="1" y="35491"/>
                      <a:pt x="1" y="40351"/>
                    </a:cubicBezTo>
                    <a:cubicBezTo>
                      <a:pt x="1" y="45211"/>
                      <a:pt x="9591" y="48115"/>
                      <a:pt x="11352" y="52355"/>
                    </a:cubicBezTo>
                    <a:cubicBezTo>
                      <a:pt x="13179" y="56726"/>
                      <a:pt x="8514" y="65566"/>
                      <a:pt x="11809" y="68861"/>
                    </a:cubicBezTo>
                    <a:cubicBezTo>
                      <a:pt x="12733" y="69775"/>
                      <a:pt x="14081" y="70079"/>
                      <a:pt x="15640" y="70079"/>
                    </a:cubicBezTo>
                    <a:cubicBezTo>
                      <a:pt x="18727" y="70079"/>
                      <a:pt x="22642" y="68889"/>
                      <a:pt x="25729" y="68889"/>
                    </a:cubicBezTo>
                    <a:cubicBezTo>
                      <a:pt x="26701" y="68889"/>
                      <a:pt x="27591" y="69007"/>
                      <a:pt x="28347" y="69317"/>
                    </a:cubicBezTo>
                    <a:cubicBezTo>
                      <a:pt x="32555" y="71079"/>
                      <a:pt x="35491" y="80669"/>
                      <a:pt x="40351" y="80669"/>
                    </a:cubicBezTo>
                    <a:cubicBezTo>
                      <a:pt x="45212" y="80669"/>
                      <a:pt x="48115" y="71079"/>
                      <a:pt x="52356" y="69317"/>
                    </a:cubicBezTo>
                    <a:cubicBezTo>
                      <a:pt x="53112" y="69007"/>
                      <a:pt x="54002" y="68889"/>
                      <a:pt x="54974" y="68889"/>
                    </a:cubicBezTo>
                    <a:cubicBezTo>
                      <a:pt x="58060" y="68889"/>
                      <a:pt x="61973" y="70079"/>
                      <a:pt x="65050" y="70079"/>
                    </a:cubicBezTo>
                    <a:cubicBezTo>
                      <a:pt x="66605" y="70079"/>
                      <a:pt x="67947" y="69775"/>
                      <a:pt x="68861" y="68861"/>
                    </a:cubicBezTo>
                    <a:cubicBezTo>
                      <a:pt x="72156" y="65566"/>
                      <a:pt x="67524" y="56726"/>
                      <a:pt x="69351" y="52355"/>
                    </a:cubicBezTo>
                    <a:cubicBezTo>
                      <a:pt x="71079" y="48115"/>
                      <a:pt x="80702" y="45211"/>
                      <a:pt x="80702" y="40351"/>
                    </a:cubicBezTo>
                    <a:cubicBezTo>
                      <a:pt x="80702" y="35491"/>
                      <a:pt x="71079" y="32555"/>
                      <a:pt x="69351" y="28347"/>
                    </a:cubicBezTo>
                    <a:cubicBezTo>
                      <a:pt x="67524" y="23943"/>
                      <a:pt x="72156" y="15136"/>
                      <a:pt x="68861" y="11809"/>
                    </a:cubicBezTo>
                    <a:cubicBezTo>
                      <a:pt x="67951" y="10899"/>
                      <a:pt x="66618" y="10596"/>
                      <a:pt x="65073" y="10596"/>
                    </a:cubicBezTo>
                    <a:cubicBezTo>
                      <a:pt x="62001" y="10596"/>
                      <a:pt x="58091" y="11792"/>
                      <a:pt x="55002" y="11792"/>
                    </a:cubicBezTo>
                    <a:cubicBezTo>
                      <a:pt x="54019" y="11792"/>
                      <a:pt x="53119" y="11671"/>
                      <a:pt x="52356" y="11352"/>
                    </a:cubicBezTo>
                    <a:cubicBezTo>
                      <a:pt x="48115" y="9591"/>
                      <a:pt x="45212" y="0"/>
                      <a:pt x="4035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7" name="Google Shape;1627;p75"/>
              <p:cNvSpPr/>
              <p:nvPr/>
            </p:nvSpPr>
            <p:spPr>
              <a:xfrm>
                <a:off x="4900300" y="1006925"/>
                <a:ext cx="694825" cy="633250"/>
              </a:xfrm>
              <a:custGeom>
                <a:avLst/>
                <a:gdLst/>
                <a:ahLst/>
                <a:cxnLst/>
                <a:rect l="l" t="t" r="r" b="b"/>
                <a:pathLst>
                  <a:path w="27793" h="25330" extrusionOk="0">
                    <a:moveTo>
                      <a:pt x="13897" y="0"/>
                    </a:moveTo>
                    <a:cubicBezTo>
                      <a:pt x="10651" y="0"/>
                      <a:pt x="7405" y="1232"/>
                      <a:pt x="4926" y="3695"/>
                    </a:cubicBezTo>
                    <a:cubicBezTo>
                      <a:pt x="1" y="8653"/>
                      <a:pt x="1" y="16677"/>
                      <a:pt x="4926" y="21636"/>
                    </a:cubicBezTo>
                    <a:cubicBezTo>
                      <a:pt x="7405" y="24098"/>
                      <a:pt x="10651" y="25330"/>
                      <a:pt x="13897" y="25330"/>
                    </a:cubicBezTo>
                    <a:cubicBezTo>
                      <a:pt x="17143" y="25330"/>
                      <a:pt x="20388" y="24098"/>
                      <a:pt x="22867" y="21636"/>
                    </a:cubicBezTo>
                    <a:cubicBezTo>
                      <a:pt x="27793" y="16677"/>
                      <a:pt x="27793" y="8653"/>
                      <a:pt x="22867" y="3695"/>
                    </a:cubicBezTo>
                    <a:cubicBezTo>
                      <a:pt x="20388" y="1232"/>
                      <a:pt x="17143" y="0"/>
                      <a:pt x="1389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8" name="Google Shape;1628;p75"/>
              <p:cNvSpPr/>
              <p:nvPr/>
            </p:nvSpPr>
            <p:spPr>
              <a:xfrm>
                <a:off x="1343925" y="3688475"/>
                <a:ext cx="1783525" cy="407775"/>
              </a:xfrm>
              <a:custGeom>
                <a:avLst/>
                <a:gdLst/>
                <a:ahLst/>
                <a:cxnLst/>
                <a:rect l="l" t="t" r="r" b="b"/>
                <a:pathLst>
                  <a:path w="71341" h="16311" extrusionOk="0">
                    <a:moveTo>
                      <a:pt x="4078" y="1"/>
                    </a:moveTo>
                    <a:cubicBezTo>
                      <a:pt x="1795" y="1"/>
                      <a:pt x="1" y="1827"/>
                      <a:pt x="1" y="4078"/>
                    </a:cubicBezTo>
                    <a:lnTo>
                      <a:pt x="1" y="12233"/>
                    </a:lnTo>
                    <a:cubicBezTo>
                      <a:pt x="1" y="14484"/>
                      <a:pt x="1795" y="16311"/>
                      <a:pt x="4078" y="16311"/>
                    </a:cubicBezTo>
                    <a:lnTo>
                      <a:pt x="67263" y="16311"/>
                    </a:lnTo>
                    <a:cubicBezTo>
                      <a:pt x="69513" y="16311"/>
                      <a:pt x="71340" y="14484"/>
                      <a:pt x="71340" y="12233"/>
                    </a:cubicBezTo>
                    <a:lnTo>
                      <a:pt x="71340" y="4078"/>
                    </a:lnTo>
                    <a:cubicBezTo>
                      <a:pt x="71340" y="1827"/>
                      <a:pt x="69513" y="1"/>
                      <a:pt x="6726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29" name="Google Shape;1629;p75"/>
              <p:cNvSpPr/>
              <p:nvPr/>
            </p:nvSpPr>
            <p:spPr>
              <a:xfrm>
                <a:off x="1496425" y="4096225"/>
                <a:ext cx="1478525" cy="1284425"/>
              </a:xfrm>
              <a:custGeom>
                <a:avLst/>
                <a:gdLst/>
                <a:ahLst/>
                <a:cxnLst/>
                <a:rect l="l" t="t" r="r" b="b"/>
                <a:pathLst>
                  <a:path w="59141" h="51377" extrusionOk="0">
                    <a:moveTo>
                      <a:pt x="0" y="1"/>
                    </a:moveTo>
                    <a:lnTo>
                      <a:pt x="5676" y="47789"/>
                    </a:lnTo>
                    <a:cubicBezTo>
                      <a:pt x="5937" y="49844"/>
                      <a:pt x="7666" y="51377"/>
                      <a:pt x="9754" y="51377"/>
                    </a:cubicBezTo>
                    <a:lnTo>
                      <a:pt x="49387" y="51377"/>
                    </a:lnTo>
                    <a:cubicBezTo>
                      <a:pt x="51442" y="51377"/>
                      <a:pt x="53203" y="49844"/>
                      <a:pt x="53432" y="47789"/>
                    </a:cubicBezTo>
                    <a:lnTo>
                      <a:pt x="59140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0" name="Google Shape;1630;p75"/>
              <p:cNvSpPr/>
              <p:nvPr/>
            </p:nvSpPr>
            <p:spPr>
              <a:xfrm>
                <a:off x="1932725" y="634250"/>
                <a:ext cx="605125" cy="867900"/>
              </a:xfrm>
              <a:custGeom>
                <a:avLst/>
                <a:gdLst/>
                <a:ahLst/>
                <a:cxnLst/>
                <a:rect l="l" t="t" r="r" b="b"/>
                <a:pathLst>
                  <a:path w="24205" h="34716" extrusionOk="0">
                    <a:moveTo>
                      <a:pt x="12106" y="0"/>
                    </a:moveTo>
                    <a:cubicBezTo>
                      <a:pt x="11686" y="0"/>
                      <a:pt x="11270" y="155"/>
                      <a:pt x="10960" y="465"/>
                    </a:cubicBezTo>
                    <a:lnTo>
                      <a:pt x="6915" y="4510"/>
                    </a:lnTo>
                    <a:cubicBezTo>
                      <a:pt x="0" y="11425"/>
                      <a:pt x="0" y="22614"/>
                      <a:pt x="6915" y="29497"/>
                    </a:cubicBezTo>
                    <a:lnTo>
                      <a:pt x="12102" y="34716"/>
                    </a:lnTo>
                    <a:lnTo>
                      <a:pt x="17321" y="29497"/>
                    </a:lnTo>
                    <a:cubicBezTo>
                      <a:pt x="24204" y="22614"/>
                      <a:pt x="24204" y="11425"/>
                      <a:pt x="17321" y="4510"/>
                    </a:cubicBezTo>
                    <a:lnTo>
                      <a:pt x="13276" y="465"/>
                    </a:lnTo>
                    <a:cubicBezTo>
                      <a:pt x="12950" y="155"/>
                      <a:pt x="12526" y="0"/>
                      <a:pt x="1210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31" name="Google Shape;1631;p75"/>
              <p:cNvSpPr/>
              <p:nvPr/>
            </p:nvSpPr>
            <p:spPr>
              <a:xfrm>
                <a:off x="1267275" y="238125"/>
                <a:ext cx="5065875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202635" h="208768" extrusionOk="0">
                    <a:moveTo>
                      <a:pt x="38720" y="19474"/>
                    </a:moveTo>
                    <a:lnTo>
                      <a:pt x="41754" y="22508"/>
                    </a:lnTo>
                    <a:cubicBezTo>
                      <a:pt x="47462" y="28216"/>
                      <a:pt x="47462" y="37480"/>
                      <a:pt x="41754" y="43189"/>
                    </a:cubicBezTo>
                    <a:lnTo>
                      <a:pt x="38720" y="46222"/>
                    </a:lnTo>
                    <a:lnTo>
                      <a:pt x="35686" y="43189"/>
                    </a:lnTo>
                    <a:cubicBezTo>
                      <a:pt x="32914" y="40416"/>
                      <a:pt x="31413" y="36763"/>
                      <a:pt x="31413" y="32848"/>
                    </a:cubicBezTo>
                    <a:cubicBezTo>
                      <a:pt x="31413" y="28966"/>
                      <a:pt x="32914" y="25280"/>
                      <a:pt x="35686" y="22508"/>
                    </a:cubicBezTo>
                    <a:lnTo>
                      <a:pt x="38720" y="19474"/>
                    </a:lnTo>
                    <a:close/>
                    <a:moveTo>
                      <a:pt x="159250" y="27694"/>
                    </a:moveTo>
                    <a:cubicBezTo>
                      <a:pt x="150574" y="27694"/>
                      <a:pt x="143528" y="34740"/>
                      <a:pt x="143528" y="43417"/>
                    </a:cubicBezTo>
                    <a:cubicBezTo>
                      <a:pt x="143528" y="45081"/>
                      <a:pt x="144898" y="46451"/>
                      <a:pt x="146561" y="46451"/>
                    </a:cubicBezTo>
                    <a:cubicBezTo>
                      <a:pt x="148258" y="46451"/>
                      <a:pt x="149628" y="45081"/>
                      <a:pt x="149628" y="43417"/>
                    </a:cubicBezTo>
                    <a:cubicBezTo>
                      <a:pt x="149628" y="38100"/>
                      <a:pt x="153933" y="33794"/>
                      <a:pt x="159250" y="33794"/>
                    </a:cubicBezTo>
                    <a:cubicBezTo>
                      <a:pt x="164535" y="33794"/>
                      <a:pt x="168841" y="38100"/>
                      <a:pt x="168841" y="43417"/>
                    </a:cubicBezTo>
                    <a:cubicBezTo>
                      <a:pt x="168841" y="48701"/>
                      <a:pt x="164535" y="53007"/>
                      <a:pt x="159250" y="53007"/>
                    </a:cubicBezTo>
                    <a:cubicBezTo>
                      <a:pt x="157000" y="53007"/>
                      <a:pt x="154814" y="52224"/>
                      <a:pt x="153085" y="50789"/>
                    </a:cubicBezTo>
                    <a:cubicBezTo>
                      <a:pt x="152523" y="50313"/>
                      <a:pt x="151827" y="50080"/>
                      <a:pt x="151132" y="50080"/>
                    </a:cubicBezTo>
                    <a:cubicBezTo>
                      <a:pt x="150255" y="50080"/>
                      <a:pt x="149380" y="50452"/>
                      <a:pt x="148779" y="51181"/>
                    </a:cubicBezTo>
                    <a:cubicBezTo>
                      <a:pt x="147703" y="52485"/>
                      <a:pt x="147899" y="54410"/>
                      <a:pt x="149171" y="55486"/>
                    </a:cubicBezTo>
                    <a:cubicBezTo>
                      <a:pt x="152009" y="57835"/>
                      <a:pt x="155564" y="59140"/>
                      <a:pt x="159250" y="59140"/>
                    </a:cubicBezTo>
                    <a:cubicBezTo>
                      <a:pt x="167895" y="59140"/>
                      <a:pt x="174973" y="52061"/>
                      <a:pt x="174973" y="43417"/>
                    </a:cubicBezTo>
                    <a:cubicBezTo>
                      <a:pt x="174973" y="34740"/>
                      <a:pt x="167895" y="27694"/>
                      <a:pt x="159250" y="27694"/>
                    </a:cubicBezTo>
                    <a:close/>
                    <a:moveTo>
                      <a:pt x="109261" y="59833"/>
                    </a:moveTo>
                    <a:cubicBezTo>
                      <a:pt x="108478" y="59833"/>
                      <a:pt x="107695" y="60135"/>
                      <a:pt x="107091" y="60738"/>
                    </a:cubicBezTo>
                    <a:lnTo>
                      <a:pt x="102818" y="65011"/>
                    </a:lnTo>
                    <a:cubicBezTo>
                      <a:pt x="101644" y="66218"/>
                      <a:pt x="101644" y="68143"/>
                      <a:pt x="102818" y="69350"/>
                    </a:cubicBezTo>
                    <a:cubicBezTo>
                      <a:pt x="103422" y="69937"/>
                      <a:pt x="104204" y="70231"/>
                      <a:pt x="104987" y="70231"/>
                    </a:cubicBezTo>
                    <a:cubicBezTo>
                      <a:pt x="105770" y="70231"/>
                      <a:pt x="106553" y="69937"/>
                      <a:pt x="107157" y="69350"/>
                    </a:cubicBezTo>
                    <a:lnTo>
                      <a:pt x="111430" y="65077"/>
                    </a:lnTo>
                    <a:cubicBezTo>
                      <a:pt x="112637" y="63870"/>
                      <a:pt x="112637" y="61945"/>
                      <a:pt x="111430" y="60738"/>
                    </a:cubicBezTo>
                    <a:cubicBezTo>
                      <a:pt x="110826" y="60135"/>
                      <a:pt x="110043" y="59833"/>
                      <a:pt x="109261" y="59833"/>
                    </a:cubicBezTo>
                    <a:close/>
                    <a:moveTo>
                      <a:pt x="21040" y="59401"/>
                    </a:moveTo>
                    <a:cubicBezTo>
                      <a:pt x="29130" y="59401"/>
                      <a:pt x="35654" y="65957"/>
                      <a:pt x="35654" y="74014"/>
                    </a:cubicBezTo>
                    <a:lnTo>
                      <a:pt x="35654" y="78288"/>
                    </a:lnTo>
                    <a:lnTo>
                      <a:pt x="31381" y="78288"/>
                    </a:lnTo>
                    <a:cubicBezTo>
                      <a:pt x="23323" y="78288"/>
                      <a:pt x="16767" y="71731"/>
                      <a:pt x="16767" y="63674"/>
                    </a:cubicBezTo>
                    <a:lnTo>
                      <a:pt x="16767" y="59401"/>
                    </a:lnTo>
                    <a:close/>
                    <a:moveTo>
                      <a:pt x="159250" y="6133"/>
                    </a:moveTo>
                    <a:cubicBezTo>
                      <a:pt x="160360" y="6133"/>
                      <a:pt x="162415" y="9036"/>
                      <a:pt x="163654" y="10797"/>
                    </a:cubicBezTo>
                    <a:cubicBezTo>
                      <a:pt x="165481" y="13407"/>
                      <a:pt x="167373" y="16114"/>
                      <a:pt x="170080" y="17223"/>
                    </a:cubicBezTo>
                    <a:cubicBezTo>
                      <a:pt x="171260" y="17723"/>
                      <a:pt x="172546" y="17904"/>
                      <a:pt x="173884" y="17904"/>
                    </a:cubicBezTo>
                    <a:cubicBezTo>
                      <a:pt x="175689" y="17904"/>
                      <a:pt x="177587" y="17574"/>
                      <a:pt x="179442" y="17256"/>
                    </a:cubicBezTo>
                    <a:cubicBezTo>
                      <a:pt x="180690" y="17062"/>
                      <a:pt x="182662" y="16727"/>
                      <a:pt x="184066" y="16727"/>
                    </a:cubicBezTo>
                    <a:cubicBezTo>
                      <a:pt x="184790" y="16727"/>
                      <a:pt x="185363" y="16816"/>
                      <a:pt x="185607" y="17060"/>
                    </a:cubicBezTo>
                    <a:cubicBezTo>
                      <a:pt x="186292" y="17745"/>
                      <a:pt x="185705" y="21301"/>
                      <a:pt x="185379" y="23193"/>
                    </a:cubicBezTo>
                    <a:cubicBezTo>
                      <a:pt x="184824" y="26455"/>
                      <a:pt x="184270" y="29782"/>
                      <a:pt x="185412" y="32587"/>
                    </a:cubicBezTo>
                    <a:cubicBezTo>
                      <a:pt x="186521" y="35262"/>
                      <a:pt x="189228" y="37154"/>
                      <a:pt x="191870" y="39013"/>
                    </a:cubicBezTo>
                    <a:cubicBezTo>
                      <a:pt x="193599" y="40220"/>
                      <a:pt x="196535" y="42275"/>
                      <a:pt x="196535" y="43417"/>
                    </a:cubicBezTo>
                    <a:cubicBezTo>
                      <a:pt x="196535" y="44526"/>
                      <a:pt x="193599" y="46581"/>
                      <a:pt x="191870" y="47821"/>
                    </a:cubicBezTo>
                    <a:cubicBezTo>
                      <a:pt x="189228" y="49647"/>
                      <a:pt x="186521" y="51539"/>
                      <a:pt x="185412" y="54247"/>
                    </a:cubicBezTo>
                    <a:cubicBezTo>
                      <a:pt x="184270" y="57020"/>
                      <a:pt x="184824" y="60347"/>
                      <a:pt x="185379" y="63609"/>
                    </a:cubicBezTo>
                    <a:cubicBezTo>
                      <a:pt x="185705" y="65501"/>
                      <a:pt x="186292" y="69056"/>
                      <a:pt x="185607" y="69774"/>
                    </a:cubicBezTo>
                    <a:cubicBezTo>
                      <a:pt x="185365" y="70006"/>
                      <a:pt x="184798" y="70092"/>
                      <a:pt x="184080" y="70092"/>
                    </a:cubicBezTo>
                    <a:cubicBezTo>
                      <a:pt x="182675" y="70092"/>
                      <a:pt x="180694" y="69761"/>
                      <a:pt x="179442" y="69546"/>
                    </a:cubicBezTo>
                    <a:cubicBezTo>
                      <a:pt x="177587" y="69227"/>
                      <a:pt x="175689" y="68898"/>
                      <a:pt x="173884" y="68898"/>
                    </a:cubicBezTo>
                    <a:cubicBezTo>
                      <a:pt x="172546" y="68898"/>
                      <a:pt x="171260" y="69078"/>
                      <a:pt x="170080" y="69578"/>
                    </a:cubicBezTo>
                    <a:cubicBezTo>
                      <a:pt x="167373" y="70687"/>
                      <a:pt x="165481" y="73395"/>
                      <a:pt x="163654" y="76037"/>
                    </a:cubicBezTo>
                    <a:cubicBezTo>
                      <a:pt x="162415" y="77766"/>
                      <a:pt x="160360" y="80702"/>
                      <a:pt x="159250" y="80702"/>
                    </a:cubicBezTo>
                    <a:cubicBezTo>
                      <a:pt x="158109" y="80702"/>
                      <a:pt x="156054" y="77766"/>
                      <a:pt x="154847" y="76037"/>
                    </a:cubicBezTo>
                    <a:cubicBezTo>
                      <a:pt x="152987" y="73395"/>
                      <a:pt x="151095" y="70687"/>
                      <a:pt x="148421" y="69578"/>
                    </a:cubicBezTo>
                    <a:cubicBezTo>
                      <a:pt x="147214" y="69089"/>
                      <a:pt x="145942" y="68893"/>
                      <a:pt x="144572" y="68893"/>
                    </a:cubicBezTo>
                    <a:cubicBezTo>
                      <a:pt x="142777" y="68893"/>
                      <a:pt x="140885" y="69219"/>
                      <a:pt x="139026" y="69546"/>
                    </a:cubicBezTo>
                    <a:cubicBezTo>
                      <a:pt x="137774" y="69761"/>
                      <a:pt x="135793" y="70092"/>
                      <a:pt x="134398" y="70092"/>
                    </a:cubicBezTo>
                    <a:cubicBezTo>
                      <a:pt x="133685" y="70092"/>
                      <a:pt x="133125" y="70006"/>
                      <a:pt x="132894" y="69774"/>
                    </a:cubicBezTo>
                    <a:cubicBezTo>
                      <a:pt x="132176" y="69056"/>
                      <a:pt x="132796" y="65501"/>
                      <a:pt x="133122" y="63609"/>
                    </a:cubicBezTo>
                    <a:cubicBezTo>
                      <a:pt x="133644" y="60347"/>
                      <a:pt x="134231" y="57020"/>
                      <a:pt x="133057" y="54247"/>
                    </a:cubicBezTo>
                    <a:cubicBezTo>
                      <a:pt x="131948" y="51539"/>
                      <a:pt x="129240" y="49647"/>
                      <a:pt x="126631" y="47821"/>
                    </a:cubicBezTo>
                    <a:cubicBezTo>
                      <a:pt x="124869" y="46581"/>
                      <a:pt x="121966" y="44526"/>
                      <a:pt x="121966" y="43417"/>
                    </a:cubicBezTo>
                    <a:cubicBezTo>
                      <a:pt x="121966" y="42275"/>
                      <a:pt x="124869" y="40220"/>
                      <a:pt x="126631" y="39013"/>
                    </a:cubicBezTo>
                    <a:cubicBezTo>
                      <a:pt x="129240" y="37154"/>
                      <a:pt x="131948" y="35262"/>
                      <a:pt x="133057" y="32587"/>
                    </a:cubicBezTo>
                    <a:cubicBezTo>
                      <a:pt x="134231" y="29782"/>
                      <a:pt x="133644" y="26455"/>
                      <a:pt x="133122" y="23193"/>
                    </a:cubicBezTo>
                    <a:cubicBezTo>
                      <a:pt x="132796" y="21301"/>
                      <a:pt x="132176" y="17745"/>
                      <a:pt x="132894" y="17060"/>
                    </a:cubicBezTo>
                    <a:cubicBezTo>
                      <a:pt x="133127" y="16816"/>
                      <a:pt x="133692" y="16727"/>
                      <a:pt x="134412" y="16727"/>
                    </a:cubicBezTo>
                    <a:cubicBezTo>
                      <a:pt x="135806" y="16727"/>
                      <a:pt x="137778" y="17062"/>
                      <a:pt x="139026" y="17256"/>
                    </a:cubicBezTo>
                    <a:cubicBezTo>
                      <a:pt x="140900" y="17574"/>
                      <a:pt x="142806" y="17904"/>
                      <a:pt x="144615" y="17904"/>
                    </a:cubicBezTo>
                    <a:cubicBezTo>
                      <a:pt x="145954" y="17904"/>
                      <a:pt x="147241" y="17723"/>
                      <a:pt x="148421" y="17223"/>
                    </a:cubicBezTo>
                    <a:cubicBezTo>
                      <a:pt x="151095" y="16114"/>
                      <a:pt x="152987" y="13407"/>
                      <a:pt x="154847" y="10797"/>
                    </a:cubicBezTo>
                    <a:cubicBezTo>
                      <a:pt x="156054" y="9036"/>
                      <a:pt x="158109" y="6133"/>
                      <a:pt x="159250" y="6133"/>
                    </a:cubicBezTo>
                    <a:close/>
                    <a:moveTo>
                      <a:pt x="97224" y="71894"/>
                    </a:moveTo>
                    <a:cubicBezTo>
                      <a:pt x="96441" y="71894"/>
                      <a:pt x="95658" y="72188"/>
                      <a:pt x="95055" y="72775"/>
                    </a:cubicBezTo>
                    <a:lnTo>
                      <a:pt x="91173" y="76657"/>
                    </a:lnTo>
                    <a:cubicBezTo>
                      <a:pt x="89998" y="77864"/>
                      <a:pt x="89998" y="79788"/>
                      <a:pt x="91173" y="80995"/>
                    </a:cubicBezTo>
                    <a:cubicBezTo>
                      <a:pt x="91776" y="81582"/>
                      <a:pt x="92559" y="81876"/>
                      <a:pt x="93342" y="81876"/>
                    </a:cubicBezTo>
                    <a:cubicBezTo>
                      <a:pt x="94125" y="81876"/>
                      <a:pt x="94908" y="81582"/>
                      <a:pt x="95511" y="80995"/>
                    </a:cubicBezTo>
                    <a:lnTo>
                      <a:pt x="99393" y="77113"/>
                    </a:lnTo>
                    <a:cubicBezTo>
                      <a:pt x="100567" y="75906"/>
                      <a:pt x="100567" y="73982"/>
                      <a:pt x="99393" y="72775"/>
                    </a:cubicBezTo>
                    <a:cubicBezTo>
                      <a:pt x="98790" y="72188"/>
                      <a:pt x="98007" y="71894"/>
                      <a:pt x="97224" y="71894"/>
                    </a:cubicBezTo>
                    <a:close/>
                    <a:moveTo>
                      <a:pt x="159250" y="0"/>
                    </a:moveTo>
                    <a:cubicBezTo>
                      <a:pt x="154945" y="0"/>
                      <a:pt x="152205" y="3849"/>
                      <a:pt x="149823" y="7274"/>
                    </a:cubicBezTo>
                    <a:cubicBezTo>
                      <a:pt x="148616" y="9003"/>
                      <a:pt x="147116" y="11156"/>
                      <a:pt x="146072" y="11580"/>
                    </a:cubicBezTo>
                    <a:cubicBezTo>
                      <a:pt x="145715" y="11733"/>
                      <a:pt x="145206" y="11793"/>
                      <a:pt x="144608" y="11793"/>
                    </a:cubicBezTo>
                    <a:cubicBezTo>
                      <a:pt x="143292" y="11793"/>
                      <a:pt x="141550" y="11501"/>
                      <a:pt x="140070" y="11254"/>
                    </a:cubicBezTo>
                    <a:cubicBezTo>
                      <a:pt x="138264" y="10946"/>
                      <a:pt x="136346" y="10617"/>
                      <a:pt x="134515" y="10617"/>
                    </a:cubicBezTo>
                    <a:cubicBezTo>
                      <a:pt x="132277" y="10617"/>
                      <a:pt x="130170" y="11107"/>
                      <a:pt x="128555" y="12722"/>
                    </a:cubicBezTo>
                    <a:cubicBezTo>
                      <a:pt x="125619" y="15658"/>
                      <a:pt x="126402" y="20224"/>
                      <a:pt x="127087" y="24237"/>
                    </a:cubicBezTo>
                    <a:cubicBezTo>
                      <a:pt x="127446" y="26389"/>
                      <a:pt x="127903" y="29064"/>
                      <a:pt x="127413" y="30239"/>
                    </a:cubicBezTo>
                    <a:cubicBezTo>
                      <a:pt x="126989" y="31282"/>
                      <a:pt x="124836" y="32783"/>
                      <a:pt x="123108" y="33990"/>
                    </a:cubicBezTo>
                    <a:cubicBezTo>
                      <a:pt x="119683" y="36371"/>
                      <a:pt x="115833" y="39079"/>
                      <a:pt x="115833" y="43417"/>
                    </a:cubicBezTo>
                    <a:cubicBezTo>
                      <a:pt x="115833" y="47723"/>
                      <a:pt x="119683" y="50430"/>
                      <a:pt x="123108" y="52812"/>
                    </a:cubicBezTo>
                    <a:cubicBezTo>
                      <a:pt x="124836" y="54018"/>
                      <a:pt x="126989" y="55552"/>
                      <a:pt x="127413" y="56563"/>
                    </a:cubicBezTo>
                    <a:cubicBezTo>
                      <a:pt x="127903" y="57737"/>
                      <a:pt x="127446" y="60412"/>
                      <a:pt x="127087" y="62565"/>
                    </a:cubicBezTo>
                    <a:cubicBezTo>
                      <a:pt x="126402" y="66610"/>
                      <a:pt x="125619" y="71144"/>
                      <a:pt x="128555" y="74080"/>
                    </a:cubicBezTo>
                    <a:cubicBezTo>
                      <a:pt x="130179" y="75703"/>
                      <a:pt x="132301" y="76190"/>
                      <a:pt x="134553" y="76190"/>
                    </a:cubicBezTo>
                    <a:cubicBezTo>
                      <a:pt x="136372" y="76190"/>
                      <a:pt x="138277" y="75872"/>
                      <a:pt x="140070" y="75580"/>
                    </a:cubicBezTo>
                    <a:cubicBezTo>
                      <a:pt x="141556" y="75310"/>
                      <a:pt x="143290" y="75009"/>
                      <a:pt x="144608" y="75009"/>
                    </a:cubicBezTo>
                    <a:cubicBezTo>
                      <a:pt x="145200" y="75009"/>
                      <a:pt x="145708" y="75070"/>
                      <a:pt x="146072" y="75221"/>
                    </a:cubicBezTo>
                    <a:cubicBezTo>
                      <a:pt x="147116" y="75645"/>
                      <a:pt x="148616" y="77798"/>
                      <a:pt x="149823" y="79527"/>
                    </a:cubicBezTo>
                    <a:cubicBezTo>
                      <a:pt x="152205" y="82952"/>
                      <a:pt x="154912" y="86801"/>
                      <a:pt x="159250" y="86801"/>
                    </a:cubicBezTo>
                    <a:cubicBezTo>
                      <a:pt x="163556" y="86801"/>
                      <a:pt x="166264" y="82952"/>
                      <a:pt x="168645" y="79527"/>
                    </a:cubicBezTo>
                    <a:cubicBezTo>
                      <a:pt x="169852" y="77798"/>
                      <a:pt x="171385" y="75645"/>
                      <a:pt x="172429" y="75221"/>
                    </a:cubicBezTo>
                    <a:cubicBezTo>
                      <a:pt x="172783" y="75070"/>
                      <a:pt x="173284" y="75009"/>
                      <a:pt x="173872" y="75009"/>
                    </a:cubicBezTo>
                    <a:cubicBezTo>
                      <a:pt x="175182" y="75009"/>
                      <a:pt x="176923" y="75310"/>
                      <a:pt x="178431" y="75580"/>
                    </a:cubicBezTo>
                    <a:cubicBezTo>
                      <a:pt x="180224" y="75872"/>
                      <a:pt x="182122" y="76190"/>
                      <a:pt x="183935" y="76190"/>
                    </a:cubicBezTo>
                    <a:cubicBezTo>
                      <a:pt x="186177" y="76190"/>
                      <a:pt x="188290" y="75703"/>
                      <a:pt x="189913" y="74080"/>
                    </a:cubicBezTo>
                    <a:cubicBezTo>
                      <a:pt x="192849" y="71144"/>
                      <a:pt x="192099" y="66610"/>
                      <a:pt x="191414" y="62565"/>
                    </a:cubicBezTo>
                    <a:cubicBezTo>
                      <a:pt x="191022" y="60412"/>
                      <a:pt x="190566" y="57737"/>
                      <a:pt x="191055" y="56563"/>
                    </a:cubicBezTo>
                    <a:cubicBezTo>
                      <a:pt x="191479" y="55552"/>
                      <a:pt x="193632" y="54018"/>
                      <a:pt x="195361" y="52812"/>
                    </a:cubicBezTo>
                    <a:cubicBezTo>
                      <a:pt x="198786" y="50430"/>
                      <a:pt x="202635" y="47723"/>
                      <a:pt x="202635" y="43417"/>
                    </a:cubicBezTo>
                    <a:cubicBezTo>
                      <a:pt x="202635" y="39079"/>
                      <a:pt x="198786" y="36371"/>
                      <a:pt x="195361" y="33990"/>
                    </a:cubicBezTo>
                    <a:cubicBezTo>
                      <a:pt x="193632" y="32783"/>
                      <a:pt x="191479" y="31282"/>
                      <a:pt x="191055" y="30239"/>
                    </a:cubicBezTo>
                    <a:cubicBezTo>
                      <a:pt x="190566" y="29064"/>
                      <a:pt x="191022" y="26389"/>
                      <a:pt x="191414" y="24237"/>
                    </a:cubicBezTo>
                    <a:cubicBezTo>
                      <a:pt x="192099" y="20224"/>
                      <a:pt x="192849" y="15658"/>
                      <a:pt x="189913" y="12722"/>
                    </a:cubicBezTo>
                    <a:cubicBezTo>
                      <a:pt x="188299" y="11107"/>
                      <a:pt x="186201" y="10617"/>
                      <a:pt x="183972" y="10617"/>
                    </a:cubicBezTo>
                    <a:cubicBezTo>
                      <a:pt x="182148" y="10617"/>
                      <a:pt x="180237" y="10946"/>
                      <a:pt x="178431" y="11254"/>
                    </a:cubicBezTo>
                    <a:cubicBezTo>
                      <a:pt x="176928" y="11501"/>
                      <a:pt x="175195" y="11793"/>
                      <a:pt x="173887" y="11793"/>
                    </a:cubicBezTo>
                    <a:cubicBezTo>
                      <a:pt x="173292" y="11793"/>
                      <a:pt x="172786" y="11733"/>
                      <a:pt x="172429" y="11580"/>
                    </a:cubicBezTo>
                    <a:cubicBezTo>
                      <a:pt x="171385" y="11156"/>
                      <a:pt x="169852" y="9003"/>
                      <a:pt x="168645" y="7274"/>
                    </a:cubicBezTo>
                    <a:cubicBezTo>
                      <a:pt x="166264" y="3849"/>
                      <a:pt x="163556" y="0"/>
                      <a:pt x="159250" y="0"/>
                    </a:cubicBezTo>
                    <a:close/>
                    <a:moveTo>
                      <a:pt x="121297" y="78386"/>
                    </a:moveTo>
                    <a:cubicBezTo>
                      <a:pt x="120514" y="78386"/>
                      <a:pt x="119731" y="78679"/>
                      <a:pt x="119128" y="79266"/>
                    </a:cubicBezTo>
                    <a:lnTo>
                      <a:pt x="115051" y="83376"/>
                    </a:lnTo>
                    <a:cubicBezTo>
                      <a:pt x="113876" y="84551"/>
                      <a:pt x="113876" y="86508"/>
                      <a:pt x="115051" y="87682"/>
                    </a:cubicBezTo>
                    <a:cubicBezTo>
                      <a:pt x="115654" y="88286"/>
                      <a:pt x="116437" y="88587"/>
                      <a:pt x="117220" y="88587"/>
                    </a:cubicBezTo>
                    <a:cubicBezTo>
                      <a:pt x="118003" y="88587"/>
                      <a:pt x="118786" y="88286"/>
                      <a:pt x="119389" y="87682"/>
                    </a:cubicBezTo>
                    <a:lnTo>
                      <a:pt x="123466" y="83605"/>
                    </a:lnTo>
                    <a:cubicBezTo>
                      <a:pt x="124673" y="82398"/>
                      <a:pt x="124673" y="80473"/>
                      <a:pt x="123466" y="79266"/>
                    </a:cubicBezTo>
                    <a:cubicBezTo>
                      <a:pt x="122863" y="78679"/>
                      <a:pt x="122080" y="78386"/>
                      <a:pt x="121297" y="78386"/>
                    </a:cubicBezTo>
                    <a:close/>
                    <a:moveTo>
                      <a:pt x="85578" y="83539"/>
                    </a:moveTo>
                    <a:cubicBezTo>
                      <a:pt x="84796" y="83539"/>
                      <a:pt x="84013" y="83833"/>
                      <a:pt x="83409" y="84420"/>
                    </a:cubicBezTo>
                    <a:lnTo>
                      <a:pt x="79527" y="88302"/>
                    </a:lnTo>
                    <a:cubicBezTo>
                      <a:pt x="78321" y="89509"/>
                      <a:pt x="78321" y="91433"/>
                      <a:pt x="79527" y="92640"/>
                    </a:cubicBezTo>
                    <a:cubicBezTo>
                      <a:pt x="80131" y="93244"/>
                      <a:pt x="80914" y="93546"/>
                      <a:pt x="81697" y="93546"/>
                    </a:cubicBezTo>
                    <a:cubicBezTo>
                      <a:pt x="82480" y="93546"/>
                      <a:pt x="83262" y="93244"/>
                      <a:pt x="83866" y="92640"/>
                    </a:cubicBezTo>
                    <a:lnTo>
                      <a:pt x="87748" y="88759"/>
                    </a:lnTo>
                    <a:cubicBezTo>
                      <a:pt x="88922" y="87552"/>
                      <a:pt x="88922" y="85627"/>
                      <a:pt x="87748" y="84420"/>
                    </a:cubicBezTo>
                    <a:cubicBezTo>
                      <a:pt x="87144" y="83833"/>
                      <a:pt x="86361" y="83539"/>
                      <a:pt x="85578" y="83539"/>
                    </a:cubicBezTo>
                    <a:close/>
                    <a:moveTo>
                      <a:pt x="60706" y="77733"/>
                    </a:moveTo>
                    <a:lnTo>
                      <a:pt x="60706" y="82039"/>
                    </a:lnTo>
                    <a:cubicBezTo>
                      <a:pt x="60706" y="90096"/>
                      <a:pt x="54149" y="96653"/>
                      <a:pt x="46092" y="96653"/>
                    </a:cubicBezTo>
                    <a:lnTo>
                      <a:pt x="41786" y="96653"/>
                    </a:lnTo>
                    <a:lnTo>
                      <a:pt x="41786" y="92347"/>
                    </a:lnTo>
                    <a:cubicBezTo>
                      <a:pt x="41786" y="84290"/>
                      <a:pt x="48343" y="77733"/>
                      <a:pt x="56400" y="77733"/>
                    </a:cubicBezTo>
                    <a:close/>
                    <a:moveTo>
                      <a:pt x="140070" y="90182"/>
                    </a:moveTo>
                    <a:cubicBezTo>
                      <a:pt x="139293" y="90182"/>
                      <a:pt x="138516" y="90475"/>
                      <a:pt x="137917" y="91075"/>
                    </a:cubicBezTo>
                    <a:lnTo>
                      <a:pt x="133416" y="95609"/>
                    </a:lnTo>
                    <a:cubicBezTo>
                      <a:pt x="132209" y="96783"/>
                      <a:pt x="132209" y="98740"/>
                      <a:pt x="133416" y="99915"/>
                    </a:cubicBezTo>
                    <a:cubicBezTo>
                      <a:pt x="134003" y="100518"/>
                      <a:pt x="134786" y="100820"/>
                      <a:pt x="135568" y="100820"/>
                    </a:cubicBezTo>
                    <a:cubicBezTo>
                      <a:pt x="136351" y="100820"/>
                      <a:pt x="137134" y="100518"/>
                      <a:pt x="137721" y="99915"/>
                    </a:cubicBezTo>
                    <a:lnTo>
                      <a:pt x="142255" y="95413"/>
                    </a:lnTo>
                    <a:cubicBezTo>
                      <a:pt x="143430" y="94206"/>
                      <a:pt x="143430" y="92282"/>
                      <a:pt x="142255" y="91075"/>
                    </a:cubicBezTo>
                    <a:cubicBezTo>
                      <a:pt x="141648" y="90483"/>
                      <a:pt x="140858" y="90182"/>
                      <a:pt x="140070" y="90182"/>
                    </a:cubicBezTo>
                    <a:close/>
                    <a:moveTo>
                      <a:pt x="108168" y="91531"/>
                    </a:moveTo>
                    <a:cubicBezTo>
                      <a:pt x="107385" y="91531"/>
                      <a:pt x="106602" y="91825"/>
                      <a:pt x="106015" y="92412"/>
                    </a:cubicBezTo>
                    <a:lnTo>
                      <a:pt x="101481" y="96946"/>
                    </a:lnTo>
                    <a:cubicBezTo>
                      <a:pt x="100274" y="98153"/>
                      <a:pt x="100274" y="100078"/>
                      <a:pt x="101481" y="101285"/>
                    </a:cubicBezTo>
                    <a:cubicBezTo>
                      <a:pt x="102068" y="101872"/>
                      <a:pt x="102851" y="102165"/>
                      <a:pt x="103634" y="102165"/>
                    </a:cubicBezTo>
                    <a:cubicBezTo>
                      <a:pt x="104416" y="102165"/>
                      <a:pt x="105199" y="101872"/>
                      <a:pt x="105786" y="101285"/>
                    </a:cubicBezTo>
                    <a:lnTo>
                      <a:pt x="110321" y="96751"/>
                    </a:lnTo>
                    <a:cubicBezTo>
                      <a:pt x="111528" y="95544"/>
                      <a:pt x="111528" y="93619"/>
                      <a:pt x="110321" y="92412"/>
                    </a:cubicBezTo>
                    <a:cubicBezTo>
                      <a:pt x="109733" y="91825"/>
                      <a:pt x="108951" y="91531"/>
                      <a:pt x="108168" y="91531"/>
                    </a:cubicBezTo>
                    <a:close/>
                    <a:moveTo>
                      <a:pt x="73933" y="95185"/>
                    </a:moveTo>
                    <a:cubicBezTo>
                      <a:pt x="73150" y="95185"/>
                      <a:pt x="72367" y="95478"/>
                      <a:pt x="71764" y="96066"/>
                    </a:cubicBezTo>
                    <a:lnTo>
                      <a:pt x="67393" y="100437"/>
                    </a:lnTo>
                    <a:cubicBezTo>
                      <a:pt x="66186" y="101643"/>
                      <a:pt x="66186" y="103568"/>
                      <a:pt x="67393" y="104775"/>
                    </a:cubicBezTo>
                    <a:cubicBezTo>
                      <a:pt x="67996" y="105378"/>
                      <a:pt x="68779" y="105680"/>
                      <a:pt x="69562" y="105680"/>
                    </a:cubicBezTo>
                    <a:cubicBezTo>
                      <a:pt x="70345" y="105680"/>
                      <a:pt x="71128" y="105378"/>
                      <a:pt x="71731" y="104775"/>
                    </a:cubicBezTo>
                    <a:lnTo>
                      <a:pt x="76102" y="100404"/>
                    </a:lnTo>
                    <a:cubicBezTo>
                      <a:pt x="77277" y="99197"/>
                      <a:pt x="77277" y="97272"/>
                      <a:pt x="76102" y="96066"/>
                    </a:cubicBezTo>
                    <a:cubicBezTo>
                      <a:pt x="75499" y="95478"/>
                      <a:pt x="74716" y="95185"/>
                      <a:pt x="73933" y="95185"/>
                    </a:cubicBezTo>
                    <a:close/>
                    <a:moveTo>
                      <a:pt x="127805" y="102467"/>
                    </a:moveTo>
                    <a:cubicBezTo>
                      <a:pt x="127022" y="102467"/>
                      <a:pt x="126239" y="102769"/>
                      <a:pt x="125652" y="103372"/>
                    </a:cubicBezTo>
                    <a:lnTo>
                      <a:pt x="121770" y="107254"/>
                    </a:lnTo>
                    <a:cubicBezTo>
                      <a:pt x="120563" y="108428"/>
                      <a:pt x="120563" y="110386"/>
                      <a:pt x="121770" y="111560"/>
                    </a:cubicBezTo>
                    <a:cubicBezTo>
                      <a:pt x="122357" y="112163"/>
                      <a:pt x="123140" y="112465"/>
                      <a:pt x="123923" y="112465"/>
                    </a:cubicBezTo>
                    <a:cubicBezTo>
                      <a:pt x="124706" y="112465"/>
                      <a:pt x="125489" y="112163"/>
                      <a:pt x="126076" y="111560"/>
                    </a:cubicBezTo>
                    <a:lnTo>
                      <a:pt x="129958" y="107678"/>
                    </a:lnTo>
                    <a:cubicBezTo>
                      <a:pt x="131165" y="106504"/>
                      <a:pt x="131165" y="104547"/>
                      <a:pt x="129958" y="103372"/>
                    </a:cubicBezTo>
                    <a:cubicBezTo>
                      <a:pt x="129371" y="102769"/>
                      <a:pt x="128588" y="102467"/>
                      <a:pt x="127805" y="102467"/>
                    </a:cubicBezTo>
                    <a:close/>
                    <a:moveTo>
                      <a:pt x="94582" y="105109"/>
                    </a:moveTo>
                    <a:cubicBezTo>
                      <a:pt x="93799" y="105109"/>
                      <a:pt x="93016" y="105411"/>
                      <a:pt x="92412" y="106015"/>
                    </a:cubicBezTo>
                    <a:lnTo>
                      <a:pt x="87878" y="110549"/>
                    </a:lnTo>
                    <a:cubicBezTo>
                      <a:pt x="86704" y="111723"/>
                      <a:pt x="86704" y="113680"/>
                      <a:pt x="87878" y="114855"/>
                    </a:cubicBezTo>
                    <a:cubicBezTo>
                      <a:pt x="88482" y="115458"/>
                      <a:pt x="89265" y="115760"/>
                      <a:pt x="90047" y="115760"/>
                    </a:cubicBezTo>
                    <a:cubicBezTo>
                      <a:pt x="90830" y="115760"/>
                      <a:pt x="91613" y="115458"/>
                      <a:pt x="92217" y="114855"/>
                    </a:cubicBezTo>
                    <a:lnTo>
                      <a:pt x="96751" y="110320"/>
                    </a:lnTo>
                    <a:cubicBezTo>
                      <a:pt x="97925" y="109146"/>
                      <a:pt x="97925" y="107221"/>
                      <a:pt x="96751" y="106015"/>
                    </a:cubicBezTo>
                    <a:cubicBezTo>
                      <a:pt x="96147" y="105411"/>
                      <a:pt x="95364" y="105109"/>
                      <a:pt x="94582" y="105109"/>
                    </a:cubicBezTo>
                    <a:close/>
                    <a:moveTo>
                      <a:pt x="21040" y="102198"/>
                    </a:moveTo>
                    <a:cubicBezTo>
                      <a:pt x="29130" y="102198"/>
                      <a:pt x="35654" y="108755"/>
                      <a:pt x="35654" y="116812"/>
                    </a:cubicBezTo>
                    <a:lnTo>
                      <a:pt x="35654" y="121118"/>
                    </a:lnTo>
                    <a:lnTo>
                      <a:pt x="31381" y="121118"/>
                    </a:lnTo>
                    <a:cubicBezTo>
                      <a:pt x="23323" y="121118"/>
                      <a:pt x="16767" y="114561"/>
                      <a:pt x="16767" y="106504"/>
                    </a:cubicBezTo>
                    <a:lnTo>
                      <a:pt x="16767" y="102198"/>
                    </a:lnTo>
                    <a:close/>
                    <a:moveTo>
                      <a:pt x="116160" y="114112"/>
                    </a:moveTo>
                    <a:cubicBezTo>
                      <a:pt x="115377" y="114112"/>
                      <a:pt x="114594" y="114414"/>
                      <a:pt x="114007" y="115018"/>
                    </a:cubicBezTo>
                    <a:lnTo>
                      <a:pt x="110125" y="118899"/>
                    </a:lnTo>
                    <a:cubicBezTo>
                      <a:pt x="108918" y="120074"/>
                      <a:pt x="108918" y="122031"/>
                      <a:pt x="110125" y="123205"/>
                    </a:cubicBezTo>
                    <a:cubicBezTo>
                      <a:pt x="110712" y="123809"/>
                      <a:pt x="111487" y="124110"/>
                      <a:pt x="112266" y="124110"/>
                    </a:cubicBezTo>
                    <a:cubicBezTo>
                      <a:pt x="113044" y="124110"/>
                      <a:pt x="113827" y="123809"/>
                      <a:pt x="114431" y="123205"/>
                    </a:cubicBezTo>
                    <a:lnTo>
                      <a:pt x="118313" y="119323"/>
                    </a:lnTo>
                    <a:cubicBezTo>
                      <a:pt x="119519" y="118149"/>
                      <a:pt x="119519" y="116192"/>
                      <a:pt x="118313" y="115018"/>
                    </a:cubicBezTo>
                    <a:cubicBezTo>
                      <a:pt x="117725" y="114414"/>
                      <a:pt x="116942" y="114112"/>
                      <a:pt x="116160" y="114112"/>
                    </a:cubicBezTo>
                    <a:close/>
                    <a:moveTo>
                      <a:pt x="80979" y="118704"/>
                    </a:moveTo>
                    <a:cubicBezTo>
                      <a:pt x="80196" y="118704"/>
                      <a:pt x="79413" y="118997"/>
                      <a:pt x="78810" y="119584"/>
                    </a:cubicBezTo>
                    <a:lnTo>
                      <a:pt x="73656" y="124771"/>
                    </a:lnTo>
                    <a:cubicBezTo>
                      <a:pt x="72449" y="125978"/>
                      <a:pt x="72449" y="127902"/>
                      <a:pt x="73656" y="129109"/>
                    </a:cubicBezTo>
                    <a:cubicBezTo>
                      <a:pt x="74243" y="129697"/>
                      <a:pt x="75026" y="129990"/>
                      <a:pt x="75809" y="129990"/>
                    </a:cubicBezTo>
                    <a:cubicBezTo>
                      <a:pt x="76592" y="129990"/>
                      <a:pt x="77375" y="129697"/>
                      <a:pt x="77962" y="129109"/>
                    </a:cubicBezTo>
                    <a:lnTo>
                      <a:pt x="83148" y="123923"/>
                    </a:lnTo>
                    <a:cubicBezTo>
                      <a:pt x="84355" y="122716"/>
                      <a:pt x="84355" y="120791"/>
                      <a:pt x="83148" y="119584"/>
                    </a:cubicBezTo>
                    <a:cubicBezTo>
                      <a:pt x="82545" y="118997"/>
                      <a:pt x="81762" y="118704"/>
                      <a:pt x="80979" y="118704"/>
                    </a:cubicBezTo>
                    <a:close/>
                    <a:moveTo>
                      <a:pt x="104498" y="125758"/>
                    </a:moveTo>
                    <a:cubicBezTo>
                      <a:pt x="103715" y="125758"/>
                      <a:pt x="102932" y="126059"/>
                      <a:pt x="102329" y="126663"/>
                    </a:cubicBezTo>
                    <a:lnTo>
                      <a:pt x="97403" y="131621"/>
                    </a:lnTo>
                    <a:cubicBezTo>
                      <a:pt x="96196" y="132795"/>
                      <a:pt x="96196" y="134753"/>
                      <a:pt x="97403" y="135927"/>
                    </a:cubicBezTo>
                    <a:cubicBezTo>
                      <a:pt x="97990" y="136530"/>
                      <a:pt x="98773" y="136832"/>
                      <a:pt x="99556" y="136832"/>
                    </a:cubicBezTo>
                    <a:cubicBezTo>
                      <a:pt x="100339" y="136832"/>
                      <a:pt x="101122" y="136530"/>
                      <a:pt x="101709" y="135927"/>
                    </a:cubicBezTo>
                    <a:lnTo>
                      <a:pt x="106667" y="131001"/>
                    </a:lnTo>
                    <a:cubicBezTo>
                      <a:pt x="107874" y="129794"/>
                      <a:pt x="107874" y="127870"/>
                      <a:pt x="106667" y="126663"/>
                    </a:cubicBezTo>
                    <a:cubicBezTo>
                      <a:pt x="106064" y="126059"/>
                      <a:pt x="105281" y="125758"/>
                      <a:pt x="104498" y="125758"/>
                    </a:cubicBezTo>
                    <a:close/>
                    <a:moveTo>
                      <a:pt x="40830" y="166187"/>
                    </a:moveTo>
                    <a:cubicBezTo>
                      <a:pt x="39946" y="166187"/>
                      <a:pt x="39067" y="166570"/>
                      <a:pt x="38459" y="167307"/>
                    </a:cubicBezTo>
                    <a:lnTo>
                      <a:pt x="33142" y="173831"/>
                    </a:lnTo>
                    <a:cubicBezTo>
                      <a:pt x="32229" y="174973"/>
                      <a:pt x="31870" y="176408"/>
                      <a:pt x="32196" y="177844"/>
                    </a:cubicBezTo>
                    <a:cubicBezTo>
                      <a:pt x="32522" y="179246"/>
                      <a:pt x="33436" y="180420"/>
                      <a:pt x="34740" y="181040"/>
                    </a:cubicBezTo>
                    <a:lnTo>
                      <a:pt x="38590" y="182867"/>
                    </a:lnTo>
                    <a:lnTo>
                      <a:pt x="34414" y="189097"/>
                    </a:lnTo>
                    <a:cubicBezTo>
                      <a:pt x="33501" y="190500"/>
                      <a:pt x="33860" y="192392"/>
                      <a:pt x="35262" y="193338"/>
                    </a:cubicBezTo>
                    <a:cubicBezTo>
                      <a:pt x="35783" y="193677"/>
                      <a:pt x="36372" y="193841"/>
                      <a:pt x="36954" y="193841"/>
                    </a:cubicBezTo>
                    <a:cubicBezTo>
                      <a:pt x="37940" y="193841"/>
                      <a:pt x="38908" y="193372"/>
                      <a:pt x="39503" y="192490"/>
                    </a:cubicBezTo>
                    <a:lnTo>
                      <a:pt x="44592" y="184889"/>
                    </a:lnTo>
                    <a:cubicBezTo>
                      <a:pt x="45342" y="183748"/>
                      <a:pt x="45570" y="182345"/>
                      <a:pt x="45211" y="181040"/>
                    </a:cubicBezTo>
                    <a:cubicBezTo>
                      <a:pt x="44853" y="179735"/>
                      <a:pt x="43939" y="178626"/>
                      <a:pt x="42700" y="178039"/>
                    </a:cubicBezTo>
                    <a:lnTo>
                      <a:pt x="39014" y="176310"/>
                    </a:lnTo>
                    <a:lnTo>
                      <a:pt x="43189" y="171189"/>
                    </a:lnTo>
                    <a:cubicBezTo>
                      <a:pt x="44265" y="169884"/>
                      <a:pt x="44070" y="167960"/>
                      <a:pt x="42765" y="166883"/>
                    </a:cubicBezTo>
                    <a:cubicBezTo>
                      <a:pt x="42197" y="166415"/>
                      <a:pt x="41512" y="166187"/>
                      <a:pt x="40830" y="166187"/>
                    </a:cubicBezTo>
                    <a:close/>
                    <a:moveTo>
                      <a:pt x="70329" y="141081"/>
                    </a:moveTo>
                    <a:cubicBezTo>
                      <a:pt x="70883" y="141081"/>
                      <a:pt x="71340" y="141538"/>
                      <a:pt x="71340" y="142092"/>
                    </a:cubicBezTo>
                    <a:lnTo>
                      <a:pt x="71340" y="150247"/>
                    </a:lnTo>
                    <a:cubicBezTo>
                      <a:pt x="71340" y="150802"/>
                      <a:pt x="70883" y="151291"/>
                      <a:pt x="70329" y="151291"/>
                    </a:cubicBezTo>
                    <a:lnTo>
                      <a:pt x="57346" y="151291"/>
                    </a:lnTo>
                    <a:cubicBezTo>
                      <a:pt x="55682" y="151291"/>
                      <a:pt x="54312" y="152628"/>
                      <a:pt x="54312" y="154325"/>
                    </a:cubicBezTo>
                    <a:cubicBezTo>
                      <a:pt x="54312" y="156021"/>
                      <a:pt x="55682" y="157391"/>
                      <a:pt x="57346" y="157391"/>
                    </a:cubicBezTo>
                    <a:lnTo>
                      <a:pt x="64849" y="157391"/>
                    </a:lnTo>
                    <a:lnTo>
                      <a:pt x="59564" y="201754"/>
                    </a:lnTo>
                    <a:cubicBezTo>
                      <a:pt x="59499" y="202276"/>
                      <a:pt x="59075" y="202667"/>
                      <a:pt x="58553" y="202667"/>
                    </a:cubicBezTo>
                    <a:lnTo>
                      <a:pt x="18920" y="202667"/>
                    </a:lnTo>
                    <a:cubicBezTo>
                      <a:pt x="18398" y="202667"/>
                      <a:pt x="17941" y="202276"/>
                      <a:pt x="17876" y="201754"/>
                    </a:cubicBezTo>
                    <a:lnTo>
                      <a:pt x="12624" y="157391"/>
                    </a:lnTo>
                    <a:lnTo>
                      <a:pt x="45114" y="157391"/>
                    </a:lnTo>
                    <a:cubicBezTo>
                      <a:pt x="46810" y="157391"/>
                      <a:pt x="48180" y="156021"/>
                      <a:pt x="48180" y="154325"/>
                    </a:cubicBezTo>
                    <a:cubicBezTo>
                      <a:pt x="48180" y="152628"/>
                      <a:pt x="46810" y="151291"/>
                      <a:pt x="45114" y="151291"/>
                    </a:cubicBezTo>
                    <a:lnTo>
                      <a:pt x="7144" y="151291"/>
                    </a:lnTo>
                    <a:cubicBezTo>
                      <a:pt x="6557" y="151291"/>
                      <a:pt x="6100" y="150802"/>
                      <a:pt x="6100" y="150247"/>
                    </a:cubicBezTo>
                    <a:lnTo>
                      <a:pt x="6100" y="142092"/>
                    </a:lnTo>
                    <a:cubicBezTo>
                      <a:pt x="6100" y="141538"/>
                      <a:pt x="6557" y="141081"/>
                      <a:pt x="7144" y="141081"/>
                    </a:cubicBezTo>
                    <a:close/>
                    <a:moveTo>
                      <a:pt x="38720" y="12787"/>
                    </a:moveTo>
                    <a:cubicBezTo>
                      <a:pt x="37480" y="12787"/>
                      <a:pt x="36306" y="13276"/>
                      <a:pt x="35425" y="14157"/>
                    </a:cubicBezTo>
                    <a:lnTo>
                      <a:pt x="31381" y="18202"/>
                    </a:lnTo>
                    <a:cubicBezTo>
                      <a:pt x="27434" y="22116"/>
                      <a:pt x="25281" y="27303"/>
                      <a:pt x="25281" y="32848"/>
                    </a:cubicBezTo>
                    <a:cubicBezTo>
                      <a:pt x="25281" y="38394"/>
                      <a:pt x="27434" y="43613"/>
                      <a:pt x="31381" y="47527"/>
                    </a:cubicBezTo>
                    <a:lnTo>
                      <a:pt x="35686" y="51833"/>
                    </a:lnTo>
                    <a:lnTo>
                      <a:pt x="35686" y="59303"/>
                    </a:lnTo>
                    <a:cubicBezTo>
                      <a:pt x="31935" y="55584"/>
                      <a:pt x="26749" y="53268"/>
                      <a:pt x="21040" y="53268"/>
                    </a:cubicBezTo>
                    <a:lnTo>
                      <a:pt x="15332" y="53268"/>
                    </a:lnTo>
                    <a:cubicBezTo>
                      <a:pt x="12755" y="53268"/>
                      <a:pt x="10634" y="55389"/>
                      <a:pt x="10634" y="57966"/>
                    </a:cubicBezTo>
                    <a:lnTo>
                      <a:pt x="10634" y="63674"/>
                    </a:lnTo>
                    <a:cubicBezTo>
                      <a:pt x="10634" y="75124"/>
                      <a:pt x="19931" y="84420"/>
                      <a:pt x="31381" y="84420"/>
                    </a:cubicBezTo>
                    <a:lnTo>
                      <a:pt x="35686" y="84420"/>
                    </a:lnTo>
                    <a:lnTo>
                      <a:pt x="35686" y="102133"/>
                    </a:lnTo>
                    <a:cubicBezTo>
                      <a:pt x="31935" y="98382"/>
                      <a:pt x="26749" y="96098"/>
                      <a:pt x="21040" y="96098"/>
                    </a:cubicBezTo>
                    <a:lnTo>
                      <a:pt x="15332" y="96098"/>
                    </a:lnTo>
                    <a:cubicBezTo>
                      <a:pt x="12755" y="96098"/>
                      <a:pt x="10634" y="98186"/>
                      <a:pt x="10634" y="100763"/>
                    </a:cubicBezTo>
                    <a:lnTo>
                      <a:pt x="10634" y="106504"/>
                    </a:lnTo>
                    <a:cubicBezTo>
                      <a:pt x="10634" y="117921"/>
                      <a:pt x="19931" y="127217"/>
                      <a:pt x="31381" y="127217"/>
                    </a:cubicBezTo>
                    <a:lnTo>
                      <a:pt x="35686" y="127217"/>
                    </a:lnTo>
                    <a:lnTo>
                      <a:pt x="35686" y="134981"/>
                    </a:lnTo>
                    <a:lnTo>
                      <a:pt x="7144" y="134981"/>
                    </a:lnTo>
                    <a:cubicBezTo>
                      <a:pt x="3197" y="134981"/>
                      <a:pt x="0" y="138178"/>
                      <a:pt x="0" y="142092"/>
                    </a:cubicBezTo>
                    <a:lnTo>
                      <a:pt x="0" y="150247"/>
                    </a:lnTo>
                    <a:cubicBezTo>
                      <a:pt x="0" y="153966"/>
                      <a:pt x="2838" y="156999"/>
                      <a:pt x="6459" y="157358"/>
                    </a:cubicBezTo>
                    <a:lnTo>
                      <a:pt x="11809" y="202471"/>
                    </a:lnTo>
                    <a:cubicBezTo>
                      <a:pt x="12233" y="206060"/>
                      <a:pt x="15299" y="208767"/>
                      <a:pt x="18920" y="208767"/>
                    </a:cubicBezTo>
                    <a:lnTo>
                      <a:pt x="58553" y="208767"/>
                    </a:lnTo>
                    <a:cubicBezTo>
                      <a:pt x="62174" y="208767"/>
                      <a:pt x="65207" y="206060"/>
                      <a:pt x="65631" y="202471"/>
                    </a:cubicBezTo>
                    <a:lnTo>
                      <a:pt x="71014" y="157358"/>
                    </a:lnTo>
                    <a:cubicBezTo>
                      <a:pt x="74635" y="156999"/>
                      <a:pt x="77472" y="153966"/>
                      <a:pt x="77472" y="150247"/>
                    </a:cubicBezTo>
                    <a:lnTo>
                      <a:pt x="77472" y="142092"/>
                    </a:lnTo>
                    <a:cubicBezTo>
                      <a:pt x="77472" y="138178"/>
                      <a:pt x="74276" y="134981"/>
                      <a:pt x="70329" y="134981"/>
                    </a:cubicBezTo>
                    <a:lnTo>
                      <a:pt x="41786" y="134981"/>
                    </a:lnTo>
                    <a:lnTo>
                      <a:pt x="41786" y="102753"/>
                    </a:lnTo>
                    <a:lnTo>
                      <a:pt x="46092" y="102753"/>
                    </a:lnTo>
                    <a:cubicBezTo>
                      <a:pt x="57509" y="102753"/>
                      <a:pt x="66806" y="93456"/>
                      <a:pt x="66806" y="82039"/>
                    </a:cubicBezTo>
                    <a:lnTo>
                      <a:pt x="66806" y="76298"/>
                    </a:lnTo>
                    <a:cubicBezTo>
                      <a:pt x="66806" y="73721"/>
                      <a:pt x="64718" y="71633"/>
                      <a:pt x="62141" y="71633"/>
                    </a:cubicBezTo>
                    <a:lnTo>
                      <a:pt x="56400" y="71633"/>
                    </a:lnTo>
                    <a:cubicBezTo>
                      <a:pt x="50692" y="71633"/>
                      <a:pt x="45538" y="73917"/>
                      <a:pt x="41786" y="77668"/>
                    </a:cubicBezTo>
                    <a:lnTo>
                      <a:pt x="41786" y="51833"/>
                    </a:lnTo>
                    <a:lnTo>
                      <a:pt x="46092" y="47527"/>
                    </a:lnTo>
                    <a:cubicBezTo>
                      <a:pt x="54182" y="39437"/>
                      <a:pt x="54182" y="26292"/>
                      <a:pt x="46092" y="18202"/>
                    </a:cubicBezTo>
                    <a:lnTo>
                      <a:pt x="42047" y="14157"/>
                    </a:lnTo>
                    <a:cubicBezTo>
                      <a:pt x="41167" y="13276"/>
                      <a:pt x="39992" y="12787"/>
                      <a:pt x="38720" y="1278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1632" name="Google Shape;1632;p75"/>
          <p:cNvCxnSpPr/>
          <p:nvPr/>
        </p:nvCxnSpPr>
        <p:spPr>
          <a:xfrm>
            <a:off x="5784825" y="2001338"/>
            <a:ext cx="11358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33" name="Google Shape;1633;p75"/>
          <p:cNvCxnSpPr/>
          <p:nvPr/>
        </p:nvCxnSpPr>
        <p:spPr>
          <a:xfrm>
            <a:off x="6182175" y="3514963"/>
            <a:ext cx="3411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8" name="Google Shape;1638;p76"/>
          <p:cNvSpPr/>
          <p:nvPr/>
        </p:nvSpPr>
        <p:spPr>
          <a:xfrm>
            <a:off x="2945788" y="3766113"/>
            <a:ext cx="3144000" cy="572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SALES STRATEGY</a:t>
            </a:r>
            <a:endParaRPr sz="22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39" name="Google Shape;1639;p76"/>
          <p:cNvSpPr/>
          <p:nvPr/>
        </p:nvSpPr>
        <p:spPr>
          <a:xfrm>
            <a:off x="4919338" y="2905163"/>
            <a:ext cx="3144000" cy="572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EXTERNAL ANALYSIS</a:t>
            </a:r>
            <a:endParaRPr sz="22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0" name="Google Shape;1640;p76"/>
          <p:cNvSpPr/>
          <p:nvPr/>
        </p:nvSpPr>
        <p:spPr>
          <a:xfrm>
            <a:off x="972388" y="2905175"/>
            <a:ext cx="3144000" cy="572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SALES PLAN</a:t>
            </a:r>
            <a:endParaRPr sz="2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1" name="Google Shape;1641;p76"/>
          <p:cNvSpPr/>
          <p:nvPr/>
        </p:nvSpPr>
        <p:spPr>
          <a:xfrm>
            <a:off x="5027600" y="1741913"/>
            <a:ext cx="3144000" cy="572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INTERNAL ANALYSIS</a:t>
            </a:r>
            <a:endParaRPr sz="22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2" name="Google Shape;1642;p76"/>
          <p:cNvSpPr/>
          <p:nvPr/>
        </p:nvSpPr>
        <p:spPr>
          <a:xfrm>
            <a:off x="972425" y="1741925"/>
            <a:ext cx="3144000" cy="5727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2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IMPLEMENTATION</a:t>
            </a:r>
            <a:endParaRPr sz="2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643" name="Google Shape;1643;p76"/>
          <p:cNvSpPr txBox="1">
            <a:spLocks noGrp="1"/>
          </p:cNvSpPr>
          <p:nvPr>
            <p:ph type="title"/>
          </p:nvPr>
        </p:nvSpPr>
        <p:spPr>
          <a:xfrm>
            <a:off x="713250" y="4174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SALES &amp; STRATEGY PLAN</a:t>
            </a:r>
            <a:endParaRPr/>
          </a:p>
        </p:txBody>
      </p:sp>
      <p:sp>
        <p:nvSpPr>
          <p:cNvPr id="1644" name="Google Shape;1644;p76"/>
          <p:cNvSpPr/>
          <p:nvPr/>
        </p:nvSpPr>
        <p:spPr>
          <a:xfrm>
            <a:off x="2301013" y="1188093"/>
            <a:ext cx="486900" cy="3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4"/>
                </a:solidFill>
                <a:latin typeface="Inter Black"/>
                <a:ea typeface="Inter Black"/>
                <a:cs typeface="Inter Black"/>
                <a:sym typeface="Inter Black"/>
              </a:rPr>
              <a:t>1</a:t>
            </a:r>
            <a:endParaRPr sz="2100">
              <a:solidFill>
                <a:schemeClr val="accent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sp>
        <p:nvSpPr>
          <p:cNvPr id="1645" name="Google Shape;1645;p76"/>
          <p:cNvSpPr/>
          <p:nvPr/>
        </p:nvSpPr>
        <p:spPr>
          <a:xfrm>
            <a:off x="6247688" y="1188093"/>
            <a:ext cx="486900" cy="3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4"/>
                </a:solidFill>
                <a:latin typeface="Inter Black"/>
                <a:ea typeface="Inter Black"/>
                <a:cs typeface="Inter Black"/>
                <a:sym typeface="Inter Black"/>
              </a:rPr>
              <a:t>2</a:t>
            </a:r>
            <a:endParaRPr sz="2100">
              <a:solidFill>
                <a:schemeClr val="accent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sp>
        <p:nvSpPr>
          <p:cNvPr id="1646" name="Google Shape;1646;p76"/>
          <p:cNvSpPr/>
          <p:nvPr/>
        </p:nvSpPr>
        <p:spPr>
          <a:xfrm>
            <a:off x="6247825" y="2351443"/>
            <a:ext cx="486900" cy="3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4"/>
                </a:solidFill>
                <a:latin typeface="Inter Black"/>
                <a:ea typeface="Inter Black"/>
                <a:cs typeface="Inter Black"/>
                <a:sym typeface="Inter Black"/>
              </a:rPr>
              <a:t>3</a:t>
            </a:r>
            <a:endParaRPr sz="2100">
              <a:solidFill>
                <a:schemeClr val="accent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cxnSp>
        <p:nvCxnSpPr>
          <p:cNvPr id="1647" name="Google Shape;1647;p76"/>
          <p:cNvCxnSpPr/>
          <p:nvPr/>
        </p:nvCxnSpPr>
        <p:spPr>
          <a:xfrm>
            <a:off x="2544475" y="1584023"/>
            <a:ext cx="0" cy="157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8" name="Google Shape;1648;p76"/>
          <p:cNvCxnSpPr/>
          <p:nvPr/>
        </p:nvCxnSpPr>
        <p:spPr>
          <a:xfrm>
            <a:off x="6491150" y="1584023"/>
            <a:ext cx="0" cy="157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49" name="Google Shape;1649;p76"/>
          <p:cNvCxnSpPr/>
          <p:nvPr/>
        </p:nvCxnSpPr>
        <p:spPr>
          <a:xfrm>
            <a:off x="6491375" y="2747398"/>
            <a:ext cx="0" cy="157800"/>
          </a:xfrm>
          <a:prstGeom prst="straightConnector1">
            <a:avLst/>
          </a:prstGeom>
          <a:noFill/>
          <a:ln w="28575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0" name="Google Shape;1650;p76"/>
          <p:cNvCxnSpPr>
            <a:stCxn id="1642" idx="3"/>
            <a:endCxn id="1651" idx="1"/>
          </p:cNvCxnSpPr>
          <p:nvPr/>
        </p:nvCxnSpPr>
        <p:spPr>
          <a:xfrm>
            <a:off x="4116425" y="2028275"/>
            <a:ext cx="9111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2" name="Google Shape;1652;p76"/>
          <p:cNvCxnSpPr>
            <a:stCxn id="1640" idx="1"/>
            <a:endCxn id="1642" idx="1"/>
          </p:cNvCxnSpPr>
          <p:nvPr/>
        </p:nvCxnSpPr>
        <p:spPr>
          <a:xfrm rot="10800000" flipH="1">
            <a:off x="972388" y="2028125"/>
            <a:ext cx="600" cy="1163400"/>
          </a:xfrm>
          <a:prstGeom prst="bentConnector3">
            <a:avLst>
              <a:gd name="adj1" fmla="val -39687500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53" name="Google Shape;1653;p76"/>
          <p:cNvSpPr/>
          <p:nvPr/>
        </p:nvSpPr>
        <p:spPr>
          <a:xfrm>
            <a:off x="4274425" y="3212393"/>
            <a:ext cx="486900" cy="3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4"/>
                </a:solidFill>
                <a:latin typeface="Inter Black"/>
                <a:ea typeface="Inter Black"/>
                <a:cs typeface="Inter Black"/>
                <a:sym typeface="Inter Black"/>
              </a:rPr>
              <a:t>4</a:t>
            </a:r>
            <a:endParaRPr sz="2100">
              <a:solidFill>
                <a:schemeClr val="accent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cxnSp>
        <p:nvCxnSpPr>
          <p:cNvPr id="1654" name="Google Shape;1654;p76"/>
          <p:cNvCxnSpPr/>
          <p:nvPr/>
        </p:nvCxnSpPr>
        <p:spPr>
          <a:xfrm>
            <a:off x="4517800" y="3599550"/>
            <a:ext cx="0" cy="1665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655" name="Google Shape;1655;p76"/>
          <p:cNvSpPr/>
          <p:nvPr/>
        </p:nvSpPr>
        <p:spPr>
          <a:xfrm>
            <a:off x="2301025" y="2351443"/>
            <a:ext cx="486900" cy="3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>
                <a:solidFill>
                  <a:schemeClr val="accent4"/>
                </a:solidFill>
                <a:latin typeface="Inter Black"/>
                <a:ea typeface="Inter Black"/>
                <a:cs typeface="Inter Black"/>
                <a:sym typeface="Inter Black"/>
              </a:rPr>
              <a:t>5</a:t>
            </a:r>
            <a:endParaRPr sz="2100">
              <a:solidFill>
                <a:schemeClr val="accent4"/>
              </a:solidFill>
              <a:latin typeface="Inter Black"/>
              <a:ea typeface="Inter Black"/>
              <a:cs typeface="Inter Black"/>
              <a:sym typeface="Inter Black"/>
            </a:endParaRPr>
          </a:p>
        </p:txBody>
      </p:sp>
      <p:cxnSp>
        <p:nvCxnSpPr>
          <p:cNvPr id="1656" name="Google Shape;1656;p76"/>
          <p:cNvCxnSpPr/>
          <p:nvPr/>
        </p:nvCxnSpPr>
        <p:spPr>
          <a:xfrm>
            <a:off x="2544575" y="2747398"/>
            <a:ext cx="0" cy="1578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7" name="Google Shape;1657;p76"/>
          <p:cNvCxnSpPr>
            <a:stCxn id="1639" idx="3"/>
            <a:endCxn id="1641" idx="3"/>
          </p:cNvCxnSpPr>
          <p:nvPr/>
        </p:nvCxnSpPr>
        <p:spPr>
          <a:xfrm rot="10800000" flipH="1">
            <a:off x="8063338" y="2028113"/>
            <a:ext cx="108300" cy="1163400"/>
          </a:xfrm>
          <a:prstGeom prst="bentConnector3">
            <a:avLst>
              <a:gd name="adj1" fmla="val 319841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58" name="Google Shape;1658;p76"/>
          <p:cNvCxnSpPr>
            <a:stCxn id="1638" idx="3"/>
            <a:endCxn id="1659" idx="2"/>
          </p:cNvCxnSpPr>
          <p:nvPr/>
        </p:nvCxnSpPr>
        <p:spPr>
          <a:xfrm rot="10800000" flipH="1">
            <a:off x="6089788" y="3477963"/>
            <a:ext cx="401400" cy="574500"/>
          </a:xfrm>
          <a:prstGeom prst="bentConnector2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60" name="Google Shape;1660;p76"/>
          <p:cNvCxnSpPr>
            <a:stCxn id="1638" idx="1"/>
            <a:endCxn id="1661" idx="2"/>
          </p:cNvCxnSpPr>
          <p:nvPr/>
        </p:nvCxnSpPr>
        <p:spPr>
          <a:xfrm rot="10800000">
            <a:off x="2544388" y="3477963"/>
            <a:ext cx="401400" cy="574500"/>
          </a:xfrm>
          <a:prstGeom prst="bentConnector2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62" name="Google Shape;1662;p76"/>
          <p:cNvCxnSpPr/>
          <p:nvPr/>
        </p:nvCxnSpPr>
        <p:spPr>
          <a:xfrm>
            <a:off x="2384800" y="1583925"/>
            <a:ext cx="3192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63" name="Google Shape;1663;p76"/>
          <p:cNvCxnSpPr/>
          <p:nvPr/>
        </p:nvCxnSpPr>
        <p:spPr>
          <a:xfrm>
            <a:off x="6331550" y="1583925"/>
            <a:ext cx="3192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64" name="Google Shape;1664;p76"/>
          <p:cNvCxnSpPr/>
          <p:nvPr/>
        </p:nvCxnSpPr>
        <p:spPr>
          <a:xfrm>
            <a:off x="6331775" y="2747400"/>
            <a:ext cx="3192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65" name="Google Shape;1665;p76"/>
          <p:cNvCxnSpPr/>
          <p:nvPr/>
        </p:nvCxnSpPr>
        <p:spPr>
          <a:xfrm>
            <a:off x="2384975" y="2747400"/>
            <a:ext cx="3192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666" name="Google Shape;1666;p76"/>
          <p:cNvCxnSpPr/>
          <p:nvPr/>
        </p:nvCxnSpPr>
        <p:spPr>
          <a:xfrm>
            <a:off x="4358200" y="3599475"/>
            <a:ext cx="3192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6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1" name="Google Shape;1671;p77"/>
          <p:cNvSpPr txBox="1">
            <a:spLocks noGrp="1"/>
          </p:cNvSpPr>
          <p:nvPr>
            <p:ph type="title"/>
          </p:nvPr>
        </p:nvSpPr>
        <p:spPr>
          <a:xfrm>
            <a:off x="713225" y="1506163"/>
            <a:ext cx="4632600" cy="1303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$8,0931</a:t>
            </a:r>
            <a:endParaRPr/>
          </a:p>
        </p:txBody>
      </p:sp>
      <p:sp>
        <p:nvSpPr>
          <p:cNvPr id="1672" name="Google Shape;1672;p77"/>
          <p:cNvSpPr txBox="1">
            <a:spLocks noGrp="1"/>
          </p:cNvSpPr>
          <p:nvPr>
            <p:ph type="subTitle" idx="1"/>
          </p:nvPr>
        </p:nvSpPr>
        <p:spPr>
          <a:xfrm>
            <a:off x="713225" y="3064000"/>
            <a:ext cx="4632600" cy="328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Big numbers catch your audience’s attention</a:t>
            </a:r>
            <a:endParaRPr/>
          </a:p>
        </p:txBody>
      </p:sp>
      <p:grpSp>
        <p:nvGrpSpPr>
          <p:cNvPr id="1673" name="Google Shape;1673;p77"/>
          <p:cNvGrpSpPr/>
          <p:nvPr/>
        </p:nvGrpSpPr>
        <p:grpSpPr>
          <a:xfrm rot="-947736">
            <a:off x="6971373" y="2309273"/>
            <a:ext cx="1704777" cy="1700209"/>
            <a:chOff x="5301588" y="1655563"/>
            <a:chExt cx="2575200" cy="2568300"/>
          </a:xfrm>
        </p:grpSpPr>
        <p:sp>
          <p:nvSpPr>
            <p:cNvPr id="1674" name="Google Shape;1674;p77"/>
            <p:cNvSpPr/>
            <p:nvPr/>
          </p:nvSpPr>
          <p:spPr>
            <a:xfrm>
              <a:off x="5301588" y="1655563"/>
              <a:ext cx="2575200" cy="25683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75" name="Google Shape;1675;p77"/>
            <p:cNvGrpSpPr/>
            <p:nvPr/>
          </p:nvGrpSpPr>
          <p:grpSpPr>
            <a:xfrm>
              <a:off x="5588147" y="1938667"/>
              <a:ext cx="2002085" cy="2002085"/>
              <a:chOff x="1190625" y="238125"/>
              <a:chExt cx="5219200" cy="5219200"/>
            </a:xfrm>
          </p:grpSpPr>
          <p:sp>
            <p:nvSpPr>
              <p:cNvPr id="1676" name="Google Shape;1676;p77"/>
              <p:cNvSpPr/>
              <p:nvPr/>
            </p:nvSpPr>
            <p:spPr>
              <a:xfrm>
                <a:off x="2198575" y="321300"/>
                <a:ext cx="3055675" cy="2064050"/>
              </a:xfrm>
              <a:custGeom>
                <a:avLst/>
                <a:gdLst/>
                <a:ahLst/>
                <a:cxnLst/>
                <a:rect l="l" t="t" r="r" b="b"/>
                <a:pathLst>
                  <a:path w="122227" h="82562" extrusionOk="0">
                    <a:moveTo>
                      <a:pt x="16277" y="0"/>
                    </a:moveTo>
                    <a:cubicBezTo>
                      <a:pt x="7274" y="0"/>
                      <a:pt x="0" y="7274"/>
                      <a:pt x="0" y="16245"/>
                    </a:cubicBezTo>
                    <a:lnTo>
                      <a:pt x="0" y="38492"/>
                    </a:lnTo>
                    <a:lnTo>
                      <a:pt x="21170" y="38492"/>
                    </a:lnTo>
                    <a:lnTo>
                      <a:pt x="21170" y="23584"/>
                    </a:lnTo>
                    <a:cubicBezTo>
                      <a:pt x="21170" y="22214"/>
                      <a:pt x="22247" y="21138"/>
                      <a:pt x="23584" y="21138"/>
                    </a:cubicBezTo>
                    <a:lnTo>
                      <a:pt x="98643" y="21138"/>
                    </a:lnTo>
                    <a:cubicBezTo>
                      <a:pt x="99980" y="21138"/>
                      <a:pt x="101089" y="22214"/>
                      <a:pt x="101089" y="23584"/>
                    </a:cubicBezTo>
                    <a:lnTo>
                      <a:pt x="101089" y="82561"/>
                    </a:lnTo>
                    <a:lnTo>
                      <a:pt x="122227" y="82561"/>
                    </a:lnTo>
                    <a:lnTo>
                      <a:pt x="122227" y="16245"/>
                    </a:lnTo>
                    <a:cubicBezTo>
                      <a:pt x="122227" y="7274"/>
                      <a:pt x="114953" y="0"/>
                      <a:pt x="105949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7" name="Google Shape;1677;p77"/>
              <p:cNvSpPr/>
              <p:nvPr/>
            </p:nvSpPr>
            <p:spPr>
              <a:xfrm>
                <a:off x="4573300" y="2385325"/>
                <a:ext cx="833450" cy="660575"/>
              </a:xfrm>
              <a:custGeom>
                <a:avLst/>
                <a:gdLst/>
                <a:ahLst/>
                <a:cxnLst/>
                <a:rect l="l" t="t" r="r" b="b"/>
                <a:pathLst>
                  <a:path w="33338" h="26423" extrusionOk="0">
                    <a:moveTo>
                      <a:pt x="4045" y="0"/>
                    </a:moveTo>
                    <a:cubicBezTo>
                      <a:pt x="1794" y="0"/>
                      <a:pt x="0" y="1827"/>
                      <a:pt x="0" y="4045"/>
                    </a:cubicBezTo>
                    <a:lnTo>
                      <a:pt x="0" y="26422"/>
                    </a:lnTo>
                    <a:lnTo>
                      <a:pt x="33338" y="26422"/>
                    </a:lnTo>
                    <a:lnTo>
                      <a:pt x="33338" y="4045"/>
                    </a:lnTo>
                    <a:cubicBezTo>
                      <a:pt x="33338" y="1827"/>
                      <a:pt x="31511" y="0"/>
                      <a:pt x="29260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8" name="Google Shape;1678;p77"/>
              <p:cNvSpPr/>
              <p:nvPr/>
            </p:nvSpPr>
            <p:spPr>
              <a:xfrm>
                <a:off x="2046075" y="1131075"/>
                <a:ext cx="834275" cy="660575"/>
              </a:xfrm>
              <a:custGeom>
                <a:avLst/>
                <a:gdLst/>
                <a:ahLst/>
                <a:cxnLst/>
                <a:rect l="l" t="t" r="r" b="b"/>
                <a:pathLst>
                  <a:path w="33371" h="26423" extrusionOk="0">
                    <a:moveTo>
                      <a:pt x="4078" y="1"/>
                    </a:moveTo>
                    <a:cubicBezTo>
                      <a:pt x="1827" y="1"/>
                      <a:pt x="0" y="1795"/>
                      <a:pt x="0" y="4046"/>
                    </a:cubicBezTo>
                    <a:lnTo>
                      <a:pt x="0" y="26423"/>
                    </a:lnTo>
                    <a:lnTo>
                      <a:pt x="33370" y="26423"/>
                    </a:lnTo>
                    <a:lnTo>
                      <a:pt x="33370" y="4046"/>
                    </a:lnTo>
                    <a:cubicBezTo>
                      <a:pt x="33370" y="1795"/>
                      <a:pt x="31544" y="1"/>
                      <a:pt x="2929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79" name="Google Shape;1679;p77"/>
              <p:cNvSpPr/>
              <p:nvPr/>
            </p:nvSpPr>
            <p:spPr>
              <a:xfrm>
                <a:off x="5838950" y="1775325"/>
                <a:ext cx="487675" cy="1911550"/>
              </a:xfrm>
              <a:custGeom>
                <a:avLst/>
                <a:gdLst/>
                <a:ahLst/>
                <a:cxnLst/>
                <a:rect l="l" t="t" r="r" b="b"/>
                <a:pathLst>
                  <a:path w="19507" h="76462" extrusionOk="0">
                    <a:moveTo>
                      <a:pt x="9754" y="0"/>
                    </a:moveTo>
                    <a:cubicBezTo>
                      <a:pt x="4371" y="0"/>
                      <a:pt x="0" y="4372"/>
                      <a:pt x="0" y="9754"/>
                    </a:cubicBezTo>
                    <a:lnTo>
                      <a:pt x="0" y="76461"/>
                    </a:lnTo>
                    <a:lnTo>
                      <a:pt x="19507" y="76461"/>
                    </a:lnTo>
                    <a:lnTo>
                      <a:pt x="19507" y="9754"/>
                    </a:lnTo>
                    <a:cubicBezTo>
                      <a:pt x="19507" y="4372"/>
                      <a:pt x="15136" y="0"/>
                      <a:pt x="9754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0" name="Google Shape;1680;p77"/>
              <p:cNvSpPr/>
              <p:nvPr/>
            </p:nvSpPr>
            <p:spPr>
              <a:xfrm>
                <a:off x="1273800" y="1537200"/>
                <a:ext cx="2378825" cy="3836925"/>
              </a:xfrm>
              <a:custGeom>
                <a:avLst/>
                <a:gdLst/>
                <a:ahLst/>
                <a:cxnLst/>
                <a:rect l="l" t="t" r="r" b="b"/>
                <a:pathLst>
                  <a:path w="95153" h="153477" extrusionOk="0">
                    <a:moveTo>
                      <a:pt x="47576" y="0"/>
                    </a:moveTo>
                    <a:cubicBezTo>
                      <a:pt x="46859" y="0"/>
                      <a:pt x="46141" y="196"/>
                      <a:pt x="45505" y="588"/>
                    </a:cubicBezTo>
                    <a:lnTo>
                      <a:pt x="1990" y="26455"/>
                    </a:lnTo>
                    <a:cubicBezTo>
                      <a:pt x="750" y="27173"/>
                      <a:pt x="0" y="28510"/>
                      <a:pt x="0" y="29945"/>
                    </a:cubicBezTo>
                    <a:lnTo>
                      <a:pt x="0" y="149432"/>
                    </a:lnTo>
                    <a:cubicBezTo>
                      <a:pt x="0" y="151683"/>
                      <a:pt x="1794" y="153477"/>
                      <a:pt x="4045" y="153477"/>
                    </a:cubicBezTo>
                    <a:lnTo>
                      <a:pt x="95152" y="153477"/>
                    </a:lnTo>
                    <a:lnTo>
                      <a:pt x="95152" y="29945"/>
                    </a:lnTo>
                    <a:cubicBezTo>
                      <a:pt x="95152" y="28510"/>
                      <a:pt x="94402" y="27173"/>
                      <a:pt x="93163" y="26455"/>
                    </a:cubicBezTo>
                    <a:lnTo>
                      <a:pt x="49648" y="588"/>
                    </a:lnTo>
                    <a:cubicBezTo>
                      <a:pt x="49012" y="196"/>
                      <a:pt x="48294" y="0"/>
                      <a:pt x="47576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1" name="Google Shape;1681;p77"/>
              <p:cNvSpPr/>
              <p:nvPr/>
            </p:nvSpPr>
            <p:spPr>
              <a:xfrm>
                <a:off x="1273800" y="2532925"/>
                <a:ext cx="2378825" cy="409400"/>
              </a:xfrm>
              <a:custGeom>
                <a:avLst/>
                <a:gdLst/>
                <a:ahLst/>
                <a:cxnLst/>
                <a:rect l="l" t="t" r="r" b="b"/>
                <a:pathLst>
                  <a:path w="95153" h="16376" extrusionOk="0">
                    <a:moveTo>
                      <a:pt x="0" y="0"/>
                    </a:moveTo>
                    <a:lnTo>
                      <a:pt x="0" y="16375"/>
                    </a:lnTo>
                    <a:lnTo>
                      <a:pt x="95152" y="16375"/>
                    </a:lnTo>
                    <a:lnTo>
                      <a:pt x="95152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2" name="Google Shape;1682;p77"/>
              <p:cNvSpPr/>
              <p:nvPr/>
            </p:nvSpPr>
            <p:spPr>
              <a:xfrm>
                <a:off x="3652600" y="2751975"/>
                <a:ext cx="2674025" cy="2622150"/>
              </a:xfrm>
              <a:custGeom>
                <a:avLst/>
                <a:gdLst/>
                <a:ahLst/>
                <a:cxnLst/>
                <a:rect l="l" t="t" r="r" b="b"/>
                <a:pathLst>
                  <a:path w="106961" h="104886" extrusionOk="0">
                    <a:moveTo>
                      <a:pt x="54187" y="1"/>
                    </a:moveTo>
                    <a:cubicBezTo>
                      <a:pt x="53593" y="1"/>
                      <a:pt x="52999" y="131"/>
                      <a:pt x="52453" y="404"/>
                    </a:cubicBezTo>
                    <a:lnTo>
                      <a:pt x="2349" y="24087"/>
                    </a:lnTo>
                    <a:cubicBezTo>
                      <a:pt x="914" y="24739"/>
                      <a:pt x="0" y="26174"/>
                      <a:pt x="0" y="27773"/>
                    </a:cubicBezTo>
                    <a:lnTo>
                      <a:pt x="0" y="104886"/>
                    </a:lnTo>
                    <a:lnTo>
                      <a:pt x="102916" y="104886"/>
                    </a:lnTo>
                    <a:cubicBezTo>
                      <a:pt x="105167" y="104886"/>
                      <a:pt x="106961" y="103092"/>
                      <a:pt x="106961" y="100841"/>
                    </a:cubicBezTo>
                    <a:lnTo>
                      <a:pt x="106961" y="27740"/>
                    </a:lnTo>
                    <a:cubicBezTo>
                      <a:pt x="106961" y="26174"/>
                      <a:pt x="106080" y="24739"/>
                      <a:pt x="104678" y="24087"/>
                    </a:cubicBezTo>
                    <a:lnTo>
                      <a:pt x="55976" y="404"/>
                    </a:lnTo>
                    <a:cubicBezTo>
                      <a:pt x="55413" y="140"/>
                      <a:pt x="54800" y="1"/>
                      <a:pt x="5418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3" name="Google Shape;1683;p77"/>
              <p:cNvSpPr/>
              <p:nvPr/>
            </p:nvSpPr>
            <p:spPr>
              <a:xfrm>
                <a:off x="3652600" y="3683575"/>
                <a:ext cx="2674025" cy="409425"/>
              </a:xfrm>
              <a:custGeom>
                <a:avLst/>
                <a:gdLst/>
                <a:ahLst/>
                <a:cxnLst/>
                <a:rect l="l" t="t" r="r" b="b"/>
                <a:pathLst>
                  <a:path w="106961" h="16377" extrusionOk="0">
                    <a:moveTo>
                      <a:pt x="0" y="1"/>
                    </a:moveTo>
                    <a:lnTo>
                      <a:pt x="0" y="16376"/>
                    </a:lnTo>
                    <a:lnTo>
                      <a:pt x="106961" y="16376"/>
                    </a:lnTo>
                    <a:lnTo>
                      <a:pt x="106961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4" name="Google Shape;1684;p77"/>
              <p:cNvSpPr/>
              <p:nvPr/>
            </p:nvSpPr>
            <p:spPr>
              <a:xfrm>
                <a:off x="1967775" y="3436475"/>
                <a:ext cx="992500" cy="1443975"/>
              </a:xfrm>
              <a:custGeom>
                <a:avLst/>
                <a:gdLst/>
                <a:ahLst/>
                <a:cxnLst/>
                <a:rect l="l" t="t" r="r" b="b"/>
                <a:pathLst>
                  <a:path w="39700" h="57759" extrusionOk="0">
                    <a:moveTo>
                      <a:pt x="27682" y="1"/>
                    </a:moveTo>
                    <a:cubicBezTo>
                      <a:pt x="27665" y="1"/>
                      <a:pt x="27647" y="1"/>
                      <a:pt x="27630" y="1"/>
                    </a:cubicBezTo>
                    <a:cubicBezTo>
                      <a:pt x="26782" y="1"/>
                      <a:pt x="25999" y="490"/>
                      <a:pt x="25281" y="1175"/>
                    </a:cubicBezTo>
                    <a:cubicBezTo>
                      <a:pt x="17452" y="8645"/>
                      <a:pt x="9558" y="16050"/>
                      <a:pt x="1730" y="23487"/>
                    </a:cubicBezTo>
                    <a:cubicBezTo>
                      <a:pt x="1" y="25118"/>
                      <a:pt x="229" y="27598"/>
                      <a:pt x="2252" y="28837"/>
                    </a:cubicBezTo>
                    <a:cubicBezTo>
                      <a:pt x="6590" y="31447"/>
                      <a:pt x="10994" y="33893"/>
                      <a:pt x="15397" y="36437"/>
                    </a:cubicBezTo>
                    <a:cubicBezTo>
                      <a:pt x="15658" y="36568"/>
                      <a:pt x="15756" y="36698"/>
                      <a:pt x="15626" y="37057"/>
                    </a:cubicBezTo>
                    <a:cubicBezTo>
                      <a:pt x="14190" y="40417"/>
                      <a:pt x="12788" y="43810"/>
                      <a:pt x="11385" y="47169"/>
                    </a:cubicBezTo>
                    <a:cubicBezTo>
                      <a:pt x="10504" y="49290"/>
                      <a:pt x="9624" y="51377"/>
                      <a:pt x="8808" y="53498"/>
                    </a:cubicBezTo>
                    <a:cubicBezTo>
                      <a:pt x="8188" y="55031"/>
                      <a:pt x="8906" y="56727"/>
                      <a:pt x="10374" y="57412"/>
                    </a:cubicBezTo>
                    <a:cubicBezTo>
                      <a:pt x="10857" y="57642"/>
                      <a:pt x="11332" y="57759"/>
                      <a:pt x="11802" y="57759"/>
                    </a:cubicBezTo>
                    <a:cubicBezTo>
                      <a:pt x="12664" y="57759"/>
                      <a:pt x="13509" y="57366"/>
                      <a:pt x="14353" y="56564"/>
                    </a:cubicBezTo>
                    <a:cubicBezTo>
                      <a:pt x="22215" y="49127"/>
                      <a:pt x="30076" y="41689"/>
                      <a:pt x="37905" y="34252"/>
                    </a:cubicBezTo>
                    <a:cubicBezTo>
                      <a:pt x="39699" y="32556"/>
                      <a:pt x="39340" y="30044"/>
                      <a:pt x="37220" y="28837"/>
                    </a:cubicBezTo>
                    <a:cubicBezTo>
                      <a:pt x="32882" y="26325"/>
                      <a:pt x="28576" y="23814"/>
                      <a:pt x="24237" y="21335"/>
                    </a:cubicBezTo>
                    <a:cubicBezTo>
                      <a:pt x="23976" y="21171"/>
                      <a:pt x="23878" y="21041"/>
                      <a:pt x="24009" y="20715"/>
                    </a:cubicBezTo>
                    <a:cubicBezTo>
                      <a:pt x="26325" y="15235"/>
                      <a:pt x="28674" y="9787"/>
                      <a:pt x="30827" y="4242"/>
                    </a:cubicBezTo>
                    <a:cubicBezTo>
                      <a:pt x="31636" y="2202"/>
                      <a:pt x="30067" y="1"/>
                      <a:pt x="27682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5" name="Google Shape;1685;p77"/>
              <p:cNvSpPr/>
              <p:nvPr/>
            </p:nvSpPr>
            <p:spPr>
              <a:xfrm>
                <a:off x="4990000" y="4446900"/>
                <a:ext cx="623900" cy="624675"/>
              </a:xfrm>
              <a:custGeom>
                <a:avLst/>
                <a:gdLst/>
                <a:ahLst/>
                <a:cxnLst/>
                <a:rect l="l" t="t" r="r" b="b"/>
                <a:pathLst>
                  <a:path w="24956" h="24987" extrusionOk="0">
                    <a:moveTo>
                      <a:pt x="17616" y="0"/>
                    </a:moveTo>
                    <a:cubicBezTo>
                      <a:pt x="7895" y="0"/>
                      <a:pt x="1" y="7894"/>
                      <a:pt x="1" y="17647"/>
                    </a:cubicBezTo>
                    <a:lnTo>
                      <a:pt x="1" y="24987"/>
                    </a:lnTo>
                    <a:lnTo>
                      <a:pt x="7340" y="24987"/>
                    </a:lnTo>
                    <a:cubicBezTo>
                      <a:pt x="17061" y="24987"/>
                      <a:pt x="24955" y="17093"/>
                      <a:pt x="24955" y="7340"/>
                    </a:cubicBezTo>
                    <a:lnTo>
                      <a:pt x="24955" y="1631"/>
                    </a:lnTo>
                    <a:cubicBezTo>
                      <a:pt x="24955" y="750"/>
                      <a:pt x="24238" y="0"/>
                      <a:pt x="23324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6" name="Google Shape;1686;p77"/>
              <p:cNvSpPr/>
              <p:nvPr/>
            </p:nvSpPr>
            <p:spPr>
              <a:xfrm>
                <a:off x="4365350" y="4446900"/>
                <a:ext cx="624675" cy="624675"/>
              </a:xfrm>
              <a:custGeom>
                <a:avLst/>
                <a:gdLst/>
                <a:ahLst/>
                <a:cxnLst/>
                <a:rect l="l" t="t" r="r" b="b"/>
                <a:pathLst>
                  <a:path w="24987" h="24987" extrusionOk="0">
                    <a:moveTo>
                      <a:pt x="1631" y="0"/>
                    </a:moveTo>
                    <a:cubicBezTo>
                      <a:pt x="750" y="0"/>
                      <a:pt x="0" y="750"/>
                      <a:pt x="0" y="1631"/>
                    </a:cubicBezTo>
                    <a:lnTo>
                      <a:pt x="0" y="7340"/>
                    </a:lnTo>
                    <a:cubicBezTo>
                      <a:pt x="0" y="17093"/>
                      <a:pt x="7894" y="24987"/>
                      <a:pt x="17647" y="24987"/>
                    </a:cubicBezTo>
                    <a:lnTo>
                      <a:pt x="24987" y="24987"/>
                    </a:lnTo>
                    <a:lnTo>
                      <a:pt x="24987" y="17647"/>
                    </a:lnTo>
                    <a:cubicBezTo>
                      <a:pt x="24987" y="7894"/>
                      <a:pt x="17093" y="0"/>
                      <a:pt x="7340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87" name="Google Shape;1687;p77"/>
              <p:cNvSpPr/>
              <p:nvPr/>
            </p:nvSpPr>
            <p:spPr>
              <a:xfrm>
                <a:off x="1190625" y="238125"/>
                <a:ext cx="5219200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08768" extrusionOk="0">
                    <a:moveTo>
                      <a:pt x="63413" y="38589"/>
                    </a:moveTo>
                    <a:cubicBezTo>
                      <a:pt x="63968" y="38589"/>
                      <a:pt x="64424" y="39046"/>
                      <a:pt x="64424" y="39601"/>
                    </a:cubicBezTo>
                    <a:lnTo>
                      <a:pt x="64424" y="55747"/>
                    </a:lnTo>
                    <a:lnTo>
                      <a:pt x="54410" y="49778"/>
                    </a:lnTo>
                    <a:cubicBezTo>
                      <a:pt x="53285" y="49109"/>
                      <a:pt x="52021" y="48775"/>
                      <a:pt x="50761" y="48775"/>
                    </a:cubicBezTo>
                    <a:cubicBezTo>
                      <a:pt x="49501" y="48775"/>
                      <a:pt x="48245" y="49109"/>
                      <a:pt x="47136" y="49778"/>
                    </a:cubicBezTo>
                    <a:lnTo>
                      <a:pt x="37121" y="55747"/>
                    </a:lnTo>
                    <a:lnTo>
                      <a:pt x="37121" y="39601"/>
                    </a:lnTo>
                    <a:cubicBezTo>
                      <a:pt x="37121" y="39046"/>
                      <a:pt x="37578" y="38589"/>
                      <a:pt x="38133" y="38589"/>
                    </a:cubicBezTo>
                    <a:close/>
                    <a:moveTo>
                      <a:pt x="50757" y="54899"/>
                    </a:moveTo>
                    <a:cubicBezTo>
                      <a:pt x="50952" y="54899"/>
                      <a:pt x="51115" y="54932"/>
                      <a:pt x="51278" y="55030"/>
                    </a:cubicBezTo>
                    <a:lnTo>
                      <a:pt x="66023" y="63804"/>
                    </a:lnTo>
                    <a:lnTo>
                      <a:pt x="94924" y="80963"/>
                    </a:lnTo>
                    <a:cubicBezTo>
                      <a:pt x="95217" y="81158"/>
                      <a:pt x="95413" y="81484"/>
                      <a:pt x="95413" y="81843"/>
                    </a:cubicBezTo>
                    <a:lnTo>
                      <a:pt x="95413" y="88693"/>
                    </a:lnTo>
                    <a:lnTo>
                      <a:pt x="6133" y="88693"/>
                    </a:lnTo>
                    <a:lnTo>
                      <a:pt x="6133" y="81843"/>
                    </a:lnTo>
                    <a:cubicBezTo>
                      <a:pt x="6133" y="81484"/>
                      <a:pt x="6296" y="81158"/>
                      <a:pt x="6622" y="80963"/>
                    </a:cubicBezTo>
                    <a:lnTo>
                      <a:pt x="35490" y="63804"/>
                    </a:lnTo>
                    <a:lnTo>
                      <a:pt x="35523" y="63804"/>
                    </a:lnTo>
                    <a:lnTo>
                      <a:pt x="50235" y="55030"/>
                    </a:lnTo>
                    <a:cubicBezTo>
                      <a:pt x="50398" y="54932"/>
                      <a:pt x="50593" y="54899"/>
                      <a:pt x="50757" y="54899"/>
                    </a:cubicBezTo>
                    <a:close/>
                    <a:moveTo>
                      <a:pt x="164730" y="88889"/>
                    </a:moveTo>
                    <a:cubicBezTo>
                      <a:pt x="165285" y="88889"/>
                      <a:pt x="165742" y="89346"/>
                      <a:pt x="165742" y="89900"/>
                    </a:cubicBezTo>
                    <a:lnTo>
                      <a:pt x="165742" y="102981"/>
                    </a:lnTo>
                    <a:lnTo>
                      <a:pt x="155923" y="98218"/>
                    </a:lnTo>
                    <a:cubicBezTo>
                      <a:pt x="154936" y="97725"/>
                      <a:pt x="153875" y="97480"/>
                      <a:pt x="152814" y="97480"/>
                    </a:cubicBezTo>
                    <a:cubicBezTo>
                      <a:pt x="151771" y="97480"/>
                      <a:pt x="150728" y="97717"/>
                      <a:pt x="149758" y="98186"/>
                    </a:cubicBezTo>
                    <a:lnTo>
                      <a:pt x="138439" y="103535"/>
                    </a:lnTo>
                    <a:lnTo>
                      <a:pt x="138439" y="89900"/>
                    </a:lnTo>
                    <a:cubicBezTo>
                      <a:pt x="138439" y="89346"/>
                      <a:pt x="138895" y="88889"/>
                      <a:pt x="139450" y="88889"/>
                    </a:cubicBezTo>
                    <a:close/>
                    <a:moveTo>
                      <a:pt x="95413" y="94826"/>
                    </a:moveTo>
                    <a:lnTo>
                      <a:pt x="95413" y="105134"/>
                    </a:lnTo>
                    <a:lnTo>
                      <a:pt x="6133" y="105134"/>
                    </a:lnTo>
                    <a:lnTo>
                      <a:pt x="6133" y="94826"/>
                    </a:lnTo>
                    <a:close/>
                    <a:moveTo>
                      <a:pt x="195915" y="64424"/>
                    </a:moveTo>
                    <a:cubicBezTo>
                      <a:pt x="197709" y="64424"/>
                      <a:pt x="199405" y="65109"/>
                      <a:pt x="200677" y="66381"/>
                    </a:cubicBezTo>
                    <a:cubicBezTo>
                      <a:pt x="201950" y="67654"/>
                      <a:pt x="202667" y="69350"/>
                      <a:pt x="202667" y="71144"/>
                    </a:cubicBezTo>
                    <a:lnTo>
                      <a:pt x="202667" y="120889"/>
                    </a:lnTo>
                    <a:lnTo>
                      <a:pt x="189195" y="114365"/>
                    </a:lnTo>
                    <a:lnTo>
                      <a:pt x="189195" y="71144"/>
                    </a:lnTo>
                    <a:cubicBezTo>
                      <a:pt x="189195" y="67458"/>
                      <a:pt x="192229" y="64424"/>
                      <a:pt x="195915" y="64424"/>
                    </a:cubicBezTo>
                    <a:close/>
                    <a:moveTo>
                      <a:pt x="146398" y="6100"/>
                    </a:moveTo>
                    <a:cubicBezTo>
                      <a:pt x="153705" y="6100"/>
                      <a:pt x="159642" y="12069"/>
                      <a:pt x="159642" y="19376"/>
                    </a:cubicBezTo>
                    <a:lnTo>
                      <a:pt x="159642" y="82789"/>
                    </a:lnTo>
                    <a:lnTo>
                      <a:pt x="144539" y="82789"/>
                    </a:lnTo>
                    <a:lnTo>
                      <a:pt x="144539" y="26716"/>
                    </a:lnTo>
                    <a:cubicBezTo>
                      <a:pt x="144539" y="23682"/>
                      <a:pt x="142092" y="21203"/>
                      <a:pt x="139058" y="21203"/>
                    </a:cubicBezTo>
                    <a:lnTo>
                      <a:pt x="106145" y="21203"/>
                    </a:lnTo>
                    <a:cubicBezTo>
                      <a:pt x="104449" y="21203"/>
                      <a:pt x="103079" y="22573"/>
                      <a:pt x="103079" y="24269"/>
                    </a:cubicBezTo>
                    <a:cubicBezTo>
                      <a:pt x="103079" y="25965"/>
                      <a:pt x="104449" y="27335"/>
                      <a:pt x="106145" y="27335"/>
                    </a:cubicBezTo>
                    <a:lnTo>
                      <a:pt x="138439" y="27335"/>
                    </a:lnTo>
                    <a:lnTo>
                      <a:pt x="138439" y="82854"/>
                    </a:lnTo>
                    <a:cubicBezTo>
                      <a:pt x="134981" y="83344"/>
                      <a:pt x="132306" y="86312"/>
                      <a:pt x="132306" y="89900"/>
                    </a:cubicBezTo>
                    <a:lnTo>
                      <a:pt x="132306" y="106406"/>
                    </a:lnTo>
                    <a:lnTo>
                      <a:pt x="101546" y="120954"/>
                    </a:lnTo>
                    <a:lnTo>
                      <a:pt x="101546" y="81843"/>
                    </a:lnTo>
                    <a:cubicBezTo>
                      <a:pt x="101546" y="79332"/>
                      <a:pt x="100208" y="76983"/>
                      <a:pt x="98055" y="75711"/>
                    </a:cubicBezTo>
                    <a:lnTo>
                      <a:pt x="70557" y="59368"/>
                    </a:lnTo>
                    <a:lnTo>
                      <a:pt x="70557" y="39601"/>
                    </a:lnTo>
                    <a:cubicBezTo>
                      <a:pt x="70557" y="36012"/>
                      <a:pt x="67882" y="33044"/>
                      <a:pt x="64424" y="32555"/>
                    </a:cubicBezTo>
                    <a:lnTo>
                      <a:pt x="64424" y="27303"/>
                    </a:lnTo>
                    <a:lnTo>
                      <a:pt x="93913" y="27303"/>
                    </a:lnTo>
                    <a:cubicBezTo>
                      <a:pt x="95576" y="27303"/>
                      <a:pt x="96946" y="25965"/>
                      <a:pt x="96946" y="24269"/>
                    </a:cubicBezTo>
                    <a:cubicBezTo>
                      <a:pt x="96946" y="22573"/>
                      <a:pt x="95576" y="21203"/>
                      <a:pt x="93913" y="21203"/>
                    </a:cubicBezTo>
                    <a:lnTo>
                      <a:pt x="63804" y="21203"/>
                    </a:lnTo>
                    <a:cubicBezTo>
                      <a:pt x="60771" y="21203"/>
                      <a:pt x="58324" y="23682"/>
                      <a:pt x="58324" y="26716"/>
                    </a:cubicBezTo>
                    <a:lnTo>
                      <a:pt x="58324" y="32457"/>
                    </a:lnTo>
                    <a:lnTo>
                      <a:pt x="43221" y="32457"/>
                    </a:lnTo>
                    <a:lnTo>
                      <a:pt x="43221" y="19376"/>
                    </a:lnTo>
                    <a:cubicBezTo>
                      <a:pt x="43221" y="12069"/>
                      <a:pt x="49158" y="6100"/>
                      <a:pt x="56465" y="6100"/>
                    </a:cubicBezTo>
                    <a:close/>
                    <a:moveTo>
                      <a:pt x="152796" y="103601"/>
                    </a:moveTo>
                    <a:cubicBezTo>
                      <a:pt x="152946" y="103601"/>
                      <a:pt x="153101" y="103633"/>
                      <a:pt x="153248" y="103699"/>
                    </a:cubicBezTo>
                    <a:lnTo>
                      <a:pt x="202080" y="127413"/>
                    </a:lnTo>
                    <a:cubicBezTo>
                      <a:pt x="202439" y="127609"/>
                      <a:pt x="202667" y="127968"/>
                      <a:pt x="202667" y="128359"/>
                    </a:cubicBezTo>
                    <a:lnTo>
                      <a:pt x="202667" y="134851"/>
                    </a:lnTo>
                    <a:lnTo>
                      <a:pt x="101546" y="134851"/>
                    </a:lnTo>
                    <a:lnTo>
                      <a:pt x="101546" y="128359"/>
                    </a:lnTo>
                    <a:cubicBezTo>
                      <a:pt x="101546" y="127968"/>
                      <a:pt x="101774" y="127609"/>
                      <a:pt x="102100" y="127446"/>
                    </a:cubicBezTo>
                    <a:lnTo>
                      <a:pt x="152367" y="103699"/>
                    </a:lnTo>
                    <a:cubicBezTo>
                      <a:pt x="152498" y="103633"/>
                      <a:pt x="152645" y="103601"/>
                      <a:pt x="152796" y="103601"/>
                    </a:cubicBezTo>
                    <a:close/>
                    <a:moveTo>
                      <a:pt x="202667" y="140950"/>
                    </a:moveTo>
                    <a:lnTo>
                      <a:pt x="202667" y="151258"/>
                    </a:lnTo>
                    <a:lnTo>
                      <a:pt x="101546" y="151258"/>
                    </a:lnTo>
                    <a:lnTo>
                      <a:pt x="101546" y="140950"/>
                    </a:lnTo>
                    <a:close/>
                    <a:moveTo>
                      <a:pt x="58781" y="131067"/>
                    </a:moveTo>
                    <a:cubicBezTo>
                      <a:pt x="58911" y="131099"/>
                      <a:pt x="58944" y="131132"/>
                      <a:pt x="58944" y="131164"/>
                    </a:cubicBezTo>
                    <a:cubicBezTo>
                      <a:pt x="56824" y="136677"/>
                      <a:pt x="54443" y="142125"/>
                      <a:pt x="52159" y="147540"/>
                    </a:cubicBezTo>
                    <a:cubicBezTo>
                      <a:pt x="51409" y="149269"/>
                      <a:pt x="52029" y="151063"/>
                      <a:pt x="53660" y="152009"/>
                    </a:cubicBezTo>
                    <a:cubicBezTo>
                      <a:pt x="58031" y="154520"/>
                      <a:pt x="62337" y="157065"/>
                      <a:pt x="66675" y="159544"/>
                    </a:cubicBezTo>
                    <a:cubicBezTo>
                      <a:pt x="66936" y="159674"/>
                      <a:pt x="66969" y="159968"/>
                      <a:pt x="66805" y="160098"/>
                    </a:cubicBezTo>
                    <a:cubicBezTo>
                      <a:pt x="60445" y="166133"/>
                      <a:pt x="43189" y="182639"/>
                      <a:pt x="42699" y="182834"/>
                    </a:cubicBezTo>
                    <a:cubicBezTo>
                      <a:pt x="42634" y="182802"/>
                      <a:pt x="42569" y="182769"/>
                      <a:pt x="42569" y="182704"/>
                    </a:cubicBezTo>
                    <a:cubicBezTo>
                      <a:pt x="44624" y="177126"/>
                      <a:pt x="46973" y="172037"/>
                      <a:pt x="49386" y="166329"/>
                    </a:cubicBezTo>
                    <a:cubicBezTo>
                      <a:pt x="49974" y="164893"/>
                      <a:pt x="49745" y="162936"/>
                      <a:pt x="47853" y="161860"/>
                    </a:cubicBezTo>
                    <a:cubicBezTo>
                      <a:pt x="43482" y="159348"/>
                      <a:pt x="39079" y="156902"/>
                      <a:pt x="34740" y="154259"/>
                    </a:cubicBezTo>
                    <a:cubicBezTo>
                      <a:pt x="34414" y="154096"/>
                      <a:pt x="34447" y="154031"/>
                      <a:pt x="34708" y="153770"/>
                    </a:cubicBezTo>
                    <a:cubicBezTo>
                      <a:pt x="43091" y="145843"/>
                      <a:pt x="58096" y="131491"/>
                      <a:pt x="58781" y="131067"/>
                    </a:cubicBezTo>
                    <a:close/>
                    <a:moveTo>
                      <a:pt x="58937" y="124959"/>
                    </a:moveTo>
                    <a:cubicBezTo>
                      <a:pt x="57255" y="124959"/>
                      <a:pt x="55527" y="125639"/>
                      <a:pt x="54116" y="126989"/>
                    </a:cubicBezTo>
                    <a:cubicBezTo>
                      <a:pt x="46222" y="134492"/>
                      <a:pt x="38394" y="141864"/>
                      <a:pt x="30532" y="149334"/>
                    </a:cubicBezTo>
                    <a:cubicBezTo>
                      <a:pt x="28999" y="150769"/>
                      <a:pt x="28249" y="152759"/>
                      <a:pt x="28445" y="154716"/>
                    </a:cubicBezTo>
                    <a:cubicBezTo>
                      <a:pt x="28673" y="156706"/>
                      <a:pt x="29815" y="158435"/>
                      <a:pt x="31576" y="159511"/>
                    </a:cubicBezTo>
                    <a:cubicBezTo>
                      <a:pt x="35327" y="161762"/>
                      <a:pt x="39111" y="163915"/>
                      <a:pt x="42863" y="166035"/>
                    </a:cubicBezTo>
                    <a:cubicBezTo>
                      <a:pt x="40742" y="171124"/>
                      <a:pt x="38785" y="175527"/>
                      <a:pt x="36860" y="180518"/>
                    </a:cubicBezTo>
                    <a:cubicBezTo>
                      <a:pt x="35686" y="183552"/>
                      <a:pt x="37024" y="186879"/>
                      <a:pt x="39992" y="188314"/>
                    </a:cubicBezTo>
                    <a:cubicBezTo>
                      <a:pt x="40872" y="188736"/>
                      <a:pt x="41799" y="188969"/>
                      <a:pt x="42744" y="188969"/>
                    </a:cubicBezTo>
                    <a:cubicBezTo>
                      <a:pt x="44287" y="188969"/>
                      <a:pt x="45880" y="188348"/>
                      <a:pt x="47397" y="186912"/>
                    </a:cubicBezTo>
                    <a:cubicBezTo>
                      <a:pt x="55225" y="179442"/>
                      <a:pt x="63185" y="171972"/>
                      <a:pt x="71013" y="164535"/>
                    </a:cubicBezTo>
                    <a:cubicBezTo>
                      <a:pt x="72547" y="163067"/>
                      <a:pt x="73297" y="161110"/>
                      <a:pt x="73068" y="159120"/>
                    </a:cubicBezTo>
                    <a:cubicBezTo>
                      <a:pt x="72840" y="157097"/>
                      <a:pt x="71633" y="155336"/>
                      <a:pt x="69741" y="154259"/>
                    </a:cubicBezTo>
                    <a:cubicBezTo>
                      <a:pt x="66055" y="152139"/>
                      <a:pt x="62369" y="149986"/>
                      <a:pt x="58683" y="147833"/>
                    </a:cubicBezTo>
                    <a:cubicBezTo>
                      <a:pt x="60673" y="143136"/>
                      <a:pt x="62761" y="138243"/>
                      <a:pt x="64653" y="133350"/>
                    </a:cubicBezTo>
                    <a:cubicBezTo>
                      <a:pt x="65403" y="131458"/>
                      <a:pt x="65142" y="129338"/>
                      <a:pt x="64000" y="127674"/>
                    </a:cubicBezTo>
                    <a:cubicBezTo>
                      <a:pt x="62744" y="125859"/>
                      <a:pt x="60871" y="124959"/>
                      <a:pt x="58937" y="124959"/>
                    </a:cubicBezTo>
                    <a:close/>
                    <a:moveTo>
                      <a:pt x="134426" y="171580"/>
                    </a:moveTo>
                    <a:cubicBezTo>
                      <a:pt x="142484" y="171580"/>
                      <a:pt x="149040" y="178137"/>
                      <a:pt x="149040" y="186194"/>
                    </a:cubicBezTo>
                    <a:lnTo>
                      <a:pt x="149040" y="190500"/>
                    </a:lnTo>
                    <a:lnTo>
                      <a:pt x="144734" y="190500"/>
                    </a:lnTo>
                    <a:cubicBezTo>
                      <a:pt x="136677" y="190500"/>
                      <a:pt x="130121" y="183943"/>
                      <a:pt x="130121" y="175886"/>
                    </a:cubicBezTo>
                    <a:lnTo>
                      <a:pt x="130121" y="171580"/>
                    </a:lnTo>
                    <a:close/>
                    <a:moveTo>
                      <a:pt x="174060" y="171580"/>
                    </a:moveTo>
                    <a:lnTo>
                      <a:pt x="174060" y="175886"/>
                    </a:lnTo>
                    <a:cubicBezTo>
                      <a:pt x="174060" y="183943"/>
                      <a:pt x="167503" y="190500"/>
                      <a:pt x="159446" y="190500"/>
                    </a:cubicBezTo>
                    <a:lnTo>
                      <a:pt x="155140" y="190500"/>
                    </a:lnTo>
                    <a:lnTo>
                      <a:pt x="155140" y="186194"/>
                    </a:lnTo>
                    <a:cubicBezTo>
                      <a:pt x="155140" y="178137"/>
                      <a:pt x="161697" y="171580"/>
                      <a:pt x="169754" y="171580"/>
                    </a:cubicBezTo>
                    <a:close/>
                    <a:moveTo>
                      <a:pt x="95413" y="111234"/>
                    </a:moveTo>
                    <a:lnTo>
                      <a:pt x="95413" y="202667"/>
                    </a:lnTo>
                    <a:lnTo>
                      <a:pt x="7144" y="202667"/>
                    </a:lnTo>
                    <a:cubicBezTo>
                      <a:pt x="6589" y="202667"/>
                      <a:pt x="6133" y="202178"/>
                      <a:pt x="6133" y="201623"/>
                    </a:cubicBezTo>
                    <a:lnTo>
                      <a:pt x="6133" y="111234"/>
                    </a:lnTo>
                    <a:close/>
                    <a:moveTo>
                      <a:pt x="56465" y="0"/>
                    </a:moveTo>
                    <a:cubicBezTo>
                      <a:pt x="45798" y="0"/>
                      <a:pt x="37121" y="8677"/>
                      <a:pt x="37121" y="19376"/>
                    </a:cubicBezTo>
                    <a:lnTo>
                      <a:pt x="37121" y="32555"/>
                    </a:lnTo>
                    <a:cubicBezTo>
                      <a:pt x="33664" y="33044"/>
                      <a:pt x="30989" y="36012"/>
                      <a:pt x="30989" y="39601"/>
                    </a:cubicBezTo>
                    <a:lnTo>
                      <a:pt x="30989" y="59368"/>
                    </a:lnTo>
                    <a:lnTo>
                      <a:pt x="3490" y="75711"/>
                    </a:lnTo>
                    <a:cubicBezTo>
                      <a:pt x="1337" y="76983"/>
                      <a:pt x="0" y="79332"/>
                      <a:pt x="0" y="81843"/>
                    </a:cubicBezTo>
                    <a:lnTo>
                      <a:pt x="0" y="201623"/>
                    </a:lnTo>
                    <a:cubicBezTo>
                      <a:pt x="0" y="205570"/>
                      <a:pt x="3197" y="208767"/>
                      <a:pt x="7144" y="208767"/>
                    </a:cubicBezTo>
                    <a:lnTo>
                      <a:pt x="201623" y="208767"/>
                    </a:lnTo>
                    <a:cubicBezTo>
                      <a:pt x="205570" y="208767"/>
                      <a:pt x="208767" y="205570"/>
                      <a:pt x="208767" y="201623"/>
                    </a:cubicBezTo>
                    <a:lnTo>
                      <a:pt x="208767" y="192033"/>
                    </a:lnTo>
                    <a:cubicBezTo>
                      <a:pt x="208767" y="190337"/>
                      <a:pt x="207397" y="188967"/>
                      <a:pt x="205701" y="188967"/>
                    </a:cubicBezTo>
                    <a:cubicBezTo>
                      <a:pt x="204005" y="188967"/>
                      <a:pt x="202667" y="190337"/>
                      <a:pt x="202667" y="192033"/>
                    </a:cubicBezTo>
                    <a:lnTo>
                      <a:pt x="202667" y="201623"/>
                    </a:lnTo>
                    <a:cubicBezTo>
                      <a:pt x="202667" y="202178"/>
                      <a:pt x="202178" y="202635"/>
                      <a:pt x="201623" y="202635"/>
                    </a:cubicBezTo>
                    <a:lnTo>
                      <a:pt x="155140" y="202635"/>
                    </a:lnTo>
                    <a:lnTo>
                      <a:pt x="155140" y="196600"/>
                    </a:lnTo>
                    <a:lnTo>
                      <a:pt x="159446" y="196600"/>
                    </a:lnTo>
                    <a:cubicBezTo>
                      <a:pt x="170863" y="196600"/>
                      <a:pt x="180192" y="187303"/>
                      <a:pt x="180192" y="175886"/>
                    </a:cubicBezTo>
                    <a:lnTo>
                      <a:pt x="180192" y="170145"/>
                    </a:lnTo>
                    <a:cubicBezTo>
                      <a:pt x="180192" y="167568"/>
                      <a:pt x="178072" y="165448"/>
                      <a:pt x="175495" y="165448"/>
                    </a:cubicBezTo>
                    <a:lnTo>
                      <a:pt x="169754" y="165448"/>
                    </a:lnTo>
                    <a:cubicBezTo>
                      <a:pt x="162284" y="165448"/>
                      <a:pt x="155727" y="169428"/>
                      <a:pt x="152106" y="175364"/>
                    </a:cubicBezTo>
                    <a:cubicBezTo>
                      <a:pt x="148453" y="169428"/>
                      <a:pt x="141896" y="165448"/>
                      <a:pt x="134426" y="165448"/>
                    </a:cubicBezTo>
                    <a:lnTo>
                      <a:pt x="128685" y="165448"/>
                    </a:lnTo>
                    <a:cubicBezTo>
                      <a:pt x="126108" y="165448"/>
                      <a:pt x="123988" y="167568"/>
                      <a:pt x="123988" y="170145"/>
                    </a:cubicBezTo>
                    <a:lnTo>
                      <a:pt x="123988" y="175886"/>
                    </a:lnTo>
                    <a:cubicBezTo>
                      <a:pt x="123988" y="187303"/>
                      <a:pt x="133317" y="196600"/>
                      <a:pt x="144734" y="196600"/>
                    </a:cubicBezTo>
                    <a:lnTo>
                      <a:pt x="149040" y="196600"/>
                    </a:lnTo>
                    <a:lnTo>
                      <a:pt x="149040" y="202635"/>
                    </a:lnTo>
                    <a:lnTo>
                      <a:pt x="101546" y="202635"/>
                    </a:lnTo>
                    <a:lnTo>
                      <a:pt x="101546" y="157391"/>
                    </a:lnTo>
                    <a:lnTo>
                      <a:pt x="202667" y="157391"/>
                    </a:lnTo>
                    <a:lnTo>
                      <a:pt x="202667" y="179801"/>
                    </a:lnTo>
                    <a:cubicBezTo>
                      <a:pt x="202667" y="181464"/>
                      <a:pt x="204005" y="182834"/>
                      <a:pt x="205701" y="182834"/>
                    </a:cubicBezTo>
                    <a:cubicBezTo>
                      <a:pt x="207397" y="182834"/>
                      <a:pt x="208767" y="181464"/>
                      <a:pt x="208767" y="179801"/>
                    </a:cubicBezTo>
                    <a:lnTo>
                      <a:pt x="208767" y="71144"/>
                    </a:lnTo>
                    <a:cubicBezTo>
                      <a:pt x="208767" y="67719"/>
                      <a:pt x="207430" y="64489"/>
                      <a:pt x="205016" y="62076"/>
                    </a:cubicBezTo>
                    <a:cubicBezTo>
                      <a:pt x="202569" y="59629"/>
                      <a:pt x="199340" y="58324"/>
                      <a:pt x="195915" y="58324"/>
                    </a:cubicBezTo>
                    <a:cubicBezTo>
                      <a:pt x="188836" y="58324"/>
                      <a:pt x="183095" y="64065"/>
                      <a:pt x="183095" y="71144"/>
                    </a:cubicBezTo>
                    <a:lnTo>
                      <a:pt x="183095" y="111397"/>
                    </a:lnTo>
                    <a:lnTo>
                      <a:pt x="171874" y="105949"/>
                    </a:lnTo>
                    <a:lnTo>
                      <a:pt x="171874" y="89900"/>
                    </a:lnTo>
                    <a:cubicBezTo>
                      <a:pt x="171874" y="86312"/>
                      <a:pt x="169199" y="83344"/>
                      <a:pt x="165742" y="82854"/>
                    </a:cubicBezTo>
                    <a:lnTo>
                      <a:pt x="165742" y="19376"/>
                    </a:lnTo>
                    <a:cubicBezTo>
                      <a:pt x="165742" y="8677"/>
                      <a:pt x="157065" y="0"/>
                      <a:pt x="146398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88" name="Google Shape;1688;p77"/>
          <p:cNvGrpSpPr/>
          <p:nvPr/>
        </p:nvGrpSpPr>
        <p:grpSpPr>
          <a:xfrm>
            <a:off x="5968154" y="1272450"/>
            <a:ext cx="2029903" cy="1501777"/>
            <a:chOff x="4872412" y="466850"/>
            <a:chExt cx="2565600" cy="1898100"/>
          </a:xfrm>
        </p:grpSpPr>
        <p:sp>
          <p:nvSpPr>
            <p:cNvPr id="1689" name="Google Shape;1689;p77"/>
            <p:cNvSpPr/>
            <p:nvPr/>
          </p:nvSpPr>
          <p:spPr>
            <a:xfrm>
              <a:off x="4872412" y="466850"/>
              <a:ext cx="2565600" cy="18981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690" name="Google Shape;1690;p77"/>
            <p:cNvGrpSpPr/>
            <p:nvPr/>
          </p:nvGrpSpPr>
          <p:grpSpPr>
            <a:xfrm>
              <a:off x="5219139" y="576070"/>
              <a:ext cx="1872127" cy="1679658"/>
              <a:chOff x="1190625" y="506400"/>
              <a:chExt cx="5219200" cy="4682625"/>
            </a:xfrm>
          </p:grpSpPr>
          <p:sp>
            <p:nvSpPr>
              <p:cNvPr id="1691" name="Google Shape;1691;p77"/>
              <p:cNvSpPr/>
              <p:nvPr/>
            </p:nvSpPr>
            <p:spPr>
              <a:xfrm>
                <a:off x="4990825" y="4124975"/>
                <a:ext cx="1083825" cy="987175"/>
              </a:xfrm>
              <a:custGeom>
                <a:avLst/>
                <a:gdLst/>
                <a:ahLst/>
                <a:cxnLst/>
                <a:rect l="l" t="t" r="r" b="b"/>
                <a:pathLst>
                  <a:path w="43353" h="39487" extrusionOk="0">
                    <a:moveTo>
                      <a:pt x="21681" y="0"/>
                    </a:moveTo>
                    <a:cubicBezTo>
                      <a:pt x="16629" y="0"/>
                      <a:pt x="11581" y="1933"/>
                      <a:pt x="7731" y="5799"/>
                    </a:cubicBezTo>
                    <a:cubicBezTo>
                      <a:pt x="1" y="13497"/>
                      <a:pt x="1" y="25990"/>
                      <a:pt x="7731" y="33689"/>
                    </a:cubicBezTo>
                    <a:cubicBezTo>
                      <a:pt x="11581" y="37554"/>
                      <a:pt x="16629" y="39487"/>
                      <a:pt x="21681" y="39487"/>
                    </a:cubicBezTo>
                    <a:cubicBezTo>
                      <a:pt x="26733" y="39487"/>
                      <a:pt x="31789" y="37554"/>
                      <a:pt x="35654" y="33689"/>
                    </a:cubicBezTo>
                    <a:cubicBezTo>
                      <a:pt x="43352" y="25990"/>
                      <a:pt x="43352" y="13497"/>
                      <a:pt x="35654" y="5799"/>
                    </a:cubicBezTo>
                    <a:cubicBezTo>
                      <a:pt x="31789" y="1933"/>
                      <a:pt x="26733" y="0"/>
                      <a:pt x="2168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2" name="Google Shape;1692;p77"/>
              <p:cNvSpPr/>
              <p:nvPr/>
            </p:nvSpPr>
            <p:spPr>
              <a:xfrm>
                <a:off x="1267275" y="1500500"/>
                <a:ext cx="5065875" cy="2157025"/>
              </a:xfrm>
              <a:custGeom>
                <a:avLst/>
                <a:gdLst/>
                <a:ahLst/>
                <a:cxnLst/>
                <a:rect l="l" t="t" r="r" b="b"/>
                <a:pathLst>
                  <a:path w="202635" h="86281" extrusionOk="0">
                    <a:moveTo>
                      <a:pt x="43124" y="1"/>
                    </a:moveTo>
                    <a:cubicBezTo>
                      <a:pt x="19311" y="1"/>
                      <a:pt x="0" y="19312"/>
                      <a:pt x="0" y="43124"/>
                    </a:cubicBezTo>
                    <a:cubicBezTo>
                      <a:pt x="0" y="66969"/>
                      <a:pt x="19311" y="86280"/>
                      <a:pt x="43124" y="86280"/>
                    </a:cubicBezTo>
                    <a:lnTo>
                      <a:pt x="159511" y="86280"/>
                    </a:lnTo>
                    <a:cubicBezTo>
                      <a:pt x="183324" y="86280"/>
                      <a:pt x="202635" y="66969"/>
                      <a:pt x="202635" y="43124"/>
                    </a:cubicBezTo>
                    <a:cubicBezTo>
                      <a:pt x="202635" y="19312"/>
                      <a:pt x="183324" y="1"/>
                      <a:pt x="159511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3" name="Google Shape;1693;p77"/>
              <p:cNvSpPr/>
              <p:nvPr/>
            </p:nvSpPr>
            <p:spPr>
              <a:xfrm>
                <a:off x="1267275" y="3657500"/>
                <a:ext cx="5065875" cy="467300"/>
              </a:xfrm>
              <a:custGeom>
                <a:avLst/>
                <a:gdLst/>
                <a:ahLst/>
                <a:cxnLst/>
                <a:rect l="l" t="t" r="r" b="b"/>
                <a:pathLst>
                  <a:path w="202635" h="18692" extrusionOk="0">
                    <a:moveTo>
                      <a:pt x="4078" y="0"/>
                    </a:moveTo>
                    <a:cubicBezTo>
                      <a:pt x="1827" y="0"/>
                      <a:pt x="0" y="1827"/>
                      <a:pt x="0" y="4078"/>
                    </a:cubicBezTo>
                    <a:lnTo>
                      <a:pt x="0" y="14614"/>
                    </a:lnTo>
                    <a:cubicBezTo>
                      <a:pt x="0" y="16865"/>
                      <a:pt x="1827" y="18691"/>
                      <a:pt x="4078" y="18691"/>
                    </a:cubicBezTo>
                    <a:lnTo>
                      <a:pt x="198557" y="18691"/>
                    </a:lnTo>
                    <a:cubicBezTo>
                      <a:pt x="200808" y="18691"/>
                      <a:pt x="202635" y="16865"/>
                      <a:pt x="202635" y="14614"/>
                    </a:cubicBezTo>
                    <a:lnTo>
                      <a:pt x="202635" y="4078"/>
                    </a:lnTo>
                    <a:cubicBezTo>
                      <a:pt x="202635" y="1827"/>
                      <a:pt x="200808" y="0"/>
                      <a:pt x="198557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4" name="Google Shape;1694;p77"/>
              <p:cNvSpPr/>
              <p:nvPr/>
            </p:nvSpPr>
            <p:spPr>
              <a:xfrm>
                <a:off x="1516000" y="4122625"/>
                <a:ext cx="1103375" cy="987800"/>
              </a:xfrm>
              <a:custGeom>
                <a:avLst/>
                <a:gdLst/>
                <a:ahLst/>
                <a:cxnLst/>
                <a:rect l="l" t="t" r="r" b="b"/>
                <a:pathLst>
                  <a:path w="44135" h="39512" extrusionOk="0">
                    <a:moveTo>
                      <a:pt x="22052" y="0"/>
                    </a:moveTo>
                    <a:cubicBezTo>
                      <a:pt x="13592" y="0"/>
                      <a:pt x="5773" y="5499"/>
                      <a:pt x="3164" y="14015"/>
                    </a:cubicBezTo>
                    <a:cubicBezTo>
                      <a:pt x="0" y="24453"/>
                      <a:pt x="5905" y="35479"/>
                      <a:pt x="16343" y="38643"/>
                    </a:cubicBezTo>
                    <a:cubicBezTo>
                      <a:pt x="18265" y="39232"/>
                      <a:pt x="20207" y="39512"/>
                      <a:pt x="22116" y="39512"/>
                    </a:cubicBezTo>
                    <a:cubicBezTo>
                      <a:pt x="30575" y="39512"/>
                      <a:pt x="38389" y="34013"/>
                      <a:pt x="40971" y="25497"/>
                    </a:cubicBezTo>
                    <a:cubicBezTo>
                      <a:pt x="44135" y="15059"/>
                      <a:pt x="38263" y="4033"/>
                      <a:pt x="27825" y="869"/>
                    </a:cubicBezTo>
                    <a:cubicBezTo>
                      <a:pt x="25903" y="281"/>
                      <a:pt x="23961" y="0"/>
                      <a:pt x="22052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5" name="Google Shape;1695;p77"/>
              <p:cNvSpPr/>
              <p:nvPr/>
            </p:nvSpPr>
            <p:spPr>
              <a:xfrm>
                <a:off x="2612850" y="1042200"/>
                <a:ext cx="1187375" cy="458325"/>
              </a:xfrm>
              <a:custGeom>
                <a:avLst/>
                <a:gdLst/>
                <a:ahLst/>
                <a:cxnLst/>
                <a:rect l="l" t="t" r="r" b="b"/>
                <a:pathLst>
                  <a:path w="47495" h="18333" extrusionOk="0">
                    <a:moveTo>
                      <a:pt x="4078" y="0"/>
                    </a:moveTo>
                    <a:cubicBezTo>
                      <a:pt x="1827" y="0"/>
                      <a:pt x="0" y="1827"/>
                      <a:pt x="0" y="4078"/>
                    </a:cubicBezTo>
                    <a:lnTo>
                      <a:pt x="0" y="18333"/>
                    </a:lnTo>
                    <a:lnTo>
                      <a:pt x="47495" y="18333"/>
                    </a:lnTo>
                    <a:lnTo>
                      <a:pt x="47495" y="4078"/>
                    </a:lnTo>
                    <a:cubicBezTo>
                      <a:pt x="47495" y="1827"/>
                      <a:pt x="45668" y="0"/>
                      <a:pt x="43417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6" name="Google Shape;1696;p77"/>
              <p:cNvSpPr/>
              <p:nvPr/>
            </p:nvSpPr>
            <p:spPr>
              <a:xfrm>
                <a:off x="2766150" y="583075"/>
                <a:ext cx="881575" cy="459150"/>
              </a:xfrm>
              <a:custGeom>
                <a:avLst/>
                <a:gdLst/>
                <a:ahLst/>
                <a:cxnLst/>
                <a:rect l="l" t="t" r="r" b="b"/>
                <a:pathLst>
                  <a:path w="35263" h="18366" extrusionOk="0">
                    <a:moveTo>
                      <a:pt x="4078" y="0"/>
                    </a:moveTo>
                    <a:cubicBezTo>
                      <a:pt x="1827" y="0"/>
                      <a:pt x="1" y="1827"/>
                      <a:pt x="1" y="4078"/>
                    </a:cubicBezTo>
                    <a:lnTo>
                      <a:pt x="1" y="18365"/>
                    </a:lnTo>
                    <a:lnTo>
                      <a:pt x="35263" y="18365"/>
                    </a:lnTo>
                    <a:lnTo>
                      <a:pt x="35263" y="4078"/>
                    </a:lnTo>
                    <a:cubicBezTo>
                      <a:pt x="35263" y="1827"/>
                      <a:pt x="33436" y="0"/>
                      <a:pt x="31185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7" name="Google Shape;1697;p77"/>
              <p:cNvSpPr/>
              <p:nvPr/>
            </p:nvSpPr>
            <p:spPr>
              <a:xfrm>
                <a:off x="3473200" y="2152700"/>
                <a:ext cx="654050" cy="852425"/>
              </a:xfrm>
              <a:custGeom>
                <a:avLst/>
                <a:gdLst/>
                <a:ahLst/>
                <a:cxnLst/>
                <a:rect l="l" t="t" r="r" b="b"/>
                <a:pathLst>
                  <a:path w="26162" h="34097" extrusionOk="0">
                    <a:moveTo>
                      <a:pt x="13081" y="0"/>
                    </a:moveTo>
                    <a:cubicBezTo>
                      <a:pt x="12705" y="0"/>
                      <a:pt x="12330" y="155"/>
                      <a:pt x="12069" y="465"/>
                    </a:cubicBezTo>
                    <a:cubicBezTo>
                      <a:pt x="9036" y="4119"/>
                      <a:pt x="0" y="15405"/>
                      <a:pt x="0" y="21277"/>
                    </a:cubicBezTo>
                    <a:cubicBezTo>
                      <a:pt x="0" y="28355"/>
                      <a:pt x="5839" y="34096"/>
                      <a:pt x="13081" y="34096"/>
                    </a:cubicBezTo>
                    <a:cubicBezTo>
                      <a:pt x="20322" y="34096"/>
                      <a:pt x="26161" y="28355"/>
                      <a:pt x="26161" y="21277"/>
                    </a:cubicBezTo>
                    <a:cubicBezTo>
                      <a:pt x="26161" y="15405"/>
                      <a:pt x="17125" y="4119"/>
                      <a:pt x="14092" y="465"/>
                    </a:cubicBezTo>
                    <a:cubicBezTo>
                      <a:pt x="13831" y="155"/>
                      <a:pt x="13456" y="0"/>
                      <a:pt x="1308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698" name="Google Shape;1698;p77"/>
              <p:cNvSpPr/>
              <p:nvPr/>
            </p:nvSpPr>
            <p:spPr>
              <a:xfrm>
                <a:off x="1190625" y="506400"/>
                <a:ext cx="5219200" cy="4682625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187305" extrusionOk="0">
                    <a:moveTo>
                      <a:pt x="94174" y="6133"/>
                    </a:moveTo>
                    <a:cubicBezTo>
                      <a:pt x="94761" y="6133"/>
                      <a:pt x="95217" y="6590"/>
                      <a:pt x="95217" y="7145"/>
                    </a:cubicBezTo>
                    <a:lnTo>
                      <a:pt x="95217" y="18366"/>
                    </a:lnTo>
                    <a:lnTo>
                      <a:pt x="66055" y="18366"/>
                    </a:lnTo>
                    <a:lnTo>
                      <a:pt x="66055" y="7145"/>
                    </a:lnTo>
                    <a:cubicBezTo>
                      <a:pt x="66055" y="6590"/>
                      <a:pt x="66512" y="6133"/>
                      <a:pt x="67099" y="6133"/>
                    </a:cubicBezTo>
                    <a:close/>
                    <a:moveTo>
                      <a:pt x="100306" y="24466"/>
                    </a:moveTo>
                    <a:cubicBezTo>
                      <a:pt x="100861" y="24466"/>
                      <a:pt x="101317" y="24923"/>
                      <a:pt x="101317" y="25510"/>
                    </a:cubicBezTo>
                    <a:lnTo>
                      <a:pt x="101317" y="36698"/>
                    </a:lnTo>
                    <a:lnTo>
                      <a:pt x="59955" y="36698"/>
                    </a:lnTo>
                    <a:lnTo>
                      <a:pt x="59955" y="25510"/>
                    </a:lnTo>
                    <a:cubicBezTo>
                      <a:pt x="59955" y="24923"/>
                      <a:pt x="60412" y="24466"/>
                      <a:pt x="60967" y="24466"/>
                    </a:cubicBezTo>
                    <a:close/>
                    <a:moveTo>
                      <a:pt x="162577" y="42831"/>
                    </a:moveTo>
                    <a:cubicBezTo>
                      <a:pt x="163360" y="42831"/>
                      <a:pt x="164143" y="42863"/>
                      <a:pt x="164926" y="42896"/>
                    </a:cubicBezTo>
                    <a:lnTo>
                      <a:pt x="164926" y="48931"/>
                    </a:lnTo>
                    <a:lnTo>
                      <a:pt x="143397" y="48931"/>
                    </a:lnTo>
                    <a:lnTo>
                      <a:pt x="143397" y="42831"/>
                    </a:lnTo>
                    <a:close/>
                    <a:moveTo>
                      <a:pt x="164926" y="55063"/>
                    </a:moveTo>
                    <a:lnTo>
                      <a:pt x="164926" y="61163"/>
                    </a:lnTo>
                    <a:lnTo>
                      <a:pt x="143397" y="61163"/>
                    </a:lnTo>
                    <a:lnTo>
                      <a:pt x="143397" y="55063"/>
                    </a:lnTo>
                    <a:close/>
                    <a:moveTo>
                      <a:pt x="164926" y="67296"/>
                    </a:moveTo>
                    <a:lnTo>
                      <a:pt x="164926" y="73396"/>
                    </a:lnTo>
                    <a:lnTo>
                      <a:pt x="143397" y="73396"/>
                    </a:lnTo>
                    <a:lnTo>
                      <a:pt x="143397" y="67296"/>
                    </a:lnTo>
                    <a:close/>
                    <a:moveTo>
                      <a:pt x="164926" y="79528"/>
                    </a:moveTo>
                    <a:lnTo>
                      <a:pt x="164926" y="85628"/>
                    </a:lnTo>
                    <a:lnTo>
                      <a:pt x="143397" y="85628"/>
                    </a:lnTo>
                    <a:lnTo>
                      <a:pt x="143397" y="79528"/>
                    </a:lnTo>
                    <a:close/>
                    <a:moveTo>
                      <a:pt x="104384" y="69938"/>
                    </a:moveTo>
                    <a:cubicBezTo>
                      <a:pt x="110451" y="77408"/>
                      <a:pt x="114398" y="84193"/>
                      <a:pt x="114398" y="87129"/>
                    </a:cubicBezTo>
                    <a:cubicBezTo>
                      <a:pt x="114398" y="92511"/>
                      <a:pt x="109929" y="96882"/>
                      <a:pt x="104384" y="96882"/>
                    </a:cubicBezTo>
                    <a:cubicBezTo>
                      <a:pt x="98838" y="96882"/>
                      <a:pt x="94369" y="92511"/>
                      <a:pt x="94369" y="87129"/>
                    </a:cubicBezTo>
                    <a:cubicBezTo>
                      <a:pt x="94369" y="84193"/>
                      <a:pt x="98316" y="77408"/>
                      <a:pt x="104384" y="69938"/>
                    </a:cubicBezTo>
                    <a:close/>
                    <a:moveTo>
                      <a:pt x="164926" y="91761"/>
                    </a:moveTo>
                    <a:lnTo>
                      <a:pt x="164926" y="97861"/>
                    </a:lnTo>
                    <a:lnTo>
                      <a:pt x="143397" y="97861"/>
                    </a:lnTo>
                    <a:lnTo>
                      <a:pt x="143397" y="91761"/>
                    </a:lnTo>
                    <a:close/>
                    <a:moveTo>
                      <a:pt x="104384" y="62794"/>
                    </a:moveTo>
                    <a:cubicBezTo>
                      <a:pt x="103079" y="62794"/>
                      <a:pt x="101872" y="63381"/>
                      <a:pt x="101056" y="64360"/>
                    </a:cubicBezTo>
                    <a:cubicBezTo>
                      <a:pt x="89900" y="77636"/>
                      <a:pt x="88237" y="84323"/>
                      <a:pt x="88237" y="87129"/>
                    </a:cubicBezTo>
                    <a:cubicBezTo>
                      <a:pt x="88237" y="95871"/>
                      <a:pt x="95478" y="103014"/>
                      <a:pt x="104384" y="103014"/>
                    </a:cubicBezTo>
                    <a:cubicBezTo>
                      <a:pt x="113289" y="103014"/>
                      <a:pt x="120530" y="95871"/>
                      <a:pt x="120530" y="87129"/>
                    </a:cubicBezTo>
                    <a:cubicBezTo>
                      <a:pt x="120530" y="84323"/>
                      <a:pt x="118867" y="77636"/>
                      <a:pt x="107711" y="64360"/>
                    </a:cubicBezTo>
                    <a:cubicBezTo>
                      <a:pt x="106895" y="63381"/>
                      <a:pt x="105688" y="62794"/>
                      <a:pt x="104384" y="62794"/>
                    </a:cubicBezTo>
                    <a:close/>
                    <a:moveTo>
                      <a:pt x="164926" y="103993"/>
                    </a:moveTo>
                    <a:lnTo>
                      <a:pt x="164926" y="110093"/>
                    </a:lnTo>
                    <a:lnTo>
                      <a:pt x="143397" y="110093"/>
                    </a:lnTo>
                    <a:lnTo>
                      <a:pt x="143397" y="103993"/>
                    </a:lnTo>
                    <a:close/>
                    <a:moveTo>
                      <a:pt x="137297" y="42831"/>
                    </a:moveTo>
                    <a:lnTo>
                      <a:pt x="137297" y="122978"/>
                    </a:lnTo>
                    <a:lnTo>
                      <a:pt x="46190" y="122978"/>
                    </a:lnTo>
                    <a:cubicBezTo>
                      <a:pt x="24106" y="122978"/>
                      <a:pt x="6100" y="105004"/>
                      <a:pt x="6100" y="82888"/>
                    </a:cubicBezTo>
                    <a:cubicBezTo>
                      <a:pt x="6100" y="60804"/>
                      <a:pt x="24106" y="42831"/>
                      <a:pt x="46190" y="42831"/>
                    </a:cubicBezTo>
                    <a:close/>
                    <a:moveTo>
                      <a:pt x="164926" y="116226"/>
                    </a:moveTo>
                    <a:lnTo>
                      <a:pt x="164926" y="122913"/>
                    </a:lnTo>
                    <a:cubicBezTo>
                      <a:pt x="163732" y="122971"/>
                      <a:pt x="157007" y="122983"/>
                      <a:pt x="151346" y="122983"/>
                    </a:cubicBezTo>
                    <a:cubicBezTo>
                      <a:pt x="147572" y="122983"/>
                      <a:pt x="144271" y="122978"/>
                      <a:pt x="143397" y="122978"/>
                    </a:cubicBezTo>
                    <a:lnTo>
                      <a:pt x="143397" y="116226"/>
                    </a:lnTo>
                    <a:close/>
                    <a:moveTo>
                      <a:pt x="35034" y="161437"/>
                    </a:moveTo>
                    <a:cubicBezTo>
                      <a:pt x="33338" y="161437"/>
                      <a:pt x="31967" y="162807"/>
                      <a:pt x="31967" y="164503"/>
                    </a:cubicBezTo>
                    <a:cubicBezTo>
                      <a:pt x="31967" y="166167"/>
                      <a:pt x="33338" y="167537"/>
                      <a:pt x="35034" y="167537"/>
                    </a:cubicBezTo>
                    <a:cubicBezTo>
                      <a:pt x="36730" y="167537"/>
                      <a:pt x="38100" y="166167"/>
                      <a:pt x="38100" y="164503"/>
                    </a:cubicBezTo>
                    <a:cubicBezTo>
                      <a:pt x="38100" y="162807"/>
                      <a:pt x="36730" y="161437"/>
                      <a:pt x="35034" y="161437"/>
                    </a:cubicBezTo>
                    <a:close/>
                    <a:moveTo>
                      <a:pt x="173733" y="161437"/>
                    </a:moveTo>
                    <a:cubicBezTo>
                      <a:pt x="172037" y="161437"/>
                      <a:pt x="170667" y="162807"/>
                      <a:pt x="170667" y="164503"/>
                    </a:cubicBezTo>
                    <a:cubicBezTo>
                      <a:pt x="170667" y="166167"/>
                      <a:pt x="172037" y="167537"/>
                      <a:pt x="173733" y="167537"/>
                    </a:cubicBezTo>
                    <a:cubicBezTo>
                      <a:pt x="175430" y="167537"/>
                      <a:pt x="176800" y="166167"/>
                      <a:pt x="176800" y="164503"/>
                    </a:cubicBezTo>
                    <a:cubicBezTo>
                      <a:pt x="176800" y="162807"/>
                      <a:pt x="175430" y="161437"/>
                      <a:pt x="173733" y="161437"/>
                    </a:cubicBezTo>
                    <a:close/>
                    <a:moveTo>
                      <a:pt x="35034" y="147802"/>
                    </a:moveTo>
                    <a:cubicBezTo>
                      <a:pt x="44233" y="147802"/>
                      <a:pt x="51735" y="155271"/>
                      <a:pt x="51735" y="164503"/>
                    </a:cubicBezTo>
                    <a:cubicBezTo>
                      <a:pt x="51735" y="173702"/>
                      <a:pt x="44233" y="181172"/>
                      <a:pt x="35034" y="181172"/>
                    </a:cubicBezTo>
                    <a:cubicBezTo>
                      <a:pt x="25835" y="181172"/>
                      <a:pt x="18332" y="173702"/>
                      <a:pt x="18332" y="164503"/>
                    </a:cubicBezTo>
                    <a:cubicBezTo>
                      <a:pt x="18332" y="155271"/>
                      <a:pt x="25835" y="147802"/>
                      <a:pt x="35034" y="147802"/>
                    </a:cubicBezTo>
                    <a:close/>
                    <a:moveTo>
                      <a:pt x="173733" y="147802"/>
                    </a:moveTo>
                    <a:cubicBezTo>
                      <a:pt x="182932" y="147802"/>
                      <a:pt x="190402" y="155271"/>
                      <a:pt x="190402" y="164503"/>
                    </a:cubicBezTo>
                    <a:cubicBezTo>
                      <a:pt x="190402" y="173702"/>
                      <a:pt x="182932" y="181172"/>
                      <a:pt x="173733" y="181172"/>
                    </a:cubicBezTo>
                    <a:cubicBezTo>
                      <a:pt x="164535" y="181172"/>
                      <a:pt x="157032" y="173702"/>
                      <a:pt x="157032" y="164503"/>
                    </a:cubicBezTo>
                    <a:cubicBezTo>
                      <a:pt x="157032" y="155271"/>
                      <a:pt x="164535" y="147802"/>
                      <a:pt x="173733" y="147802"/>
                    </a:cubicBezTo>
                    <a:close/>
                    <a:moveTo>
                      <a:pt x="67099" y="1"/>
                    </a:moveTo>
                    <a:cubicBezTo>
                      <a:pt x="63152" y="1"/>
                      <a:pt x="59955" y="3230"/>
                      <a:pt x="59955" y="7145"/>
                    </a:cubicBezTo>
                    <a:lnTo>
                      <a:pt x="59955" y="18431"/>
                    </a:lnTo>
                    <a:cubicBezTo>
                      <a:pt x="56498" y="18953"/>
                      <a:pt x="53823" y="21921"/>
                      <a:pt x="53823" y="25510"/>
                    </a:cubicBezTo>
                    <a:lnTo>
                      <a:pt x="53823" y="36698"/>
                    </a:lnTo>
                    <a:lnTo>
                      <a:pt x="46190" y="36698"/>
                    </a:lnTo>
                    <a:cubicBezTo>
                      <a:pt x="20714" y="36698"/>
                      <a:pt x="0" y="57445"/>
                      <a:pt x="0" y="82888"/>
                    </a:cubicBezTo>
                    <a:cubicBezTo>
                      <a:pt x="0" y="100013"/>
                      <a:pt x="9362" y="114986"/>
                      <a:pt x="23225" y="122978"/>
                    </a:cubicBezTo>
                    <a:lnTo>
                      <a:pt x="7144" y="122978"/>
                    </a:lnTo>
                    <a:cubicBezTo>
                      <a:pt x="3197" y="122978"/>
                      <a:pt x="0" y="126175"/>
                      <a:pt x="0" y="130122"/>
                    </a:cubicBezTo>
                    <a:lnTo>
                      <a:pt x="0" y="140658"/>
                    </a:lnTo>
                    <a:cubicBezTo>
                      <a:pt x="0" y="144605"/>
                      <a:pt x="3197" y="147802"/>
                      <a:pt x="7144" y="147802"/>
                    </a:cubicBezTo>
                    <a:lnTo>
                      <a:pt x="19507" y="147802"/>
                    </a:lnTo>
                    <a:cubicBezTo>
                      <a:pt x="15038" y="151977"/>
                      <a:pt x="12232" y="157914"/>
                      <a:pt x="12232" y="164503"/>
                    </a:cubicBezTo>
                    <a:cubicBezTo>
                      <a:pt x="12232" y="177062"/>
                      <a:pt x="22475" y="187304"/>
                      <a:pt x="35034" y="187304"/>
                    </a:cubicBezTo>
                    <a:cubicBezTo>
                      <a:pt x="47625" y="187304"/>
                      <a:pt x="57835" y="177062"/>
                      <a:pt x="57835" y="164503"/>
                    </a:cubicBezTo>
                    <a:cubicBezTo>
                      <a:pt x="57835" y="157914"/>
                      <a:pt x="55030" y="151977"/>
                      <a:pt x="50561" y="147802"/>
                    </a:cubicBezTo>
                    <a:lnTo>
                      <a:pt x="68567" y="147802"/>
                    </a:lnTo>
                    <a:cubicBezTo>
                      <a:pt x="70263" y="147802"/>
                      <a:pt x="71633" y="146432"/>
                      <a:pt x="71633" y="144735"/>
                    </a:cubicBezTo>
                    <a:cubicBezTo>
                      <a:pt x="71633" y="143039"/>
                      <a:pt x="70263" y="141669"/>
                      <a:pt x="68567" y="141669"/>
                    </a:cubicBezTo>
                    <a:lnTo>
                      <a:pt x="7144" y="141669"/>
                    </a:lnTo>
                    <a:cubicBezTo>
                      <a:pt x="6589" y="141669"/>
                      <a:pt x="6100" y="141212"/>
                      <a:pt x="6100" y="140658"/>
                    </a:cubicBezTo>
                    <a:lnTo>
                      <a:pt x="6100" y="130122"/>
                    </a:lnTo>
                    <a:cubicBezTo>
                      <a:pt x="6100" y="129534"/>
                      <a:pt x="6589" y="129078"/>
                      <a:pt x="7144" y="129078"/>
                    </a:cubicBezTo>
                    <a:lnTo>
                      <a:pt x="201623" y="129078"/>
                    </a:lnTo>
                    <a:cubicBezTo>
                      <a:pt x="202178" y="129078"/>
                      <a:pt x="202667" y="129534"/>
                      <a:pt x="202667" y="130122"/>
                    </a:cubicBezTo>
                    <a:lnTo>
                      <a:pt x="202667" y="140658"/>
                    </a:lnTo>
                    <a:cubicBezTo>
                      <a:pt x="202667" y="141212"/>
                      <a:pt x="202178" y="141669"/>
                      <a:pt x="201623" y="141669"/>
                    </a:cubicBezTo>
                    <a:lnTo>
                      <a:pt x="80799" y="141669"/>
                    </a:lnTo>
                    <a:cubicBezTo>
                      <a:pt x="79103" y="141669"/>
                      <a:pt x="77733" y="143039"/>
                      <a:pt x="77733" y="144735"/>
                    </a:cubicBezTo>
                    <a:cubicBezTo>
                      <a:pt x="77733" y="146432"/>
                      <a:pt x="79103" y="147802"/>
                      <a:pt x="80799" y="147802"/>
                    </a:cubicBezTo>
                    <a:lnTo>
                      <a:pt x="158206" y="147802"/>
                    </a:lnTo>
                    <a:cubicBezTo>
                      <a:pt x="153737" y="151977"/>
                      <a:pt x="150932" y="157914"/>
                      <a:pt x="150932" y="164503"/>
                    </a:cubicBezTo>
                    <a:cubicBezTo>
                      <a:pt x="150932" y="177062"/>
                      <a:pt x="161142" y="187304"/>
                      <a:pt x="173733" y="187304"/>
                    </a:cubicBezTo>
                    <a:cubicBezTo>
                      <a:pt x="186292" y="187304"/>
                      <a:pt x="196535" y="177062"/>
                      <a:pt x="196535" y="164503"/>
                    </a:cubicBezTo>
                    <a:cubicBezTo>
                      <a:pt x="196535" y="157914"/>
                      <a:pt x="193729" y="151977"/>
                      <a:pt x="189260" y="147802"/>
                    </a:cubicBezTo>
                    <a:lnTo>
                      <a:pt x="201623" y="147802"/>
                    </a:lnTo>
                    <a:cubicBezTo>
                      <a:pt x="205570" y="147802"/>
                      <a:pt x="208767" y="144605"/>
                      <a:pt x="208767" y="140658"/>
                    </a:cubicBezTo>
                    <a:lnTo>
                      <a:pt x="208767" y="130122"/>
                    </a:lnTo>
                    <a:cubicBezTo>
                      <a:pt x="208767" y="126175"/>
                      <a:pt x="205570" y="122978"/>
                      <a:pt x="201623" y="122978"/>
                    </a:cubicBezTo>
                    <a:lnTo>
                      <a:pt x="185542" y="122978"/>
                    </a:lnTo>
                    <a:cubicBezTo>
                      <a:pt x="199405" y="114986"/>
                      <a:pt x="208767" y="100013"/>
                      <a:pt x="208767" y="82888"/>
                    </a:cubicBezTo>
                    <a:cubicBezTo>
                      <a:pt x="208767" y="76723"/>
                      <a:pt x="207560" y="70688"/>
                      <a:pt x="205179" y="65045"/>
                    </a:cubicBezTo>
                    <a:cubicBezTo>
                      <a:pt x="204690" y="63871"/>
                      <a:pt x="203558" y="63173"/>
                      <a:pt x="202362" y="63173"/>
                    </a:cubicBezTo>
                    <a:cubicBezTo>
                      <a:pt x="201964" y="63173"/>
                      <a:pt x="201558" y="63251"/>
                      <a:pt x="201167" y="63414"/>
                    </a:cubicBezTo>
                    <a:cubicBezTo>
                      <a:pt x="199634" y="64066"/>
                      <a:pt x="198883" y="65860"/>
                      <a:pt x="199536" y="67394"/>
                    </a:cubicBezTo>
                    <a:cubicBezTo>
                      <a:pt x="201591" y="72319"/>
                      <a:pt x="202667" y="77538"/>
                      <a:pt x="202667" y="82888"/>
                    </a:cubicBezTo>
                    <a:cubicBezTo>
                      <a:pt x="202667" y="102101"/>
                      <a:pt x="189097" y="118150"/>
                      <a:pt x="171059" y="122064"/>
                    </a:cubicBezTo>
                    <a:lnTo>
                      <a:pt x="171059" y="43712"/>
                    </a:lnTo>
                    <a:cubicBezTo>
                      <a:pt x="180355" y="45701"/>
                      <a:pt x="188641" y="50921"/>
                      <a:pt x="194545" y="58717"/>
                    </a:cubicBezTo>
                    <a:cubicBezTo>
                      <a:pt x="195141" y="59505"/>
                      <a:pt x="196055" y="59920"/>
                      <a:pt x="196979" y="59920"/>
                    </a:cubicBezTo>
                    <a:cubicBezTo>
                      <a:pt x="197621" y="59920"/>
                      <a:pt x="198269" y="59719"/>
                      <a:pt x="198818" y="59304"/>
                    </a:cubicBezTo>
                    <a:cubicBezTo>
                      <a:pt x="200155" y="58293"/>
                      <a:pt x="200416" y="56368"/>
                      <a:pt x="199405" y="55031"/>
                    </a:cubicBezTo>
                    <a:cubicBezTo>
                      <a:pt x="192327" y="45669"/>
                      <a:pt x="182280" y="39536"/>
                      <a:pt x="171059" y="37481"/>
                    </a:cubicBezTo>
                    <a:lnTo>
                      <a:pt x="171059" y="27532"/>
                    </a:lnTo>
                    <a:cubicBezTo>
                      <a:pt x="171059" y="25836"/>
                      <a:pt x="169689" y="24466"/>
                      <a:pt x="167992" y="24466"/>
                    </a:cubicBezTo>
                    <a:cubicBezTo>
                      <a:pt x="166296" y="24466"/>
                      <a:pt x="164926" y="25836"/>
                      <a:pt x="164926" y="27532"/>
                    </a:cubicBezTo>
                    <a:lnTo>
                      <a:pt x="164926" y="36764"/>
                    </a:lnTo>
                    <a:cubicBezTo>
                      <a:pt x="164143" y="36731"/>
                      <a:pt x="163360" y="36698"/>
                      <a:pt x="162577" y="36698"/>
                    </a:cubicBezTo>
                    <a:lnTo>
                      <a:pt x="143397" y="36698"/>
                    </a:lnTo>
                    <a:lnTo>
                      <a:pt x="143397" y="27532"/>
                    </a:lnTo>
                    <a:cubicBezTo>
                      <a:pt x="143397" y="25836"/>
                      <a:pt x="142060" y="24466"/>
                      <a:pt x="140363" y="24466"/>
                    </a:cubicBezTo>
                    <a:cubicBezTo>
                      <a:pt x="138667" y="24466"/>
                      <a:pt x="137297" y="25836"/>
                      <a:pt x="137297" y="27532"/>
                    </a:cubicBezTo>
                    <a:lnTo>
                      <a:pt x="137297" y="36698"/>
                    </a:lnTo>
                    <a:lnTo>
                      <a:pt x="107450" y="36698"/>
                    </a:lnTo>
                    <a:lnTo>
                      <a:pt x="107450" y="25510"/>
                    </a:lnTo>
                    <a:cubicBezTo>
                      <a:pt x="107450" y="21921"/>
                      <a:pt x="104775" y="18953"/>
                      <a:pt x="101317" y="18431"/>
                    </a:cubicBezTo>
                    <a:lnTo>
                      <a:pt x="101317" y="7145"/>
                    </a:lnTo>
                    <a:cubicBezTo>
                      <a:pt x="101317" y="3230"/>
                      <a:pt x="98121" y="1"/>
                      <a:pt x="94174" y="1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699" name="Google Shape;1699;p77"/>
          <p:cNvGrpSpPr/>
          <p:nvPr/>
        </p:nvGrpSpPr>
        <p:grpSpPr>
          <a:xfrm>
            <a:off x="5426325" y="2640294"/>
            <a:ext cx="1704065" cy="1501820"/>
            <a:chOff x="2818600" y="3057900"/>
            <a:chExt cx="1905900" cy="1679700"/>
          </a:xfrm>
        </p:grpSpPr>
        <p:sp>
          <p:nvSpPr>
            <p:cNvPr id="1700" name="Google Shape;1700;p77"/>
            <p:cNvSpPr/>
            <p:nvPr/>
          </p:nvSpPr>
          <p:spPr>
            <a:xfrm>
              <a:off x="2818600" y="3057900"/>
              <a:ext cx="1905900" cy="1679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01" name="Google Shape;1701;p77"/>
            <p:cNvGrpSpPr/>
            <p:nvPr/>
          </p:nvGrpSpPr>
          <p:grpSpPr>
            <a:xfrm>
              <a:off x="3052699" y="3186919"/>
              <a:ext cx="1437707" cy="1421656"/>
              <a:chOff x="1161250" y="238325"/>
              <a:chExt cx="5277925" cy="5219000"/>
            </a:xfrm>
          </p:grpSpPr>
          <p:sp>
            <p:nvSpPr>
              <p:cNvPr id="1702" name="Google Shape;1702;p77"/>
              <p:cNvSpPr/>
              <p:nvPr/>
            </p:nvSpPr>
            <p:spPr>
              <a:xfrm>
                <a:off x="4125575" y="314350"/>
                <a:ext cx="2313600" cy="2911575"/>
              </a:xfrm>
              <a:custGeom>
                <a:avLst/>
                <a:gdLst/>
                <a:ahLst/>
                <a:cxnLst/>
                <a:rect l="l" t="t" r="r" b="b"/>
                <a:pathLst>
                  <a:path w="92544" h="116463" extrusionOk="0">
                    <a:moveTo>
                      <a:pt x="46284" y="1"/>
                    </a:moveTo>
                    <a:cubicBezTo>
                      <a:pt x="45228" y="1"/>
                      <a:pt x="44168" y="409"/>
                      <a:pt x="43353" y="1224"/>
                    </a:cubicBezTo>
                    <a:lnTo>
                      <a:pt x="16898" y="27679"/>
                    </a:lnTo>
                    <a:cubicBezTo>
                      <a:pt x="1" y="44543"/>
                      <a:pt x="1" y="71944"/>
                      <a:pt x="16898" y="88809"/>
                    </a:cubicBezTo>
                    <a:lnTo>
                      <a:pt x="43353" y="115263"/>
                    </a:lnTo>
                    <a:cubicBezTo>
                      <a:pt x="44168" y="116062"/>
                      <a:pt x="45220" y="116462"/>
                      <a:pt x="46272" y="116462"/>
                    </a:cubicBezTo>
                    <a:cubicBezTo>
                      <a:pt x="47324" y="116462"/>
                      <a:pt x="48376" y="116062"/>
                      <a:pt x="49192" y="115263"/>
                    </a:cubicBezTo>
                    <a:lnTo>
                      <a:pt x="75646" y="88809"/>
                    </a:lnTo>
                    <a:cubicBezTo>
                      <a:pt x="92543" y="71944"/>
                      <a:pt x="92543" y="44543"/>
                      <a:pt x="75646" y="27679"/>
                    </a:cubicBezTo>
                    <a:lnTo>
                      <a:pt x="49192" y="1224"/>
                    </a:lnTo>
                    <a:cubicBezTo>
                      <a:pt x="48392" y="409"/>
                      <a:pt x="47340" y="1"/>
                      <a:pt x="46284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3" name="Google Shape;1703;p77"/>
              <p:cNvSpPr/>
              <p:nvPr/>
            </p:nvSpPr>
            <p:spPr>
              <a:xfrm>
                <a:off x="4901125" y="4357175"/>
                <a:ext cx="1086275" cy="1023475"/>
              </a:xfrm>
              <a:custGeom>
                <a:avLst/>
                <a:gdLst/>
                <a:ahLst/>
                <a:cxnLst/>
                <a:rect l="l" t="t" r="r" b="b"/>
                <a:pathLst>
                  <a:path w="43451" h="40939" extrusionOk="0">
                    <a:moveTo>
                      <a:pt x="20453" y="1"/>
                    </a:moveTo>
                    <a:cubicBezTo>
                      <a:pt x="9167" y="1"/>
                      <a:pt x="0" y="9167"/>
                      <a:pt x="0" y="20486"/>
                    </a:cubicBezTo>
                    <a:cubicBezTo>
                      <a:pt x="0" y="31773"/>
                      <a:pt x="9167" y="40939"/>
                      <a:pt x="20453" y="40939"/>
                    </a:cubicBezTo>
                    <a:lnTo>
                      <a:pt x="40677" y="40939"/>
                    </a:lnTo>
                    <a:cubicBezTo>
                      <a:pt x="42210" y="40939"/>
                      <a:pt x="43450" y="39699"/>
                      <a:pt x="43450" y="38166"/>
                    </a:cubicBezTo>
                    <a:lnTo>
                      <a:pt x="43450" y="2774"/>
                    </a:lnTo>
                    <a:cubicBezTo>
                      <a:pt x="43450" y="1240"/>
                      <a:pt x="42210" y="1"/>
                      <a:pt x="4067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4" name="Google Shape;1704;p77"/>
              <p:cNvSpPr/>
              <p:nvPr/>
            </p:nvSpPr>
            <p:spPr>
              <a:xfrm>
                <a:off x="1161250" y="314350"/>
                <a:ext cx="2313600" cy="2911575"/>
              </a:xfrm>
              <a:custGeom>
                <a:avLst/>
                <a:gdLst/>
                <a:ahLst/>
                <a:cxnLst/>
                <a:rect l="l" t="t" r="r" b="b"/>
                <a:pathLst>
                  <a:path w="92544" h="116463" extrusionOk="0">
                    <a:moveTo>
                      <a:pt x="46272" y="1"/>
                    </a:moveTo>
                    <a:cubicBezTo>
                      <a:pt x="45220" y="1"/>
                      <a:pt x="44168" y="409"/>
                      <a:pt x="43352" y="1224"/>
                    </a:cubicBezTo>
                    <a:lnTo>
                      <a:pt x="16898" y="27679"/>
                    </a:lnTo>
                    <a:cubicBezTo>
                      <a:pt x="1" y="44543"/>
                      <a:pt x="1" y="71944"/>
                      <a:pt x="16898" y="88809"/>
                    </a:cubicBezTo>
                    <a:lnTo>
                      <a:pt x="43352" y="115263"/>
                    </a:lnTo>
                    <a:cubicBezTo>
                      <a:pt x="44168" y="116062"/>
                      <a:pt x="45220" y="116462"/>
                      <a:pt x="46272" y="116462"/>
                    </a:cubicBezTo>
                    <a:cubicBezTo>
                      <a:pt x="47324" y="116462"/>
                      <a:pt x="48376" y="116062"/>
                      <a:pt x="49191" y="115263"/>
                    </a:cubicBezTo>
                    <a:lnTo>
                      <a:pt x="75646" y="88809"/>
                    </a:lnTo>
                    <a:cubicBezTo>
                      <a:pt x="92543" y="71944"/>
                      <a:pt x="92543" y="44543"/>
                      <a:pt x="75646" y="27679"/>
                    </a:cubicBezTo>
                    <a:lnTo>
                      <a:pt x="49191" y="1224"/>
                    </a:lnTo>
                    <a:cubicBezTo>
                      <a:pt x="48376" y="409"/>
                      <a:pt x="47324" y="1"/>
                      <a:pt x="46272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5" name="Google Shape;1705;p77"/>
              <p:cNvSpPr/>
              <p:nvPr/>
            </p:nvSpPr>
            <p:spPr>
              <a:xfrm>
                <a:off x="1613050" y="4357175"/>
                <a:ext cx="1086250" cy="1023475"/>
              </a:xfrm>
              <a:custGeom>
                <a:avLst/>
                <a:gdLst/>
                <a:ahLst/>
                <a:cxnLst/>
                <a:rect l="l" t="t" r="r" b="b"/>
                <a:pathLst>
                  <a:path w="43450" h="40939" extrusionOk="0">
                    <a:moveTo>
                      <a:pt x="2773" y="1"/>
                    </a:moveTo>
                    <a:cubicBezTo>
                      <a:pt x="1240" y="1"/>
                      <a:pt x="0" y="1240"/>
                      <a:pt x="0" y="2774"/>
                    </a:cubicBezTo>
                    <a:lnTo>
                      <a:pt x="0" y="38166"/>
                    </a:lnTo>
                    <a:cubicBezTo>
                      <a:pt x="0" y="39699"/>
                      <a:pt x="1240" y="40939"/>
                      <a:pt x="2773" y="40939"/>
                    </a:cubicBezTo>
                    <a:lnTo>
                      <a:pt x="22997" y="40939"/>
                    </a:lnTo>
                    <a:cubicBezTo>
                      <a:pt x="34284" y="40939"/>
                      <a:pt x="43450" y="31773"/>
                      <a:pt x="43450" y="20486"/>
                    </a:cubicBezTo>
                    <a:cubicBezTo>
                      <a:pt x="43450" y="9167"/>
                      <a:pt x="34284" y="1"/>
                      <a:pt x="2299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06" name="Google Shape;1706;p77"/>
              <p:cNvSpPr/>
              <p:nvPr/>
            </p:nvSpPr>
            <p:spPr>
              <a:xfrm>
                <a:off x="1190625" y="238325"/>
                <a:ext cx="5219200" cy="52190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08760" extrusionOk="0">
                    <a:moveTo>
                      <a:pt x="112865" y="152588"/>
                    </a:moveTo>
                    <a:cubicBezTo>
                      <a:pt x="121020" y="152588"/>
                      <a:pt x="127674" y="159210"/>
                      <a:pt x="127674" y="167365"/>
                    </a:cubicBezTo>
                    <a:cubicBezTo>
                      <a:pt x="127674" y="175519"/>
                      <a:pt x="121020" y="182174"/>
                      <a:pt x="112865" y="182174"/>
                    </a:cubicBezTo>
                    <a:lnTo>
                      <a:pt x="95902" y="182174"/>
                    </a:lnTo>
                    <a:cubicBezTo>
                      <a:pt x="87747" y="182174"/>
                      <a:pt x="81093" y="175519"/>
                      <a:pt x="81093" y="167365"/>
                    </a:cubicBezTo>
                    <a:cubicBezTo>
                      <a:pt x="81093" y="159210"/>
                      <a:pt x="87747" y="152588"/>
                      <a:pt x="95902" y="152588"/>
                    </a:cubicBezTo>
                    <a:close/>
                    <a:moveTo>
                      <a:pt x="39894" y="167821"/>
                    </a:moveTo>
                    <a:cubicBezTo>
                      <a:pt x="49484" y="167821"/>
                      <a:pt x="57313" y="175617"/>
                      <a:pt x="57313" y="185240"/>
                    </a:cubicBezTo>
                    <a:cubicBezTo>
                      <a:pt x="57313" y="194830"/>
                      <a:pt x="49484" y="202627"/>
                      <a:pt x="39894" y="202627"/>
                    </a:cubicBezTo>
                    <a:lnTo>
                      <a:pt x="19963" y="202627"/>
                    </a:lnTo>
                    <a:lnTo>
                      <a:pt x="19963" y="167821"/>
                    </a:lnTo>
                    <a:close/>
                    <a:moveTo>
                      <a:pt x="188804" y="167821"/>
                    </a:moveTo>
                    <a:lnTo>
                      <a:pt x="188804" y="202627"/>
                    </a:lnTo>
                    <a:lnTo>
                      <a:pt x="168873" y="202627"/>
                    </a:lnTo>
                    <a:cubicBezTo>
                      <a:pt x="159283" y="202627"/>
                      <a:pt x="151454" y="194830"/>
                      <a:pt x="151454" y="185240"/>
                    </a:cubicBezTo>
                    <a:cubicBezTo>
                      <a:pt x="151454" y="175617"/>
                      <a:pt x="159283" y="167821"/>
                      <a:pt x="168873" y="167821"/>
                    </a:cubicBezTo>
                    <a:close/>
                    <a:moveTo>
                      <a:pt x="45097" y="0"/>
                    </a:moveTo>
                    <a:cubicBezTo>
                      <a:pt x="43262" y="0"/>
                      <a:pt x="41427" y="693"/>
                      <a:pt x="40025" y="2080"/>
                    </a:cubicBezTo>
                    <a:lnTo>
                      <a:pt x="13570" y="28534"/>
                    </a:lnTo>
                    <a:cubicBezTo>
                      <a:pt x="4828" y="37277"/>
                      <a:pt x="0" y="48922"/>
                      <a:pt x="0" y="61285"/>
                    </a:cubicBezTo>
                    <a:cubicBezTo>
                      <a:pt x="0" y="73648"/>
                      <a:pt x="4828" y="85260"/>
                      <a:pt x="13570" y="94002"/>
                    </a:cubicBezTo>
                    <a:lnTo>
                      <a:pt x="21496" y="101962"/>
                    </a:lnTo>
                    <a:cubicBezTo>
                      <a:pt x="22100" y="102549"/>
                      <a:pt x="22883" y="102842"/>
                      <a:pt x="23666" y="102842"/>
                    </a:cubicBezTo>
                    <a:cubicBezTo>
                      <a:pt x="24449" y="102842"/>
                      <a:pt x="25231" y="102549"/>
                      <a:pt x="25835" y="101962"/>
                    </a:cubicBezTo>
                    <a:cubicBezTo>
                      <a:pt x="27009" y="100755"/>
                      <a:pt x="27009" y="98830"/>
                      <a:pt x="25835" y="97623"/>
                    </a:cubicBezTo>
                    <a:lnTo>
                      <a:pt x="17876" y="89697"/>
                    </a:lnTo>
                    <a:cubicBezTo>
                      <a:pt x="10308" y="82096"/>
                      <a:pt x="6133" y="72017"/>
                      <a:pt x="6133" y="61285"/>
                    </a:cubicBezTo>
                    <a:cubicBezTo>
                      <a:pt x="6133" y="50553"/>
                      <a:pt x="10308" y="40441"/>
                      <a:pt x="17876" y="32873"/>
                    </a:cubicBezTo>
                    <a:lnTo>
                      <a:pt x="44363" y="6418"/>
                    </a:lnTo>
                    <a:cubicBezTo>
                      <a:pt x="44559" y="6206"/>
                      <a:pt x="44828" y="6100"/>
                      <a:pt x="45097" y="6100"/>
                    </a:cubicBezTo>
                    <a:cubicBezTo>
                      <a:pt x="45366" y="6100"/>
                      <a:pt x="45635" y="6206"/>
                      <a:pt x="45831" y="6418"/>
                    </a:cubicBezTo>
                    <a:lnTo>
                      <a:pt x="72318" y="32873"/>
                    </a:lnTo>
                    <a:cubicBezTo>
                      <a:pt x="79886" y="40441"/>
                      <a:pt x="84061" y="50553"/>
                      <a:pt x="84061" y="61285"/>
                    </a:cubicBezTo>
                    <a:cubicBezTo>
                      <a:pt x="84061" y="72017"/>
                      <a:pt x="79886" y="82096"/>
                      <a:pt x="72318" y="89697"/>
                    </a:cubicBezTo>
                    <a:lnTo>
                      <a:pt x="48147" y="113835"/>
                    </a:lnTo>
                    <a:lnTo>
                      <a:pt x="48147" y="96612"/>
                    </a:lnTo>
                    <a:lnTo>
                      <a:pt x="59238" y="85521"/>
                    </a:lnTo>
                    <a:cubicBezTo>
                      <a:pt x="60445" y="84314"/>
                      <a:pt x="60445" y="82390"/>
                      <a:pt x="59238" y="81183"/>
                    </a:cubicBezTo>
                    <a:cubicBezTo>
                      <a:pt x="58651" y="80579"/>
                      <a:pt x="57868" y="80278"/>
                      <a:pt x="57085" y="80278"/>
                    </a:cubicBezTo>
                    <a:cubicBezTo>
                      <a:pt x="56302" y="80278"/>
                      <a:pt x="55519" y="80579"/>
                      <a:pt x="54932" y="81183"/>
                    </a:cubicBezTo>
                    <a:lnTo>
                      <a:pt x="48147" y="87935"/>
                    </a:lnTo>
                    <a:lnTo>
                      <a:pt x="48147" y="78084"/>
                    </a:lnTo>
                    <a:lnTo>
                      <a:pt x="59238" y="66993"/>
                    </a:lnTo>
                    <a:cubicBezTo>
                      <a:pt x="60445" y="65786"/>
                      <a:pt x="60445" y="63862"/>
                      <a:pt x="59238" y="62655"/>
                    </a:cubicBezTo>
                    <a:cubicBezTo>
                      <a:pt x="58651" y="62068"/>
                      <a:pt x="57868" y="61774"/>
                      <a:pt x="57085" y="61774"/>
                    </a:cubicBezTo>
                    <a:cubicBezTo>
                      <a:pt x="56302" y="61774"/>
                      <a:pt x="55519" y="62068"/>
                      <a:pt x="54932" y="62655"/>
                    </a:cubicBezTo>
                    <a:lnTo>
                      <a:pt x="48147" y="69440"/>
                    </a:lnTo>
                    <a:lnTo>
                      <a:pt x="48147" y="48922"/>
                    </a:lnTo>
                    <a:cubicBezTo>
                      <a:pt x="48147" y="47258"/>
                      <a:pt x="46777" y="45888"/>
                      <a:pt x="45081" y="45888"/>
                    </a:cubicBezTo>
                    <a:cubicBezTo>
                      <a:pt x="43417" y="45888"/>
                      <a:pt x="42047" y="47258"/>
                      <a:pt x="42047" y="48922"/>
                    </a:cubicBezTo>
                    <a:lnTo>
                      <a:pt x="42047" y="63275"/>
                    </a:lnTo>
                    <a:lnTo>
                      <a:pt x="35262" y="56490"/>
                    </a:lnTo>
                    <a:cubicBezTo>
                      <a:pt x="34675" y="55902"/>
                      <a:pt x="33892" y="55609"/>
                      <a:pt x="33109" y="55609"/>
                    </a:cubicBezTo>
                    <a:cubicBezTo>
                      <a:pt x="32326" y="55609"/>
                      <a:pt x="31543" y="55902"/>
                      <a:pt x="30956" y="56490"/>
                    </a:cubicBezTo>
                    <a:cubicBezTo>
                      <a:pt x="29749" y="57697"/>
                      <a:pt x="29749" y="59621"/>
                      <a:pt x="30956" y="60828"/>
                    </a:cubicBezTo>
                    <a:lnTo>
                      <a:pt x="42047" y="71919"/>
                    </a:lnTo>
                    <a:lnTo>
                      <a:pt x="42047" y="81770"/>
                    </a:lnTo>
                    <a:lnTo>
                      <a:pt x="35262" y="75018"/>
                    </a:lnTo>
                    <a:cubicBezTo>
                      <a:pt x="34675" y="74414"/>
                      <a:pt x="33892" y="74112"/>
                      <a:pt x="33109" y="74112"/>
                    </a:cubicBezTo>
                    <a:cubicBezTo>
                      <a:pt x="32326" y="74112"/>
                      <a:pt x="31543" y="74414"/>
                      <a:pt x="30956" y="75018"/>
                    </a:cubicBezTo>
                    <a:cubicBezTo>
                      <a:pt x="29749" y="76225"/>
                      <a:pt x="29749" y="78149"/>
                      <a:pt x="30956" y="79324"/>
                    </a:cubicBezTo>
                    <a:lnTo>
                      <a:pt x="42047" y="90414"/>
                    </a:lnTo>
                    <a:lnTo>
                      <a:pt x="42047" y="113835"/>
                    </a:lnTo>
                    <a:lnTo>
                      <a:pt x="33174" y="104963"/>
                    </a:lnTo>
                    <a:cubicBezTo>
                      <a:pt x="32571" y="104359"/>
                      <a:pt x="31788" y="104058"/>
                      <a:pt x="31005" y="104058"/>
                    </a:cubicBezTo>
                    <a:cubicBezTo>
                      <a:pt x="30222" y="104058"/>
                      <a:pt x="29439" y="104359"/>
                      <a:pt x="28836" y="104963"/>
                    </a:cubicBezTo>
                    <a:cubicBezTo>
                      <a:pt x="27662" y="106170"/>
                      <a:pt x="27662" y="108094"/>
                      <a:pt x="28836" y="109301"/>
                    </a:cubicBezTo>
                    <a:lnTo>
                      <a:pt x="40025" y="120457"/>
                    </a:lnTo>
                    <a:cubicBezTo>
                      <a:pt x="40612" y="121077"/>
                      <a:pt x="41297" y="121534"/>
                      <a:pt x="42047" y="121860"/>
                    </a:cubicBezTo>
                    <a:lnTo>
                      <a:pt x="42047" y="132005"/>
                    </a:lnTo>
                    <a:cubicBezTo>
                      <a:pt x="42047" y="143356"/>
                      <a:pt x="51246" y="152588"/>
                      <a:pt x="62598" y="152588"/>
                    </a:cubicBezTo>
                    <a:lnTo>
                      <a:pt x="81126" y="152588"/>
                    </a:lnTo>
                    <a:cubicBezTo>
                      <a:pt x="77342" y="156372"/>
                      <a:pt x="74993" y="161591"/>
                      <a:pt x="74993" y="167365"/>
                    </a:cubicBezTo>
                    <a:cubicBezTo>
                      <a:pt x="74993" y="173138"/>
                      <a:pt x="77342" y="178390"/>
                      <a:pt x="81126" y="182174"/>
                    </a:cubicBezTo>
                    <a:lnTo>
                      <a:pt x="63217" y="182174"/>
                    </a:lnTo>
                    <a:cubicBezTo>
                      <a:pt x="61717" y="170627"/>
                      <a:pt x="51833" y="161689"/>
                      <a:pt x="39894" y="161689"/>
                    </a:cubicBezTo>
                    <a:lnTo>
                      <a:pt x="19670" y="161689"/>
                    </a:lnTo>
                    <a:cubicBezTo>
                      <a:pt x="16473" y="161689"/>
                      <a:pt x="13831" y="164331"/>
                      <a:pt x="13831" y="167528"/>
                    </a:cubicBezTo>
                    <a:lnTo>
                      <a:pt x="13831" y="172910"/>
                    </a:lnTo>
                    <a:lnTo>
                      <a:pt x="3066" y="172910"/>
                    </a:lnTo>
                    <a:cubicBezTo>
                      <a:pt x="1370" y="172910"/>
                      <a:pt x="0" y="174280"/>
                      <a:pt x="0" y="175976"/>
                    </a:cubicBezTo>
                    <a:cubicBezTo>
                      <a:pt x="0" y="177672"/>
                      <a:pt x="1370" y="179042"/>
                      <a:pt x="3066" y="179042"/>
                    </a:cubicBezTo>
                    <a:lnTo>
                      <a:pt x="13831" y="179042"/>
                    </a:lnTo>
                    <a:lnTo>
                      <a:pt x="13831" y="191438"/>
                    </a:lnTo>
                    <a:lnTo>
                      <a:pt x="3066" y="191438"/>
                    </a:lnTo>
                    <a:cubicBezTo>
                      <a:pt x="1370" y="191438"/>
                      <a:pt x="0" y="192808"/>
                      <a:pt x="0" y="194472"/>
                    </a:cubicBezTo>
                    <a:cubicBezTo>
                      <a:pt x="0" y="196168"/>
                      <a:pt x="1370" y="197538"/>
                      <a:pt x="3066" y="197538"/>
                    </a:cubicBezTo>
                    <a:lnTo>
                      <a:pt x="13831" y="197538"/>
                    </a:lnTo>
                    <a:lnTo>
                      <a:pt x="13831" y="202920"/>
                    </a:lnTo>
                    <a:cubicBezTo>
                      <a:pt x="13831" y="206150"/>
                      <a:pt x="16473" y="208759"/>
                      <a:pt x="19670" y="208759"/>
                    </a:cubicBezTo>
                    <a:lnTo>
                      <a:pt x="39894" y="208759"/>
                    </a:lnTo>
                    <a:cubicBezTo>
                      <a:pt x="51833" y="208759"/>
                      <a:pt x="61717" y="199821"/>
                      <a:pt x="63217" y="188274"/>
                    </a:cubicBezTo>
                    <a:lnTo>
                      <a:pt x="145550" y="188274"/>
                    </a:lnTo>
                    <a:cubicBezTo>
                      <a:pt x="147050" y="199821"/>
                      <a:pt x="156934" y="208759"/>
                      <a:pt x="168873" y="208759"/>
                    </a:cubicBezTo>
                    <a:lnTo>
                      <a:pt x="189097" y="208759"/>
                    </a:lnTo>
                    <a:cubicBezTo>
                      <a:pt x="192294" y="208759"/>
                      <a:pt x="194936" y="206150"/>
                      <a:pt x="194936" y="202920"/>
                    </a:cubicBezTo>
                    <a:lnTo>
                      <a:pt x="194936" y="197538"/>
                    </a:lnTo>
                    <a:lnTo>
                      <a:pt x="205701" y="197538"/>
                    </a:lnTo>
                    <a:cubicBezTo>
                      <a:pt x="207397" y="197538"/>
                      <a:pt x="208767" y="196168"/>
                      <a:pt x="208767" y="194472"/>
                    </a:cubicBezTo>
                    <a:cubicBezTo>
                      <a:pt x="208767" y="192808"/>
                      <a:pt x="207397" y="191438"/>
                      <a:pt x="205701" y="191438"/>
                    </a:cubicBezTo>
                    <a:lnTo>
                      <a:pt x="194936" y="191438"/>
                    </a:lnTo>
                    <a:lnTo>
                      <a:pt x="194936" y="179042"/>
                    </a:lnTo>
                    <a:lnTo>
                      <a:pt x="205701" y="179042"/>
                    </a:lnTo>
                    <a:cubicBezTo>
                      <a:pt x="207397" y="179042"/>
                      <a:pt x="208767" y="177672"/>
                      <a:pt x="208767" y="175976"/>
                    </a:cubicBezTo>
                    <a:cubicBezTo>
                      <a:pt x="208767" y="174280"/>
                      <a:pt x="207397" y="172910"/>
                      <a:pt x="205701" y="172910"/>
                    </a:cubicBezTo>
                    <a:lnTo>
                      <a:pt x="194936" y="172910"/>
                    </a:lnTo>
                    <a:lnTo>
                      <a:pt x="194936" y="167528"/>
                    </a:lnTo>
                    <a:cubicBezTo>
                      <a:pt x="194936" y="164331"/>
                      <a:pt x="192294" y="161689"/>
                      <a:pt x="189097" y="161689"/>
                    </a:cubicBezTo>
                    <a:lnTo>
                      <a:pt x="168873" y="161689"/>
                    </a:lnTo>
                    <a:cubicBezTo>
                      <a:pt x="156934" y="161689"/>
                      <a:pt x="147050" y="170627"/>
                      <a:pt x="145550" y="182174"/>
                    </a:cubicBezTo>
                    <a:lnTo>
                      <a:pt x="127642" y="182174"/>
                    </a:lnTo>
                    <a:cubicBezTo>
                      <a:pt x="131425" y="178390"/>
                      <a:pt x="133774" y="173138"/>
                      <a:pt x="133774" y="167365"/>
                    </a:cubicBezTo>
                    <a:cubicBezTo>
                      <a:pt x="133774" y="161591"/>
                      <a:pt x="131425" y="156372"/>
                      <a:pt x="127642" y="152588"/>
                    </a:cubicBezTo>
                    <a:lnTo>
                      <a:pt x="146170" y="152588"/>
                    </a:lnTo>
                    <a:cubicBezTo>
                      <a:pt x="157521" y="152588"/>
                      <a:pt x="166720" y="143356"/>
                      <a:pt x="166720" y="132005"/>
                    </a:cubicBezTo>
                    <a:lnTo>
                      <a:pt x="166720" y="121860"/>
                    </a:lnTo>
                    <a:cubicBezTo>
                      <a:pt x="167470" y="121534"/>
                      <a:pt x="168155" y="121077"/>
                      <a:pt x="168743" y="120457"/>
                    </a:cubicBezTo>
                    <a:lnTo>
                      <a:pt x="195197" y="94002"/>
                    </a:lnTo>
                    <a:cubicBezTo>
                      <a:pt x="203939" y="85260"/>
                      <a:pt x="208767" y="73648"/>
                      <a:pt x="208767" y="61285"/>
                    </a:cubicBezTo>
                    <a:cubicBezTo>
                      <a:pt x="208767" y="48922"/>
                      <a:pt x="203939" y="37277"/>
                      <a:pt x="195197" y="28534"/>
                    </a:cubicBezTo>
                    <a:lnTo>
                      <a:pt x="188967" y="22304"/>
                    </a:lnTo>
                    <a:cubicBezTo>
                      <a:pt x="188363" y="21701"/>
                      <a:pt x="187581" y="21399"/>
                      <a:pt x="186798" y="21399"/>
                    </a:cubicBezTo>
                    <a:cubicBezTo>
                      <a:pt x="186015" y="21399"/>
                      <a:pt x="185232" y="21701"/>
                      <a:pt x="184628" y="22304"/>
                    </a:cubicBezTo>
                    <a:cubicBezTo>
                      <a:pt x="183421" y="23478"/>
                      <a:pt x="183421" y="25435"/>
                      <a:pt x="184628" y="26610"/>
                    </a:cubicBezTo>
                    <a:lnTo>
                      <a:pt x="190891" y="32873"/>
                    </a:lnTo>
                    <a:cubicBezTo>
                      <a:pt x="198459" y="40441"/>
                      <a:pt x="202667" y="50553"/>
                      <a:pt x="202667" y="61285"/>
                    </a:cubicBezTo>
                    <a:cubicBezTo>
                      <a:pt x="202667" y="72017"/>
                      <a:pt x="198459" y="82096"/>
                      <a:pt x="190891" y="89697"/>
                    </a:cubicBezTo>
                    <a:lnTo>
                      <a:pt x="166720" y="113835"/>
                    </a:lnTo>
                    <a:lnTo>
                      <a:pt x="166720" y="90414"/>
                    </a:lnTo>
                    <a:lnTo>
                      <a:pt x="177811" y="79324"/>
                    </a:lnTo>
                    <a:cubicBezTo>
                      <a:pt x="179018" y="78149"/>
                      <a:pt x="179018" y="76192"/>
                      <a:pt x="177811" y="75018"/>
                    </a:cubicBezTo>
                    <a:cubicBezTo>
                      <a:pt x="177224" y="74414"/>
                      <a:pt x="176441" y="74112"/>
                      <a:pt x="175658" y="74112"/>
                    </a:cubicBezTo>
                    <a:cubicBezTo>
                      <a:pt x="174875" y="74112"/>
                      <a:pt x="174092" y="74414"/>
                      <a:pt x="173505" y="75018"/>
                    </a:cubicBezTo>
                    <a:lnTo>
                      <a:pt x="166720" y="81770"/>
                    </a:lnTo>
                    <a:lnTo>
                      <a:pt x="166720" y="71919"/>
                    </a:lnTo>
                    <a:lnTo>
                      <a:pt x="177811" y="60828"/>
                    </a:lnTo>
                    <a:cubicBezTo>
                      <a:pt x="179018" y="59621"/>
                      <a:pt x="179018" y="57697"/>
                      <a:pt x="177811" y="56490"/>
                    </a:cubicBezTo>
                    <a:cubicBezTo>
                      <a:pt x="177224" y="55902"/>
                      <a:pt x="176441" y="55609"/>
                      <a:pt x="175658" y="55609"/>
                    </a:cubicBezTo>
                    <a:cubicBezTo>
                      <a:pt x="174875" y="55609"/>
                      <a:pt x="174092" y="55902"/>
                      <a:pt x="173505" y="56490"/>
                    </a:cubicBezTo>
                    <a:lnTo>
                      <a:pt x="166720" y="63275"/>
                    </a:lnTo>
                    <a:lnTo>
                      <a:pt x="166720" y="48922"/>
                    </a:lnTo>
                    <a:cubicBezTo>
                      <a:pt x="166720" y="47258"/>
                      <a:pt x="165350" y="45888"/>
                      <a:pt x="163686" y="45888"/>
                    </a:cubicBezTo>
                    <a:cubicBezTo>
                      <a:pt x="161990" y="45888"/>
                      <a:pt x="160620" y="47258"/>
                      <a:pt x="160620" y="48922"/>
                    </a:cubicBezTo>
                    <a:lnTo>
                      <a:pt x="160620" y="69440"/>
                    </a:lnTo>
                    <a:lnTo>
                      <a:pt x="153835" y="62655"/>
                    </a:lnTo>
                    <a:cubicBezTo>
                      <a:pt x="153248" y="62068"/>
                      <a:pt x="152465" y="61774"/>
                      <a:pt x="151682" y="61774"/>
                    </a:cubicBezTo>
                    <a:cubicBezTo>
                      <a:pt x="150899" y="61774"/>
                      <a:pt x="150117" y="62068"/>
                      <a:pt x="149529" y="62655"/>
                    </a:cubicBezTo>
                    <a:cubicBezTo>
                      <a:pt x="148323" y="63862"/>
                      <a:pt x="148323" y="65786"/>
                      <a:pt x="149529" y="66993"/>
                    </a:cubicBezTo>
                    <a:lnTo>
                      <a:pt x="160620" y="78084"/>
                    </a:lnTo>
                    <a:lnTo>
                      <a:pt x="160620" y="87935"/>
                    </a:lnTo>
                    <a:lnTo>
                      <a:pt x="153835" y="81183"/>
                    </a:lnTo>
                    <a:cubicBezTo>
                      <a:pt x="153248" y="80579"/>
                      <a:pt x="152465" y="80278"/>
                      <a:pt x="151682" y="80278"/>
                    </a:cubicBezTo>
                    <a:cubicBezTo>
                      <a:pt x="150899" y="80278"/>
                      <a:pt x="150117" y="80579"/>
                      <a:pt x="149529" y="81183"/>
                    </a:cubicBezTo>
                    <a:cubicBezTo>
                      <a:pt x="148323" y="82390"/>
                      <a:pt x="148323" y="84314"/>
                      <a:pt x="149529" y="85521"/>
                    </a:cubicBezTo>
                    <a:lnTo>
                      <a:pt x="160620" y="96612"/>
                    </a:lnTo>
                    <a:lnTo>
                      <a:pt x="160620" y="113835"/>
                    </a:lnTo>
                    <a:lnTo>
                      <a:pt x="136482" y="89697"/>
                    </a:lnTo>
                    <a:cubicBezTo>
                      <a:pt x="128881" y="82096"/>
                      <a:pt x="124706" y="72017"/>
                      <a:pt x="124706" y="61285"/>
                    </a:cubicBezTo>
                    <a:cubicBezTo>
                      <a:pt x="124706" y="50553"/>
                      <a:pt x="128881" y="40441"/>
                      <a:pt x="136482" y="32873"/>
                    </a:cubicBezTo>
                    <a:lnTo>
                      <a:pt x="162936" y="6418"/>
                    </a:lnTo>
                    <a:cubicBezTo>
                      <a:pt x="163132" y="6206"/>
                      <a:pt x="163401" y="6100"/>
                      <a:pt x="163674" y="6100"/>
                    </a:cubicBezTo>
                    <a:cubicBezTo>
                      <a:pt x="163947" y="6100"/>
                      <a:pt x="164225" y="6206"/>
                      <a:pt x="164437" y="6418"/>
                    </a:cubicBezTo>
                    <a:lnTo>
                      <a:pt x="176995" y="18977"/>
                    </a:lnTo>
                    <a:cubicBezTo>
                      <a:pt x="177583" y="19580"/>
                      <a:pt x="178365" y="19882"/>
                      <a:pt x="179148" y="19882"/>
                    </a:cubicBezTo>
                    <a:cubicBezTo>
                      <a:pt x="179931" y="19882"/>
                      <a:pt x="180714" y="19580"/>
                      <a:pt x="181301" y="18977"/>
                    </a:cubicBezTo>
                    <a:cubicBezTo>
                      <a:pt x="182508" y="17770"/>
                      <a:pt x="182508" y="15845"/>
                      <a:pt x="181301" y="14638"/>
                    </a:cubicBezTo>
                    <a:lnTo>
                      <a:pt x="168743" y="2080"/>
                    </a:lnTo>
                    <a:cubicBezTo>
                      <a:pt x="167340" y="693"/>
                      <a:pt x="165505" y="0"/>
                      <a:pt x="163670" y="0"/>
                    </a:cubicBezTo>
                    <a:cubicBezTo>
                      <a:pt x="161835" y="0"/>
                      <a:pt x="160000" y="693"/>
                      <a:pt x="158598" y="2080"/>
                    </a:cubicBezTo>
                    <a:lnTo>
                      <a:pt x="132143" y="28534"/>
                    </a:lnTo>
                    <a:cubicBezTo>
                      <a:pt x="123401" y="37277"/>
                      <a:pt x="118573" y="48922"/>
                      <a:pt x="118573" y="61285"/>
                    </a:cubicBezTo>
                    <a:cubicBezTo>
                      <a:pt x="118573" y="73648"/>
                      <a:pt x="123401" y="85260"/>
                      <a:pt x="132143" y="94002"/>
                    </a:cubicBezTo>
                    <a:lnTo>
                      <a:pt x="158598" y="120457"/>
                    </a:lnTo>
                    <a:cubicBezTo>
                      <a:pt x="159218" y="121077"/>
                      <a:pt x="159903" y="121534"/>
                      <a:pt x="160620" y="121860"/>
                    </a:cubicBezTo>
                    <a:lnTo>
                      <a:pt x="160620" y="132005"/>
                    </a:lnTo>
                    <a:cubicBezTo>
                      <a:pt x="160620" y="139964"/>
                      <a:pt x="154129" y="146455"/>
                      <a:pt x="146170" y="146455"/>
                    </a:cubicBezTo>
                    <a:lnTo>
                      <a:pt x="62598" y="146455"/>
                    </a:lnTo>
                    <a:cubicBezTo>
                      <a:pt x="54638" y="146455"/>
                      <a:pt x="48147" y="139964"/>
                      <a:pt x="48147" y="132005"/>
                    </a:cubicBezTo>
                    <a:lnTo>
                      <a:pt x="48147" y="121860"/>
                    </a:lnTo>
                    <a:cubicBezTo>
                      <a:pt x="48897" y="121534"/>
                      <a:pt x="49550" y="121077"/>
                      <a:pt x="50169" y="120457"/>
                    </a:cubicBezTo>
                    <a:lnTo>
                      <a:pt x="76624" y="94002"/>
                    </a:lnTo>
                    <a:cubicBezTo>
                      <a:pt x="85366" y="85260"/>
                      <a:pt x="90194" y="73648"/>
                      <a:pt x="90194" y="61285"/>
                    </a:cubicBezTo>
                    <a:cubicBezTo>
                      <a:pt x="90194" y="48922"/>
                      <a:pt x="85366" y="37277"/>
                      <a:pt x="76624" y="28534"/>
                    </a:cubicBezTo>
                    <a:lnTo>
                      <a:pt x="50169" y="2080"/>
                    </a:lnTo>
                    <a:cubicBezTo>
                      <a:pt x="48767" y="693"/>
                      <a:pt x="46932" y="0"/>
                      <a:pt x="45097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1707" name="Google Shape;1707;p77"/>
          <p:cNvCxnSpPr/>
          <p:nvPr/>
        </p:nvCxnSpPr>
        <p:spPr>
          <a:xfrm>
            <a:off x="888600" y="2957250"/>
            <a:ext cx="4154100" cy="780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2" name="Google Shape;1712;p78"/>
          <p:cNvSpPr txBox="1">
            <a:spLocks noGrp="1"/>
          </p:cNvSpPr>
          <p:nvPr>
            <p:ph type="title"/>
          </p:nvPr>
        </p:nvSpPr>
        <p:spPr>
          <a:xfrm>
            <a:off x="713225" y="417400"/>
            <a:ext cx="7717500" cy="11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ABOUT THE TERMS OF THE AGREEMENT</a:t>
            </a:r>
            <a:endParaRPr/>
          </a:p>
        </p:txBody>
      </p:sp>
      <p:pic>
        <p:nvPicPr>
          <p:cNvPr id="1713" name="Google Shape;1713;p78" title="Gráfico">
            <a:hlinkClick r:id="rId3"/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56163" y="1748125"/>
            <a:ext cx="4005600" cy="2476776"/>
          </a:xfrm>
          <a:prstGeom prst="rect">
            <a:avLst/>
          </a:prstGeom>
          <a:noFill/>
          <a:ln>
            <a:noFill/>
          </a:ln>
        </p:spPr>
      </p:pic>
      <p:sp>
        <p:nvSpPr>
          <p:cNvPr id="1714" name="Google Shape;1714;p78"/>
          <p:cNvSpPr txBox="1"/>
          <p:nvPr/>
        </p:nvSpPr>
        <p:spPr>
          <a:xfrm>
            <a:off x="713250" y="4261050"/>
            <a:ext cx="7717500" cy="2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rgbClr val="000000"/>
                </a:solidFill>
                <a:latin typeface="Actor"/>
                <a:ea typeface="Actor"/>
                <a:cs typeface="Actor"/>
                <a:sym typeface="Actor"/>
              </a:rPr>
              <a:t>Follow the link in the graph to modify its data and then paste the new one here. </a:t>
            </a:r>
            <a:r>
              <a:rPr lang="en" sz="1100" b="1">
                <a:solidFill>
                  <a:srgbClr val="000000"/>
                </a:solidFill>
                <a:uFill>
                  <a:noFill/>
                </a:uFill>
                <a:latin typeface="Actor"/>
                <a:ea typeface="Actor"/>
                <a:cs typeface="Actor"/>
                <a:sym typeface="Actor"/>
                <a:hlinkClick r:id="rId5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For more info, click here</a:t>
            </a:r>
            <a:endParaRPr sz="1100" b="1">
              <a:solidFill>
                <a:srgbClr val="000000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715" name="Google Shape;1715;p78"/>
          <p:cNvSpPr txBox="1"/>
          <p:nvPr/>
        </p:nvSpPr>
        <p:spPr>
          <a:xfrm flipH="1">
            <a:off x="5643210" y="1989750"/>
            <a:ext cx="22572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VENUS</a:t>
            </a:r>
            <a:endParaRPr sz="2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6" name="Google Shape;1716;p78"/>
          <p:cNvSpPr txBox="1"/>
          <p:nvPr/>
        </p:nvSpPr>
        <p:spPr>
          <a:xfrm flipH="1">
            <a:off x="5643200" y="2351856"/>
            <a:ext cx="22572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ctor"/>
                <a:ea typeface="Actor"/>
                <a:cs typeface="Actor"/>
                <a:sym typeface="Actor"/>
              </a:rPr>
              <a:t>Venus is the second planet from the Sun</a:t>
            </a:r>
            <a:endParaRPr>
              <a:solidFill>
                <a:srgbClr val="000000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717" name="Google Shape;1717;p78"/>
          <p:cNvSpPr txBox="1"/>
          <p:nvPr/>
        </p:nvSpPr>
        <p:spPr>
          <a:xfrm flipH="1">
            <a:off x="5643210" y="3154248"/>
            <a:ext cx="2257200" cy="3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MERCURY</a:t>
            </a:r>
            <a:endParaRPr sz="2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718" name="Google Shape;1718;p78"/>
          <p:cNvSpPr txBox="1"/>
          <p:nvPr/>
        </p:nvSpPr>
        <p:spPr>
          <a:xfrm flipH="1">
            <a:off x="5643200" y="3516350"/>
            <a:ext cx="2257200" cy="478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rgbClr val="000000"/>
                </a:solidFill>
                <a:latin typeface="Actor"/>
                <a:ea typeface="Actor"/>
                <a:cs typeface="Actor"/>
                <a:sym typeface="Actor"/>
              </a:rPr>
              <a:t>Despite being red, Mars is a very cold place</a:t>
            </a:r>
            <a:endParaRPr>
              <a:solidFill>
                <a:srgbClr val="000000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719" name="Google Shape;1719;p78"/>
          <p:cNvSpPr/>
          <p:nvPr/>
        </p:nvSpPr>
        <p:spPr>
          <a:xfrm>
            <a:off x="8004638" y="1989750"/>
            <a:ext cx="283200" cy="283200"/>
          </a:xfrm>
          <a:prstGeom prst="ellipse">
            <a:avLst/>
          </a:prstGeom>
          <a:solidFill>
            <a:schemeClr val="accen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720" name="Google Shape;1720;p78"/>
          <p:cNvSpPr/>
          <p:nvPr/>
        </p:nvSpPr>
        <p:spPr>
          <a:xfrm>
            <a:off x="8004638" y="3165213"/>
            <a:ext cx="283200" cy="283200"/>
          </a:xfrm>
          <a:prstGeom prst="ellipse">
            <a:avLst/>
          </a:prstGeom>
          <a:solidFill>
            <a:schemeClr val="accent4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25" name="Google Shape;1725;p79"/>
          <p:cNvSpPr txBox="1">
            <a:spLocks noGrp="1"/>
          </p:cNvSpPr>
          <p:nvPr>
            <p:ph type="title"/>
          </p:nvPr>
        </p:nvSpPr>
        <p:spPr>
          <a:xfrm>
            <a:off x="4838275" y="1999955"/>
            <a:ext cx="3592500" cy="7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$15,000</a:t>
            </a:r>
            <a:endParaRPr/>
          </a:p>
        </p:txBody>
      </p:sp>
      <p:sp>
        <p:nvSpPr>
          <p:cNvPr id="1726" name="Google Shape;1726;p79"/>
          <p:cNvSpPr txBox="1">
            <a:spLocks noGrp="1"/>
          </p:cNvSpPr>
          <p:nvPr>
            <p:ph type="subTitle" idx="1"/>
          </p:nvPr>
        </p:nvSpPr>
        <p:spPr>
          <a:xfrm>
            <a:off x="4838275" y="2776345"/>
            <a:ext cx="3592500" cy="3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Venus is the second planet from the Sun</a:t>
            </a:r>
            <a:endParaRPr/>
          </a:p>
        </p:txBody>
      </p:sp>
      <p:sp>
        <p:nvSpPr>
          <p:cNvPr id="1727" name="Google Shape;1727;p79"/>
          <p:cNvSpPr txBox="1">
            <a:spLocks noGrp="1"/>
          </p:cNvSpPr>
          <p:nvPr>
            <p:ph type="title" idx="2"/>
          </p:nvPr>
        </p:nvSpPr>
        <p:spPr>
          <a:xfrm>
            <a:off x="4838275" y="3225485"/>
            <a:ext cx="3592500" cy="7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$20,000</a:t>
            </a:r>
            <a:endParaRPr/>
          </a:p>
        </p:txBody>
      </p:sp>
      <p:sp>
        <p:nvSpPr>
          <p:cNvPr id="1728" name="Google Shape;1728;p79"/>
          <p:cNvSpPr txBox="1">
            <a:spLocks noGrp="1"/>
          </p:cNvSpPr>
          <p:nvPr>
            <p:ph type="subTitle" idx="3"/>
          </p:nvPr>
        </p:nvSpPr>
        <p:spPr>
          <a:xfrm>
            <a:off x="4838275" y="4001875"/>
            <a:ext cx="3592500" cy="3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Mercury is the closest planet to the Sun</a:t>
            </a:r>
            <a:endParaRPr/>
          </a:p>
        </p:txBody>
      </p:sp>
      <p:sp>
        <p:nvSpPr>
          <p:cNvPr id="1729" name="Google Shape;1729;p79"/>
          <p:cNvSpPr txBox="1">
            <a:spLocks noGrp="1"/>
          </p:cNvSpPr>
          <p:nvPr>
            <p:ph type="title" idx="4"/>
          </p:nvPr>
        </p:nvSpPr>
        <p:spPr>
          <a:xfrm>
            <a:off x="4853424" y="774425"/>
            <a:ext cx="3562200" cy="77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$10,000</a:t>
            </a:r>
            <a:endParaRPr/>
          </a:p>
        </p:txBody>
      </p:sp>
      <p:sp>
        <p:nvSpPr>
          <p:cNvPr id="1730" name="Google Shape;1730;p79"/>
          <p:cNvSpPr txBox="1">
            <a:spLocks noGrp="1"/>
          </p:cNvSpPr>
          <p:nvPr>
            <p:ph type="subTitle" idx="5"/>
          </p:nvPr>
        </p:nvSpPr>
        <p:spPr>
          <a:xfrm>
            <a:off x="4853427" y="1550815"/>
            <a:ext cx="3562200" cy="367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Despite being red, Mars is a cold place</a:t>
            </a:r>
            <a:endParaRPr/>
          </a:p>
        </p:txBody>
      </p:sp>
      <p:grpSp>
        <p:nvGrpSpPr>
          <p:cNvPr id="1731" name="Google Shape;1731;p79"/>
          <p:cNvGrpSpPr/>
          <p:nvPr/>
        </p:nvGrpSpPr>
        <p:grpSpPr>
          <a:xfrm>
            <a:off x="713228" y="2237630"/>
            <a:ext cx="1769290" cy="1659614"/>
            <a:chOff x="580138" y="1506738"/>
            <a:chExt cx="2787600" cy="2614800"/>
          </a:xfrm>
        </p:grpSpPr>
        <p:sp>
          <p:nvSpPr>
            <p:cNvPr id="1732" name="Google Shape;1732;p79"/>
            <p:cNvSpPr/>
            <p:nvPr/>
          </p:nvSpPr>
          <p:spPr>
            <a:xfrm>
              <a:off x="580138" y="1506738"/>
              <a:ext cx="2787600" cy="26148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33" name="Google Shape;1733;p79"/>
            <p:cNvGrpSpPr/>
            <p:nvPr/>
          </p:nvGrpSpPr>
          <p:grpSpPr>
            <a:xfrm>
              <a:off x="933215" y="1773416"/>
              <a:ext cx="2081417" cy="2081417"/>
              <a:chOff x="1190625" y="238125"/>
              <a:chExt cx="5219200" cy="5219200"/>
            </a:xfrm>
          </p:grpSpPr>
          <p:sp>
            <p:nvSpPr>
              <p:cNvPr id="1734" name="Google Shape;1734;p79"/>
              <p:cNvSpPr/>
              <p:nvPr/>
            </p:nvSpPr>
            <p:spPr>
              <a:xfrm>
                <a:off x="1190625" y="478675"/>
                <a:ext cx="5219200" cy="1038975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41559" extrusionOk="0">
                    <a:moveTo>
                      <a:pt x="2446" y="1"/>
                    </a:moveTo>
                    <a:cubicBezTo>
                      <a:pt x="1109" y="1"/>
                      <a:pt x="0" y="1110"/>
                      <a:pt x="0" y="2447"/>
                    </a:cubicBezTo>
                    <a:lnTo>
                      <a:pt x="0" y="39112"/>
                    </a:lnTo>
                    <a:cubicBezTo>
                      <a:pt x="0" y="40449"/>
                      <a:pt x="1109" y="41559"/>
                      <a:pt x="2446" y="41559"/>
                    </a:cubicBezTo>
                    <a:lnTo>
                      <a:pt x="15429" y="41559"/>
                    </a:lnTo>
                    <a:lnTo>
                      <a:pt x="45081" y="35426"/>
                    </a:lnTo>
                    <a:lnTo>
                      <a:pt x="74732" y="41559"/>
                    </a:lnTo>
                    <a:lnTo>
                      <a:pt x="104384" y="35426"/>
                    </a:lnTo>
                    <a:lnTo>
                      <a:pt x="134035" y="41559"/>
                    </a:lnTo>
                    <a:lnTo>
                      <a:pt x="163915" y="35426"/>
                    </a:lnTo>
                    <a:lnTo>
                      <a:pt x="193338" y="41559"/>
                    </a:lnTo>
                    <a:lnTo>
                      <a:pt x="206321" y="41559"/>
                    </a:lnTo>
                    <a:cubicBezTo>
                      <a:pt x="207658" y="41559"/>
                      <a:pt x="208767" y="40449"/>
                      <a:pt x="208767" y="39112"/>
                    </a:cubicBezTo>
                    <a:lnTo>
                      <a:pt x="208767" y="2447"/>
                    </a:lnTo>
                    <a:cubicBezTo>
                      <a:pt x="208767" y="1110"/>
                      <a:pt x="207658" y="1"/>
                      <a:pt x="206321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5" name="Google Shape;1735;p79"/>
              <p:cNvSpPr/>
              <p:nvPr/>
            </p:nvSpPr>
            <p:spPr>
              <a:xfrm>
                <a:off x="1576350" y="784500"/>
                <a:ext cx="1482600" cy="733150"/>
              </a:xfrm>
              <a:custGeom>
                <a:avLst/>
                <a:gdLst/>
                <a:ahLst/>
                <a:cxnLst/>
                <a:rect l="l" t="t" r="r" b="b"/>
                <a:pathLst>
                  <a:path w="59304" h="29326" extrusionOk="0">
                    <a:moveTo>
                      <a:pt x="29652" y="0"/>
                    </a:moveTo>
                    <a:cubicBezTo>
                      <a:pt x="13276" y="0"/>
                      <a:pt x="0" y="13146"/>
                      <a:pt x="0" y="29326"/>
                    </a:cubicBezTo>
                    <a:lnTo>
                      <a:pt x="59303" y="29326"/>
                    </a:lnTo>
                    <a:cubicBezTo>
                      <a:pt x="59303" y="13146"/>
                      <a:pt x="46027" y="0"/>
                      <a:pt x="296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6" name="Google Shape;1736;p79"/>
              <p:cNvSpPr/>
              <p:nvPr/>
            </p:nvSpPr>
            <p:spPr>
              <a:xfrm>
                <a:off x="3058925" y="784500"/>
                <a:ext cx="1482600" cy="733150"/>
              </a:xfrm>
              <a:custGeom>
                <a:avLst/>
                <a:gdLst/>
                <a:ahLst/>
                <a:cxnLst/>
                <a:rect l="l" t="t" r="r" b="b"/>
                <a:pathLst>
                  <a:path w="59304" h="29326" extrusionOk="0">
                    <a:moveTo>
                      <a:pt x="29652" y="0"/>
                    </a:moveTo>
                    <a:cubicBezTo>
                      <a:pt x="13276" y="0"/>
                      <a:pt x="0" y="13146"/>
                      <a:pt x="0" y="29326"/>
                    </a:cubicBezTo>
                    <a:lnTo>
                      <a:pt x="59303" y="29326"/>
                    </a:lnTo>
                    <a:cubicBezTo>
                      <a:pt x="59303" y="13146"/>
                      <a:pt x="46027" y="0"/>
                      <a:pt x="29652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7" name="Google Shape;1737;p79"/>
              <p:cNvSpPr/>
              <p:nvPr/>
            </p:nvSpPr>
            <p:spPr>
              <a:xfrm>
                <a:off x="4541500" y="784500"/>
                <a:ext cx="1482575" cy="733150"/>
              </a:xfrm>
              <a:custGeom>
                <a:avLst/>
                <a:gdLst/>
                <a:ahLst/>
                <a:cxnLst/>
                <a:rect l="l" t="t" r="r" b="b"/>
                <a:pathLst>
                  <a:path w="59303" h="29326" extrusionOk="0">
                    <a:moveTo>
                      <a:pt x="29651" y="0"/>
                    </a:moveTo>
                    <a:cubicBezTo>
                      <a:pt x="13276" y="0"/>
                      <a:pt x="0" y="13146"/>
                      <a:pt x="0" y="29326"/>
                    </a:cubicBezTo>
                    <a:lnTo>
                      <a:pt x="59303" y="29326"/>
                    </a:lnTo>
                    <a:cubicBezTo>
                      <a:pt x="59303" y="13146"/>
                      <a:pt x="46027" y="0"/>
                      <a:pt x="29651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8" name="Google Shape;1738;p79"/>
              <p:cNvSpPr/>
              <p:nvPr/>
            </p:nvSpPr>
            <p:spPr>
              <a:xfrm>
                <a:off x="4736400" y="1305600"/>
                <a:ext cx="1103375" cy="3375375"/>
              </a:xfrm>
              <a:custGeom>
                <a:avLst/>
                <a:gdLst/>
                <a:ahLst/>
                <a:cxnLst/>
                <a:rect l="l" t="t" r="r" b="b"/>
                <a:pathLst>
                  <a:path w="44135" h="135015" extrusionOk="0">
                    <a:moveTo>
                      <a:pt x="10797" y="0"/>
                    </a:moveTo>
                    <a:cubicBezTo>
                      <a:pt x="8612" y="0"/>
                      <a:pt x="6818" y="1697"/>
                      <a:pt x="6720" y="3850"/>
                    </a:cubicBezTo>
                    <a:lnTo>
                      <a:pt x="816" y="112865"/>
                    </a:lnTo>
                    <a:lnTo>
                      <a:pt x="0" y="127675"/>
                    </a:lnTo>
                    <a:lnTo>
                      <a:pt x="23878" y="135014"/>
                    </a:lnTo>
                    <a:lnTo>
                      <a:pt x="44135" y="133024"/>
                    </a:lnTo>
                    <a:lnTo>
                      <a:pt x="42895" y="112865"/>
                    </a:lnTo>
                    <a:lnTo>
                      <a:pt x="36991" y="3850"/>
                    </a:lnTo>
                    <a:cubicBezTo>
                      <a:pt x="36861" y="1697"/>
                      <a:pt x="35099" y="0"/>
                      <a:pt x="3291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39" name="Google Shape;1739;p79"/>
              <p:cNvSpPr/>
              <p:nvPr/>
            </p:nvSpPr>
            <p:spPr>
              <a:xfrm>
                <a:off x="1762275" y="1305600"/>
                <a:ext cx="1110725" cy="3375375"/>
              </a:xfrm>
              <a:custGeom>
                <a:avLst/>
                <a:gdLst/>
                <a:ahLst/>
                <a:cxnLst/>
                <a:rect l="l" t="t" r="r" b="b"/>
                <a:pathLst>
                  <a:path w="44429" h="135015" extrusionOk="0">
                    <a:moveTo>
                      <a:pt x="11157" y="0"/>
                    </a:moveTo>
                    <a:cubicBezTo>
                      <a:pt x="9004" y="0"/>
                      <a:pt x="7210" y="1697"/>
                      <a:pt x="7079" y="3850"/>
                    </a:cubicBezTo>
                    <a:lnTo>
                      <a:pt x="1175" y="112865"/>
                    </a:lnTo>
                    <a:lnTo>
                      <a:pt x="1" y="134688"/>
                    </a:lnTo>
                    <a:lnTo>
                      <a:pt x="24237" y="135014"/>
                    </a:lnTo>
                    <a:lnTo>
                      <a:pt x="44429" y="125620"/>
                    </a:lnTo>
                    <a:lnTo>
                      <a:pt x="43254" y="112865"/>
                    </a:lnTo>
                    <a:lnTo>
                      <a:pt x="37350" y="3850"/>
                    </a:lnTo>
                    <a:cubicBezTo>
                      <a:pt x="37252" y="1697"/>
                      <a:pt x="35458" y="0"/>
                      <a:pt x="3327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0" name="Google Shape;1740;p79"/>
              <p:cNvSpPr/>
              <p:nvPr/>
            </p:nvSpPr>
            <p:spPr>
              <a:xfrm>
                <a:off x="3240775" y="1305600"/>
                <a:ext cx="1122150" cy="3447950"/>
              </a:xfrm>
              <a:custGeom>
                <a:avLst/>
                <a:gdLst/>
                <a:ahLst/>
                <a:cxnLst/>
                <a:rect l="l" t="t" r="r" b="b"/>
                <a:pathLst>
                  <a:path w="44886" h="137918" extrusionOk="0">
                    <a:moveTo>
                      <a:pt x="11319" y="0"/>
                    </a:moveTo>
                    <a:cubicBezTo>
                      <a:pt x="9134" y="0"/>
                      <a:pt x="7372" y="1697"/>
                      <a:pt x="7242" y="3850"/>
                    </a:cubicBezTo>
                    <a:lnTo>
                      <a:pt x="1338" y="112865"/>
                    </a:lnTo>
                    <a:lnTo>
                      <a:pt x="0" y="137917"/>
                    </a:lnTo>
                    <a:lnTo>
                      <a:pt x="44885" y="136286"/>
                    </a:lnTo>
                    <a:lnTo>
                      <a:pt x="43417" y="112865"/>
                    </a:lnTo>
                    <a:lnTo>
                      <a:pt x="37513" y="3850"/>
                    </a:lnTo>
                    <a:cubicBezTo>
                      <a:pt x="37383" y="1697"/>
                      <a:pt x="35621" y="0"/>
                      <a:pt x="3343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1" name="Google Shape;1741;p79"/>
              <p:cNvSpPr/>
              <p:nvPr/>
            </p:nvSpPr>
            <p:spPr>
              <a:xfrm>
                <a:off x="1190625" y="4442825"/>
                <a:ext cx="5219200" cy="937825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37513" extrusionOk="0">
                    <a:moveTo>
                      <a:pt x="2446" y="0"/>
                    </a:moveTo>
                    <a:cubicBezTo>
                      <a:pt x="1109" y="0"/>
                      <a:pt x="0" y="1109"/>
                      <a:pt x="0" y="2447"/>
                    </a:cubicBezTo>
                    <a:lnTo>
                      <a:pt x="0" y="26911"/>
                    </a:lnTo>
                    <a:cubicBezTo>
                      <a:pt x="0" y="28281"/>
                      <a:pt x="1109" y="29358"/>
                      <a:pt x="2446" y="29358"/>
                    </a:cubicBezTo>
                    <a:lnTo>
                      <a:pt x="3066" y="29358"/>
                    </a:lnTo>
                    <a:cubicBezTo>
                      <a:pt x="19931" y="29358"/>
                      <a:pt x="19931" y="37513"/>
                      <a:pt x="36828" y="37513"/>
                    </a:cubicBezTo>
                    <a:cubicBezTo>
                      <a:pt x="53725" y="37513"/>
                      <a:pt x="53725" y="29358"/>
                      <a:pt x="70622" y="29358"/>
                    </a:cubicBezTo>
                    <a:cubicBezTo>
                      <a:pt x="87486" y="29358"/>
                      <a:pt x="87486" y="37513"/>
                      <a:pt x="104384" y="37513"/>
                    </a:cubicBezTo>
                    <a:cubicBezTo>
                      <a:pt x="121281" y="37513"/>
                      <a:pt x="121281" y="29358"/>
                      <a:pt x="138145" y="29358"/>
                    </a:cubicBezTo>
                    <a:cubicBezTo>
                      <a:pt x="155042" y="29358"/>
                      <a:pt x="155042" y="37513"/>
                      <a:pt x="171939" y="37513"/>
                    </a:cubicBezTo>
                    <a:cubicBezTo>
                      <a:pt x="188836" y="37513"/>
                      <a:pt x="188836" y="29358"/>
                      <a:pt x="205701" y="29358"/>
                    </a:cubicBezTo>
                    <a:lnTo>
                      <a:pt x="206321" y="29358"/>
                    </a:lnTo>
                    <a:cubicBezTo>
                      <a:pt x="207658" y="29358"/>
                      <a:pt x="208767" y="28281"/>
                      <a:pt x="208767" y="26911"/>
                    </a:cubicBezTo>
                    <a:lnTo>
                      <a:pt x="208767" y="2447"/>
                    </a:lnTo>
                    <a:cubicBezTo>
                      <a:pt x="208767" y="1109"/>
                      <a:pt x="207658" y="0"/>
                      <a:pt x="206321" y="0"/>
                    </a:cubicBezTo>
                    <a:lnTo>
                      <a:pt x="205701" y="0"/>
                    </a:lnTo>
                    <a:cubicBezTo>
                      <a:pt x="188836" y="0"/>
                      <a:pt x="188836" y="8155"/>
                      <a:pt x="171939" y="8155"/>
                    </a:cubicBezTo>
                    <a:cubicBezTo>
                      <a:pt x="155042" y="8155"/>
                      <a:pt x="155042" y="0"/>
                      <a:pt x="138145" y="0"/>
                    </a:cubicBezTo>
                    <a:cubicBezTo>
                      <a:pt x="121281" y="0"/>
                      <a:pt x="121281" y="8155"/>
                      <a:pt x="104384" y="8155"/>
                    </a:cubicBezTo>
                    <a:cubicBezTo>
                      <a:pt x="87486" y="8155"/>
                      <a:pt x="87486" y="0"/>
                      <a:pt x="70622" y="0"/>
                    </a:cubicBezTo>
                    <a:cubicBezTo>
                      <a:pt x="53725" y="0"/>
                      <a:pt x="53725" y="8155"/>
                      <a:pt x="36828" y="8155"/>
                    </a:cubicBezTo>
                    <a:cubicBezTo>
                      <a:pt x="19931" y="8155"/>
                      <a:pt x="19931" y="0"/>
                      <a:pt x="306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2" name="Google Shape;1742;p79"/>
              <p:cNvSpPr/>
              <p:nvPr/>
            </p:nvSpPr>
            <p:spPr>
              <a:xfrm>
                <a:off x="1190625" y="238125"/>
                <a:ext cx="5219200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08768" extrusionOk="0">
                    <a:moveTo>
                      <a:pt x="19963" y="0"/>
                    </a:moveTo>
                    <a:cubicBezTo>
                      <a:pt x="18267" y="0"/>
                      <a:pt x="16897" y="1370"/>
                      <a:pt x="16897" y="3066"/>
                    </a:cubicBezTo>
                    <a:lnTo>
                      <a:pt x="16897" y="6589"/>
                    </a:lnTo>
                    <a:lnTo>
                      <a:pt x="3066" y="6589"/>
                    </a:lnTo>
                    <a:cubicBezTo>
                      <a:pt x="1370" y="6589"/>
                      <a:pt x="0" y="7959"/>
                      <a:pt x="0" y="9623"/>
                    </a:cubicBezTo>
                    <a:cubicBezTo>
                      <a:pt x="0" y="11319"/>
                      <a:pt x="1370" y="12689"/>
                      <a:pt x="3066" y="12689"/>
                    </a:cubicBezTo>
                    <a:lnTo>
                      <a:pt x="205701" y="12689"/>
                    </a:lnTo>
                    <a:cubicBezTo>
                      <a:pt x="207397" y="12689"/>
                      <a:pt x="208767" y="11319"/>
                      <a:pt x="208767" y="9623"/>
                    </a:cubicBezTo>
                    <a:cubicBezTo>
                      <a:pt x="208767" y="7959"/>
                      <a:pt x="207397" y="6589"/>
                      <a:pt x="205701" y="6589"/>
                    </a:cubicBezTo>
                    <a:lnTo>
                      <a:pt x="191870" y="6589"/>
                    </a:lnTo>
                    <a:lnTo>
                      <a:pt x="191870" y="3066"/>
                    </a:lnTo>
                    <a:cubicBezTo>
                      <a:pt x="191870" y="1370"/>
                      <a:pt x="190500" y="0"/>
                      <a:pt x="188804" y="0"/>
                    </a:cubicBezTo>
                    <a:cubicBezTo>
                      <a:pt x="187140" y="0"/>
                      <a:pt x="185770" y="1370"/>
                      <a:pt x="185770" y="3066"/>
                    </a:cubicBezTo>
                    <a:lnTo>
                      <a:pt x="185770" y="6589"/>
                    </a:lnTo>
                    <a:lnTo>
                      <a:pt x="158108" y="6589"/>
                    </a:lnTo>
                    <a:lnTo>
                      <a:pt x="158108" y="3066"/>
                    </a:lnTo>
                    <a:cubicBezTo>
                      <a:pt x="158108" y="1370"/>
                      <a:pt x="156738" y="0"/>
                      <a:pt x="155042" y="0"/>
                    </a:cubicBezTo>
                    <a:cubicBezTo>
                      <a:pt x="153346" y="0"/>
                      <a:pt x="151976" y="1370"/>
                      <a:pt x="151976" y="3066"/>
                    </a:cubicBezTo>
                    <a:lnTo>
                      <a:pt x="151976" y="6589"/>
                    </a:lnTo>
                    <a:lnTo>
                      <a:pt x="124314" y="6589"/>
                    </a:lnTo>
                    <a:lnTo>
                      <a:pt x="124314" y="3066"/>
                    </a:lnTo>
                    <a:cubicBezTo>
                      <a:pt x="124314" y="1370"/>
                      <a:pt x="122944" y="0"/>
                      <a:pt x="121281" y="0"/>
                    </a:cubicBezTo>
                    <a:cubicBezTo>
                      <a:pt x="119584" y="0"/>
                      <a:pt x="118214" y="1370"/>
                      <a:pt x="118214" y="3066"/>
                    </a:cubicBezTo>
                    <a:lnTo>
                      <a:pt x="118214" y="6589"/>
                    </a:lnTo>
                    <a:lnTo>
                      <a:pt x="90553" y="6589"/>
                    </a:lnTo>
                    <a:lnTo>
                      <a:pt x="90553" y="3066"/>
                    </a:lnTo>
                    <a:cubicBezTo>
                      <a:pt x="90553" y="1370"/>
                      <a:pt x="89183" y="0"/>
                      <a:pt x="87486" y="0"/>
                    </a:cubicBezTo>
                    <a:cubicBezTo>
                      <a:pt x="85823" y="0"/>
                      <a:pt x="84453" y="1370"/>
                      <a:pt x="84453" y="3066"/>
                    </a:cubicBezTo>
                    <a:lnTo>
                      <a:pt x="84453" y="6589"/>
                    </a:lnTo>
                    <a:lnTo>
                      <a:pt x="56791" y="6589"/>
                    </a:lnTo>
                    <a:lnTo>
                      <a:pt x="56791" y="3066"/>
                    </a:lnTo>
                    <a:cubicBezTo>
                      <a:pt x="56791" y="1370"/>
                      <a:pt x="55421" y="0"/>
                      <a:pt x="53725" y="0"/>
                    </a:cubicBezTo>
                    <a:cubicBezTo>
                      <a:pt x="52029" y="0"/>
                      <a:pt x="50659" y="1370"/>
                      <a:pt x="50659" y="3066"/>
                    </a:cubicBezTo>
                    <a:lnTo>
                      <a:pt x="50659" y="6589"/>
                    </a:lnTo>
                    <a:lnTo>
                      <a:pt x="22997" y="6589"/>
                    </a:lnTo>
                    <a:lnTo>
                      <a:pt x="22997" y="3066"/>
                    </a:lnTo>
                    <a:cubicBezTo>
                      <a:pt x="22997" y="1370"/>
                      <a:pt x="21627" y="0"/>
                      <a:pt x="19963" y="0"/>
                    </a:cubicBezTo>
                    <a:close/>
                    <a:moveTo>
                      <a:pt x="45081" y="24922"/>
                    </a:moveTo>
                    <a:cubicBezTo>
                      <a:pt x="58683" y="24922"/>
                      <a:pt x="69970" y="35066"/>
                      <a:pt x="71503" y="48114"/>
                    </a:cubicBezTo>
                    <a:lnTo>
                      <a:pt x="63380" y="48114"/>
                    </a:lnTo>
                    <a:lnTo>
                      <a:pt x="63283" y="46385"/>
                    </a:lnTo>
                    <a:cubicBezTo>
                      <a:pt x="63054" y="42602"/>
                      <a:pt x="59923" y="39633"/>
                      <a:pt x="56139" y="39633"/>
                    </a:cubicBezTo>
                    <a:lnTo>
                      <a:pt x="34023" y="39633"/>
                    </a:lnTo>
                    <a:cubicBezTo>
                      <a:pt x="30239" y="39633"/>
                      <a:pt x="27107" y="42602"/>
                      <a:pt x="26879" y="46385"/>
                    </a:cubicBezTo>
                    <a:lnTo>
                      <a:pt x="26814" y="48114"/>
                    </a:lnTo>
                    <a:lnTo>
                      <a:pt x="18659" y="48114"/>
                    </a:lnTo>
                    <a:cubicBezTo>
                      <a:pt x="20224" y="35066"/>
                      <a:pt x="31478" y="24922"/>
                      <a:pt x="45081" y="24922"/>
                    </a:cubicBezTo>
                    <a:close/>
                    <a:moveTo>
                      <a:pt x="104384" y="24922"/>
                    </a:moveTo>
                    <a:cubicBezTo>
                      <a:pt x="117986" y="24922"/>
                      <a:pt x="129273" y="35066"/>
                      <a:pt x="130806" y="48114"/>
                    </a:cubicBezTo>
                    <a:lnTo>
                      <a:pt x="122683" y="48114"/>
                    </a:lnTo>
                    <a:lnTo>
                      <a:pt x="122585" y="46385"/>
                    </a:lnTo>
                    <a:cubicBezTo>
                      <a:pt x="122357" y="42602"/>
                      <a:pt x="119226" y="39633"/>
                      <a:pt x="115442" y="39633"/>
                    </a:cubicBezTo>
                    <a:lnTo>
                      <a:pt x="93325" y="39633"/>
                    </a:lnTo>
                    <a:cubicBezTo>
                      <a:pt x="89542" y="39633"/>
                      <a:pt x="86410" y="42602"/>
                      <a:pt x="86182" y="46385"/>
                    </a:cubicBezTo>
                    <a:lnTo>
                      <a:pt x="86084" y="48114"/>
                    </a:lnTo>
                    <a:lnTo>
                      <a:pt x="77961" y="48114"/>
                    </a:lnTo>
                    <a:cubicBezTo>
                      <a:pt x="79495" y="35066"/>
                      <a:pt x="90781" y="24922"/>
                      <a:pt x="104384" y="24922"/>
                    </a:cubicBezTo>
                    <a:close/>
                    <a:moveTo>
                      <a:pt x="163686" y="24922"/>
                    </a:moveTo>
                    <a:cubicBezTo>
                      <a:pt x="177289" y="24922"/>
                      <a:pt x="188543" y="35066"/>
                      <a:pt x="190109" y="48114"/>
                    </a:cubicBezTo>
                    <a:lnTo>
                      <a:pt x="181954" y="48114"/>
                    </a:lnTo>
                    <a:lnTo>
                      <a:pt x="181888" y="46385"/>
                    </a:lnTo>
                    <a:cubicBezTo>
                      <a:pt x="181660" y="42602"/>
                      <a:pt x="178529" y="39633"/>
                      <a:pt x="174745" y="39633"/>
                    </a:cubicBezTo>
                    <a:lnTo>
                      <a:pt x="152628" y="39633"/>
                    </a:lnTo>
                    <a:cubicBezTo>
                      <a:pt x="148812" y="39633"/>
                      <a:pt x="145713" y="42602"/>
                      <a:pt x="145485" y="46385"/>
                    </a:cubicBezTo>
                    <a:lnTo>
                      <a:pt x="145387" y="48114"/>
                    </a:lnTo>
                    <a:lnTo>
                      <a:pt x="137264" y="48114"/>
                    </a:lnTo>
                    <a:cubicBezTo>
                      <a:pt x="138798" y="35066"/>
                      <a:pt x="150084" y="24922"/>
                      <a:pt x="163686" y="24922"/>
                    </a:cubicBezTo>
                    <a:close/>
                    <a:moveTo>
                      <a:pt x="49093" y="56824"/>
                    </a:moveTo>
                    <a:cubicBezTo>
                      <a:pt x="47397" y="56824"/>
                      <a:pt x="46027" y="58194"/>
                      <a:pt x="46027" y="59890"/>
                    </a:cubicBezTo>
                    <a:lnTo>
                      <a:pt x="46027" y="76200"/>
                    </a:lnTo>
                    <a:cubicBezTo>
                      <a:pt x="46027" y="77896"/>
                      <a:pt x="47397" y="79266"/>
                      <a:pt x="49093" y="79266"/>
                    </a:cubicBezTo>
                    <a:cubicBezTo>
                      <a:pt x="50789" y="79266"/>
                      <a:pt x="52159" y="77896"/>
                      <a:pt x="52159" y="76200"/>
                    </a:cubicBezTo>
                    <a:lnTo>
                      <a:pt x="52159" y="59890"/>
                    </a:lnTo>
                    <a:cubicBezTo>
                      <a:pt x="52159" y="58194"/>
                      <a:pt x="50789" y="56824"/>
                      <a:pt x="49093" y="56824"/>
                    </a:cubicBezTo>
                    <a:close/>
                    <a:moveTo>
                      <a:pt x="108396" y="56824"/>
                    </a:moveTo>
                    <a:cubicBezTo>
                      <a:pt x="106700" y="56824"/>
                      <a:pt x="105330" y="58194"/>
                      <a:pt x="105330" y="59890"/>
                    </a:cubicBezTo>
                    <a:lnTo>
                      <a:pt x="105330" y="76200"/>
                    </a:lnTo>
                    <a:cubicBezTo>
                      <a:pt x="105330" y="77896"/>
                      <a:pt x="106700" y="79266"/>
                      <a:pt x="108396" y="79266"/>
                    </a:cubicBezTo>
                    <a:cubicBezTo>
                      <a:pt x="110092" y="79266"/>
                      <a:pt x="111462" y="77896"/>
                      <a:pt x="111462" y="76200"/>
                    </a:cubicBezTo>
                    <a:lnTo>
                      <a:pt x="111462" y="59890"/>
                    </a:lnTo>
                    <a:cubicBezTo>
                      <a:pt x="111462" y="58194"/>
                      <a:pt x="110092" y="56824"/>
                      <a:pt x="108396" y="56824"/>
                    </a:cubicBezTo>
                    <a:close/>
                    <a:moveTo>
                      <a:pt x="167699" y="56824"/>
                    </a:moveTo>
                    <a:cubicBezTo>
                      <a:pt x="166002" y="56824"/>
                      <a:pt x="164632" y="58194"/>
                      <a:pt x="164632" y="59890"/>
                    </a:cubicBezTo>
                    <a:lnTo>
                      <a:pt x="164632" y="76200"/>
                    </a:lnTo>
                    <a:cubicBezTo>
                      <a:pt x="164632" y="77896"/>
                      <a:pt x="166002" y="79266"/>
                      <a:pt x="167699" y="79266"/>
                    </a:cubicBezTo>
                    <a:cubicBezTo>
                      <a:pt x="169395" y="79266"/>
                      <a:pt x="170765" y="77896"/>
                      <a:pt x="170765" y="76200"/>
                    </a:cubicBezTo>
                    <a:lnTo>
                      <a:pt x="170765" y="59890"/>
                    </a:lnTo>
                    <a:cubicBezTo>
                      <a:pt x="170765" y="58194"/>
                      <a:pt x="169395" y="56824"/>
                      <a:pt x="167699" y="56824"/>
                    </a:cubicBezTo>
                    <a:close/>
                    <a:moveTo>
                      <a:pt x="38987" y="103207"/>
                    </a:moveTo>
                    <a:cubicBezTo>
                      <a:pt x="37345" y="103207"/>
                      <a:pt x="35977" y="104458"/>
                      <a:pt x="35882" y="106112"/>
                    </a:cubicBezTo>
                    <a:lnTo>
                      <a:pt x="34871" y="124967"/>
                    </a:lnTo>
                    <a:cubicBezTo>
                      <a:pt x="34773" y="126663"/>
                      <a:pt x="36078" y="128098"/>
                      <a:pt x="37741" y="128196"/>
                    </a:cubicBezTo>
                    <a:lnTo>
                      <a:pt x="37937" y="128196"/>
                    </a:lnTo>
                    <a:cubicBezTo>
                      <a:pt x="39535" y="128196"/>
                      <a:pt x="40873" y="126924"/>
                      <a:pt x="40971" y="125293"/>
                    </a:cubicBezTo>
                    <a:lnTo>
                      <a:pt x="41982" y="106439"/>
                    </a:lnTo>
                    <a:cubicBezTo>
                      <a:pt x="42080" y="104742"/>
                      <a:pt x="40807" y="103307"/>
                      <a:pt x="39111" y="103209"/>
                    </a:cubicBezTo>
                    <a:cubicBezTo>
                      <a:pt x="39069" y="103208"/>
                      <a:pt x="39028" y="103207"/>
                      <a:pt x="38987" y="103207"/>
                    </a:cubicBezTo>
                    <a:close/>
                    <a:moveTo>
                      <a:pt x="98289" y="103207"/>
                    </a:moveTo>
                    <a:cubicBezTo>
                      <a:pt x="96648" y="103207"/>
                      <a:pt x="95280" y="104458"/>
                      <a:pt x="95185" y="106112"/>
                    </a:cubicBezTo>
                    <a:lnTo>
                      <a:pt x="94174" y="124967"/>
                    </a:lnTo>
                    <a:cubicBezTo>
                      <a:pt x="94076" y="126663"/>
                      <a:pt x="95380" y="128098"/>
                      <a:pt x="97044" y="128196"/>
                    </a:cubicBezTo>
                    <a:lnTo>
                      <a:pt x="97207" y="128196"/>
                    </a:lnTo>
                    <a:cubicBezTo>
                      <a:pt x="98838" y="128196"/>
                      <a:pt x="100176" y="126924"/>
                      <a:pt x="100273" y="125293"/>
                    </a:cubicBezTo>
                    <a:lnTo>
                      <a:pt x="101285" y="106439"/>
                    </a:lnTo>
                    <a:cubicBezTo>
                      <a:pt x="101383" y="104742"/>
                      <a:pt x="100110" y="103307"/>
                      <a:pt x="98414" y="103209"/>
                    </a:cubicBezTo>
                    <a:cubicBezTo>
                      <a:pt x="98372" y="103208"/>
                      <a:pt x="98331" y="103207"/>
                      <a:pt x="98289" y="103207"/>
                    </a:cubicBezTo>
                    <a:close/>
                    <a:moveTo>
                      <a:pt x="157592" y="103207"/>
                    </a:moveTo>
                    <a:cubicBezTo>
                      <a:pt x="155951" y="103207"/>
                      <a:pt x="154583" y="104458"/>
                      <a:pt x="154488" y="106112"/>
                    </a:cubicBezTo>
                    <a:lnTo>
                      <a:pt x="153476" y="124967"/>
                    </a:lnTo>
                    <a:cubicBezTo>
                      <a:pt x="153379" y="126663"/>
                      <a:pt x="154683" y="128098"/>
                      <a:pt x="156347" y="128196"/>
                    </a:cubicBezTo>
                    <a:lnTo>
                      <a:pt x="156510" y="128196"/>
                    </a:lnTo>
                    <a:cubicBezTo>
                      <a:pt x="158141" y="128196"/>
                      <a:pt x="159479" y="126924"/>
                      <a:pt x="159576" y="125293"/>
                    </a:cubicBezTo>
                    <a:lnTo>
                      <a:pt x="160588" y="106439"/>
                    </a:lnTo>
                    <a:cubicBezTo>
                      <a:pt x="160685" y="104742"/>
                      <a:pt x="159381" y="103307"/>
                      <a:pt x="157717" y="103209"/>
                    </a:cubicBezTo>
                    <a:cubicBezTo>
                      <a:pt x="157675" y="103208"/>
                      <a:pt x="157634" y="103207"/>
                      <a:pt x="157592" y="103207"/>
                    </a:cubicBezTo>
                    <a:close/>
                    <a:moveTo>
                      <a:pt x="45081" y="18822"/>
                    </a:moveTo>
                    <a:cubicBezTo>
                      <a:pt x="28086" y="18822"/>
                      <a:pt x="14092" y="31707"/>
                      <a:pt x="12526" y="48114"/>
                    </a:cubicBezTo>
                    <a:lnTo>
                      <a:pt x="3066" y="48114"/>
                    </a:lnTo>
                    <a:cubicBezTo>
                      <a:pt x="1370" y="48114"/>
                      <a:pt x="0" y="49484"/>
                      <a:pt x="0" y="51181"/>
                    </a:cubicBezTo>
                    <a:cubicBezTo>
                      <a:pt x="0" y="52877"/>
                      <a:pt x="1370" y="54247"/>
                      <a:pt x="3066" y="54247"/>
                    </a:cubicBezTo>
                    <a:lnTo>
                      <a:pt x="26455" y="54247"/>
                    </a:lnTo>
                    <a:lnTo>
                      <a:pt x="20975" y="155401"/>
                    </a:lnTo>
                    <a:cubicBezTo>
                      <a:pt x="20909" y="157097"/>
                      <a:pt x="22182" y="158533"/>
                      <a:pt x="23878" y="158630"/>
                    </a:cubicBezTo>
                    <a:cubicBezTo>
                      <a:pt x="23919" y="158632"/>
                      <a:pt x="23961" y="158633"/>
                      <a:pt x="24002" y="158633"/>
                    </a:cubicBezTo>
                    <a:cubicBezTo>
                      <a:pt x="25644" y="158633"/>
                      <a:pt x="27012" y="157382"/>
                      <a:pt x="27107" y="155727"/>
                    </a:cubicBezTo>
                    <a:lnTo>
                      <a:pt x="33011" y="46712"/>
                    </a:lnTo>
                    <a:cubicBezTo>
                      <a:pt x="33044" y="46190"/>
                      <a:pt x="33468" y="45766"/>
                      <a:pt x="34023" y="45766"/>
                    </a:cubicBezTo>
                    <a:lnTo>
                      <a:pt x="56139" y="45766"/>
                    </a:lnTo>
                    <a:cubicBezTo>
                      <a:pt x="56693" y="45766"/>
                      <a:pt x="57150" y="46190"/>
                      <a:pt x="57150" y="46712"/>
                    </a:cubicBezTo>
                    <a:lnTo>
                      <a:pt x="63087" y="155727"/>
                    </a:lnTo>
                    <a:cubicBezTo>
                      <a:pt x="63152" y="157358"/>
                      <a:pt x="64522" y="158630"/>
                      <a:pt x="66120" y="158630"/>
                    </a:cubicBezTo>
                    <a:lnTo>
                      <a:pt x="66284" y="158630"/>
                    </a:lnTo>
                    <a:cubicBezTo>
                      <a:pt x="67980" y="158533"/>
                      <a:pt x="69285" y="157097"/>
                      <a:pt x="69187" y="155401"/>
                    </a:cubicBezTo>
                    <a:lnTo>
                      <a:pt x="63707" y="54214"/>
                    </a:lnTo>
                    <a:lnTo>
                      <a:pt x="85758" y="54214"/>
                    </a:lnTo>
                    <a:lnTo>
                      <a:pt x="80277" y="155401"/>
                    </a:lnTo>
                    <a:cubicBezTo>
                      <a:pt x="80180" y="157097"/>
                      <a:pt x="81484" y="158533"/>
                      <a:pt x="83181" y="158630"/>
                    </a:cubicBezTo>
                    <a:cubicBezTo>
                      <a:pt x="83222" y="158632"/>
                      <a:pt x="83262" y="158633"/>
                      <a:pt x="83303" y="158633"/>
                    </a:cubicBezTo>
                    <a:cubicBezTo>
                      <a:pt x="84916" y="158633"/>
                      <a:pt x="86314" y="157382"/>
                      <a:pt x="86377" y="155727"/>
                    </a:cubicBezTo>
                    <a:lnTo>
                      <a:pt x="92314" y="46712"/>
                    </a:lnTo>
                    <a:cubicBezTo>
                      <a:pt x="92314" y="46190"/>
                      <a:pt x="92771" y="45766"/>
                      <a:pt x="93325" y="45766"/>
                    </a:cubicBezTo>
                    <a:lnTo>
                      <a:pt x="115442" y="45766"/>
                    </a:lnTo>
                    <a:cubicBezTo>
                      <a:pt x="115996" y="45766"/>
                      <a:pt x="116453" y="46190"/>
                      <a:pt x="116453" y="46712"/>
                    </a:cubicBezTo>
                    <a:lnTo>
                      <a:pt x="122390" y="155727"/>
                    </a:lnTo>
                    <a:cubicBezTo>
                      <a:pt x="122455" y="157358"/>
                      <a:pt x="123825" y="158630"/>
                      <a:pt x="125423" y="158630"/>
                    </a:cubicBezTo>
                    <a:lnTo>
                      <a:pt x="125586" y="158630"/>
                    </a:lnTo>
                    <a:cubicBezTo>
                      <a:pt x="127283" y="158533"/>
                      <a:pt x="128588" y="157097"/>
                      <a:pt x="128490" y="155401"/>
                    </a:cubicBezTo>
                    <a:lnTo>
                      <a:pt x="123010" y="54214"/>
                    </a:lnTo>
                    <a:lnTo>
                      <a:pt x="145061" y="54214"/>
                    </a:lnTo>
                    <a:lnTo>
                      <a:pt x="139580" y="155401"/>
                    </a:lnTo>
                    <a:cubicBezTo>
                      <a:pt x="139483" y="157097"/>
                      <a:pt x="140787" y="158533"/>
                      <a:pt x="142484" y="158630"/>
                    </a:cubicBezTo>
                    <a:cubicBezTo>
                      <a:pt x="142524" y="158632"/>
                      <a:pt x="142565" y="158633"/>
                      <a:pt x="142606" y="158633"/>
                    </a:cubicBezTo>
                    <a:cubicBezTo>
                      <a:pt x="144219" y="158633"/>
                      <a:pt x="145617" y="157382"/>
                      <a:pt x="145680" y="155727"/>
                    </a:cubicBezTo>
                    <a:lnTo>
                      <a:pt x="151617" y="46712"/>
                    </a:lnTo>
                    <a:cubicBezTo>
                      <a:pt x="151617" y="46190"/>
                      <a:pt x="152074" y="45766"/>
                      <a:pt x="152628" y="45766"/>
                    </a:cubicBezTo>
                    <a:lnTo>
                      <a:pt x="174745" y="45766"/>
                    </a:lnTo>
                    <a:cubicBezTo>
                      <a:pt x="175299" y="45766"/>
                      <a:pt x="175723" y="46190"/>
                      <a:pt x="175756" y="46712"/>
                    </a:cubicBezTo>
                    <a:lnTo>
                      <a:pt x="181660" y="155727"/>
                    </a:lnTo>
                    <a:cubicBezTo>
                      <a:pt x="181758" y="157358"/>
                      <a:pt x="183128" y="158630"/>
                      <a:pt x="184726" y="158630"/>
                    </a:cubicBezTo>
                    <a:lnTo>
                      <a:pt x="184889" y="158630"/>
                    </a:lnTo>
                    <a:cubicBezTo>
                      <a:pt x="186586" y="158533"/>
                      <a:pt x="187858" y="157097"/>
                      <a:pt x="187793" y="155401"/>
                    </a:cubicBezTo>
                    <a:lnTo>
                      <a:pt x="182312" y="54214"/>
                    </a:lnTo>
                    <a:lnTo>
                      <a:pt x="205701" y="54214"/>
                    </a:lnTo>
                    <a:cubicBezTo>
                      <a:pt x="207397" y="54214"/>
                      <a:pt x="208767" y="52877"/>
                      <a:pt x="208767" y="51181"/>
                    </a:cubicBezTo>
                    <a:cubicBezTo>
                      <a:pt x="208767" y="49484"/>
                      <a:pt x="207397" y="48114"/>
                      <a:pt x="205701" y="48114"/>
                    </a:cubicBezTo>
                    <a:lnTo>
                      <a:pt x="196241" y="48114"/>
                    </a:lnTo>
                    <a:cubicBezTo>
                      <a:pt x="194675" y="31707"/>
                      <a:pt x="180681" y="18822"/>
                      <a:pt x="163686" y="18822"/>
                    </a:cubicBezTo>
                    <a:cubicBezTo>
                      <a:pt x="150573" y="18822"/>
                      <a:pt x="139254" y="26487"/>
                      <a:pt x="134035" y="37545"/>
                    </a:cubicBezTo>
                    <a:cubicBezTo>
                      <a:pt x="128816" y="26487"/>
                      <a:pt x="117497" y="18822"/>
                      <a:pt x="104384" y="18822"/>
                    </a:cubicBezTo>
                    <a:cubicBezTo>
                      <a:pt x="91270" y="18822"/>
                      <a:pt x="79951" y="26487"/>
                      <a:pt x="74732" y="37545"/>
                    </a:cubicBezTo>
                    <a:cubicBezTo>
                      <a:pt x="69513" y="26487"/>
                      <a:pt x="58194" y="18822"/>
                      <a:pt x="45081" y="18822"/>
                    </a:cubicBezTo>
                    <a:close/>
                    <a:moveTo>
                      <a:pt x="50169" y="142451"/>
                    </a:moveTo>
                    <a:cubicBezTo>
                      <a:pt x="48473" y="142451"/>
                      <a:pt x="47103" y="143821"/>
                      <a:pt x="47103" y="145517"/>
                    </a:cubicBezTo>
                    <a:lnTo>
                      <a:pt x="47103" y="161827"/>
                    </a:lnTo>
                    <a:cubicBezTo>
                      <a:pt x="47103" y="163523"/>
                      <a:pt x="48473" y="164893"/>
                      <a:pt x="50169" y="164893"/>
                    </a:cubicBezTo>
                    <a:cubicBezTo>
                      <a:pt x="51833" y="164893"/>
                      <a:pt x="53203" y="163523"/>
                      <a:pt x="53203" y="161827"/>
                    </a:cubicBezTo>
                    <a:lnTo>
                      <a:pt x="53203" y="145517"/>
                    </a:lnTo>
                    <a:cubicBezTo>
                      <a:pt x="53203" y="143821"/>
                      <a:pt x="51833" y="142451"/>
                      <a:pt x="50169" y="142451"/>
                    </a:cubicBezTo>
                    <a:close/>
                    <a:moveTo>
                      <a:pt x="109440" y="142451"/>
                    </a:moveTo>
                    <a:cubicBezTo>
                      <a:pt x="107776" y="142451"/>
                      <a:pt x="106406" y="143821"/>
                      <a:pt x="106406" y="145517"/>
                    </a:cubicBezTo>
                    <a:lnTo>
                      <a:pt x="106406" y="161827"/>
                    </a:lnTo>
                    <a:cubicBezTo>
                      <a:pt x="106406" y="163523"/>
                      <a:pt x="107776" y="164893"/>
                      <a:pt x="109440" y="164893"/>
                    </a:cubicBezTo>
                    <a:cubicBezTo>
                      <a:pt x="111136" y="164893"/>
                      <a:pt x="112506" y="163523"/>
                      <a:pt x="112506" y="161827"/>
                    </a:cubicBezTo>
                    <a:lnTo>
                      <a:pt x="112506" y="145517"/>
                    </a:lnTo>
                    <a:cubicBezTo>
                      <a:pt x="112506" y="143821"/>
                      <a:pt x="111136" y="142451"/>
                      <a:pt x="109440" y="142451"/>
                    </a:cubicBezTo>
                    <a:close/>
                    <a:moveTo>
                      <a:pt x="168743" y="142451"/>
                    </a:moveTo>
                    <a:cubicBezTo>
                      <a:pt x="167079" y="142451"/>
                      <a:pt x="165709" y="143821"/>
                      <a:pt x="165709" y="145517"/>
                    </a:cubicBezTo>
                    <a:lnTo>
                      <a:pt x="165709" y="161827"/>
                    </a:lnTo>
                    <a:cubicBezTo>
                      <a:pt x="165709" y="163523"/>
                      <a:pt x="167079" y="164893"/>
                      <a:pt x="168743" y="164893"/>
                    </a:cubicBezTo>
                    <a:cubicBezTo>
                      <a:pt x="170439" y="164893"/>
                      <a:pt x="171809" y="163523"/>
                      <a:pt x="171809" y="161827"/>
                    </a:cubicBezTo>
                    <a:lnTo>
                      <a:pt x="171809" y="145517"/>
                    </a:lnTo>
                    <a:cubicBezTo>
                      <a:pt x="171809" y="143821"/>
                      <a:pt x="170439" y="142451"/>
                      <a:pt x="168743" y="142451"/>
                    </a:cubicBezTo>
                    <a:close/>
                    <a:moveTo>
                      <a:pt x="3066" y="165154"/>
                    </a:moveTo>
                    <a:cubicBezTo>
                      <a:pt x="1370" y="165154"/>
                      <a:pt x="0" y="166492"/>
                      <a:pt x="0" y="168188"/>
                    </a:cubicBezTo>
                    <a:cubicBezTo>
                      <a:pt x="0" y="169884"/>
                      <a:pt x="1370" y="171254"/>
                      <a:pt x="3066" y="171254"/>
                    </a:cubicBezTo>
                    <a:cubicBezTo>
                      <a:pt x="10797" y="171254"/>
                      <a:pt x="14614" y="173081"/>
                      <a:pt x="18626" y="175038"/>
                    </a:cubicBezTo>
                    <a:cubicBezTo>
                      <a:pt x="22867" y="177093"/>
                      <a:pt x="27694" y="179409"/>
                      <a:pt x="36828" y="179409"/>
                    </a:cubicBezTo>
                    <a:cubicBezTo>
                      <a:pt x="45961" y="179409"/>
                      <a:pt x="50789" y="177093"/>
                      <a:pt x="55062" y="175038"/>
                    </a:cubicBezTo>
                    <a:cubicBezTo>
                      <a:pt x="59075" y="173081"/>
                      <a:pt x="62858" y="171254"/>
                      <a:pt x="70622" y="171254"/>
                    </a:cubicBezTo>
                    <a:cubicBezTo>
                      <a:pt x="78353" y="171254"/>
                      <a:pt x="82137" y="173081"/>
                      <a:pt x="86149" y="175038"/>
                    </a:cubicBezTo>
                    <a:cubicBezTo>
                      <a:pt x="90422" y="177093"/>
                      <a:pt x="95250" y="179409"/>
                      <a:pt x="104384" y="179409"/>
                    </a:cubicBezTo>
                    <a:cubicBezTo>
                      <a:pt x="113517" y="179409"/>
                      <a:pt x="118345" y="177093"/>
                      <a:pt x="122585" y="175038"/>
                    </a:cubicBezTo>
                    <a:cubicBezTo>
                      <a:pt x="126630" y="173081"/>
                      <a:pt x="130414" y="171254"/>
                      <a:pt x="138145" y="171254"/>
                    </a:cubicBezTo>
                    <a:cubicBezTo>
                      <a:pt x="145909" y="171254"/>
                      <a:pt x="149693" y="173081"/>
                      <a:pt x="153705" y="175038"/>
                    </a:cubicBezTo>
                    <a:cubicBezTo>
                      <a:pt x="157978" y="177093"/>
                      <a:pt x="162773" y="179409"/>
                      <a:pt x="171939" y="179409"/>
                    </a:cubicBezTo>
                    <a:cubicBezTo>
                      <a:pt x="181073" y="179409"/>
                      <a:pt x="185901" y="177093"/>
                      <a:pt x="190141" y="175038"/>
                    </a:cubicBezTo>
                    <a:cubicBezTo>
                      <a:pt x="194153" y="173081"/>
                      <a:pt x="197970" y="171254"/>
                      <a:pt x="205701" y="171254"/>
                    </a:cubicBezTo>
                    <a:cubicBezTo>
                      <a:pt x="207397" y="171254"/>
                      <a:pt x="208767" y="169884"/>
                      <a:pt x="208767" y="168188"/>
                    </a:cubicBezTo>
                    <a:cubicBezTo>
                      <a:pt x="208767" y="166492"/>
                      <a:pt x="207397" y="165154"/>
                      <a:pt x="205701" y="165154"/>
                    </a:cubicBezTo>
                    <a:cubicBezTo>
                      <a:pt x="196567" y="165154"/>
                      <a:pt x="191740" y="167470"/>
                      <a:pt x="187499" y="169525"/>
                    </a:cubicBezTo>
                    <a:cubicBezTo>
                      <a:pt x="183487" y="171450"/>
                      <a:pt x="179670" y="173309"/>
                      <a:pt x="171939" y="173309"/>
                    </a:cubicBezTo>
                    <a:cubicBezTo>
                      <a:pt x="164176" y="173309"/>
                      <a:pt x="160392" y="171450"/>
                      <a:pt x="156380" y="169525"/>
                    </a:cubicBezTo>
                    <a:cubicBezTo>
                      <a:pt x="152106" y="167470"/>
                      <a:pt x="147311" y="165154"/>
                      <a:pt x="138145" y="165154"/>
                    </a:cubicBezTo>
                    <a:cubicBezTo>
                      <a:pt x="129012" y="165154"/>
                      <a:pt x="124184" y="167470"/>
                      <a:pt x="119943" y="169525"/>
                    </a:cubicBezTo>
                    <a:cubicBezTo>
                      <a:pt x="115931" y="171450"/>
                      <a:pt x="112114" y="173309"/>
                      <a:pt x="104384" y="173309"/>
                    </a:cubicBezTo>
                    <a:cubicBezTo>
                      <a:pt x="96653" y="173309"/>
                      <a:pt x="92836" y="171450"/>
                      <a:pt x="88824" y="169525"/>
                    </a:cubicBezTo>
                    <a:cubicBezTo>
                      <a:pt x="84583" y="167470"/>
                      <a:pt x="79756" y="165154"/>
                      <a:pt x="70622" y="165154"/>
                    </a:cubicBezTo>
                    <a:cubicBezTo>
                      <a:pt x="61456" y="165154"/>
                      <a:pt x="56628" y="167470"/>
                      <a:pt x="52388" y="169525"/>
                    </a:cubicBezTo>
                    <a:cubicBezTo>
                      <a:pt x="48375" y="171450"/>
                      <a:pt x="44591" y="173309"/>
                      <a:pt x="36828" y="173309"/>
                    </a:cubicBezTo>
                    <a:cubicBezTo>
                      <a:pt x="29097" y="173309"/>
                      <a:pt x="25280" y="171450"/>
                      <a:pt x="21268" y="169525"/>
                    </a:cubicBezTo>
                    <a:cubicBezTo>
                      <a:pt x="17028" y="167470"/>
                      <a:pt x="12200" y="165154"/>
                      <a:pt x="3066" y="165154"/>
                    </a:cubicBezTo>
                    <a:close/>
                    <a:moveTo>
                      <a:pt x="3066" y="194512"/>
                    </a:moveTo>
                    <a:cubicBezTo>
                      <a:pt x="1370" y="194512"/>
                      <a:pt x="0" y="195850"/>
                      <a:pt x="0" y="197546"/>
                    </a:cubicBezTo>
                    <a:cubicBezTo>
                      <a:pt x="0" y="199242"/>
                      <a:pt x="1370" y="200612"/>
                      <a:pt x="3066" y="200612"/>
                    </a:cubicBezTo>
                    <a:cubicBezTo>
                      <a:pt x="10797" y="200612"/>
                      <a:pt x="14614" y="202439"/>
                      <a:pt x="18626" y="204396"/>
                    </a:cubicBezTo>
                    <a:cubicBezTo>
                      <a:pt x="22867" y="206451"/>
                      <a:pt x="27694" y="208767"/>
                      <a:pt x="36828" y="208767"/>
                    </a:cubicBezTo>
                    <a:cubicBezTo>
                      <a:pt x="45961" y="208767"/>
                      <a:pt x="50789" y="206451"/>
                      <a:pt x="55062" y="204396"/>
                    </a:cubicBezTo>
                    <a:cubicBezTo>
                      <a:pt x="59075" y="202439"/>
                      <a:pt x="62858" y="200612"/>
                      <a:pt x="70622" y="200612"/>
                    </a:cubicBezTo>
                    <a:cubicBezTo>
                      <a:pt x="78353" y="200612"/>
                      <a:pt x="82137" y="202439"/>
                      <a:pt x="86149" y="204396"/>
                    </a:cubicBezTo>
                    <a:cubicBezTo>
                      <a:pt x="90422" y="206451"/>
                      <a:pt x="95250" y="208767"/>
                      <a:pt x="104384" y="208767"/>
                    </a:cubicBezTo>
                    <a:cubicBezTo>
                      <a:pt x="113517" y="208767"/>
                      <a:pt x="118345" y="206451"/>
                      <a:pt x="122585" y="204396"/>
                    </a:cubicBezTo>
                    <a:cubicBezTo>
                      <a:pt x="126630" y="202439"/>
                      <a:pt x="130414" y="200612"/>
                      <a:pt x="138145" y="200612"/>
                    </a:cubicBezTo>
                    <a:cubicBezTo>
                      <a:pt x="145909" y="200612"/>
                      <a:pt x="149693" y="202439"/>
                      <a:pt x="153705" y="204396"/>
                    </a:cubicBezTo>
                    <a:cubicBezTo>
                      <a:pt x="157978" y="206451"/>
                      <a:pt x="162773" y="208767"/>
                      <a:pt x="171939" y="208767"/>
                    </a:cubicBezTo>
                    <a:cubicBezTo>
                      <a:pt x="181073" y="208767"/>
                      <a:pt x="185901" y="206451"/>
                      <a:pt x="190141" y="204396"/>
                    </a:cubicBezTo>
                    <a:cubicBezTo>
                      <a:pt x="194153" y="202439"/>
                      <a:pt x="197970" y="200612"/>
                      <a:pt x="205701" y="200612"/>
                    </a:cubicBezTo>
                    <a:cubicBezTo>
                      <a:pt x="207397" y="200612"/>
                      <a:pt x="208767" y="199242"/>
                      <a:pt x="208767" y="197546"/>
                    </a:cubicBezTo>
                    <a:cubicBezTo>
                      <a:pt x="208767" y="195850"/>
                      <a:pt x="207397" y="194512"/>
                      <a:pt x="205701" y="194512"/>
                    </a:cubicBezTo>
                    <a:cubicBezTo>
                      <a:pt x="196567" y="194512"/>
                      <a:pt x="191740" y="196828"/>
                      <a:pt x="187499" y="198883"/>
                    </a:cubicBezTo>
                    <a:cubicBezTo>
                      <a:pt x="183487" y="200808"/>
                      <a:pt x="179670" y="202667"/>
                      <a:pt x="171939" y="202667"/>
                    </a:cubicBezTo>
                    <a:cubicBezTo>
                      <a:pt x="164176" y="202667"/>
                      <a:pt x="160392" y="200808"/>
                      <a:pt x="156380" y="198883"/>
                    </a:cubicBezTo>
                    <a:cubicBezTo>
                      <a:pt x="152106" y="196828"/>
                      <a:pt x="147311" y="194512"/>
                      <a:pt x="138145" y="194512"/>
                    </a:cubicBezTo>
                    <a:cubicBezTo>
                      <a:pt x="129012" y="194512"/>
                      <a:pt x="124184" y="196828"/>
                      <a:pt x="119943" y="198883"/>
                    </a:cubicBezTo>
                    <a:cubicBezTo>
                      <a:pt x="115931" y="200808"/>
                      <a:pt x="112114" y="202667"/>
                      <a:pt x="104384" y="202667"/>
                    </a:cubicBezTo>
                    <a:cubicBezTo>
                      <a:pt x="96653" y="202667"/>
                      <a:pt x="92836" y="200808"/>
                      <a:pt x="88824" y="198883"/>
                    </a:cubicBezTo>
                    <a:cubicBezTo>
                      <a:pt x="84583" y="196828"/>
                      <a:pt x="79756" y="194512"/>
                      <a:pt x="70622" y="194512"/>
                    </a:cubicBezTo>
                    <a:cubicBezTo>
                      <a:pt x="61456" y="194512"/>
                      <a:pt x="56628" y="196828"/>
                      <a:pt x="52388" y="198883"/>
                    </a:cubicBezTo>
                    <a:cubicBezTo>
                      <a:pt x="48375" y="200808"/>
                      <a:pt x="44591" y="202667"/>
                      <a:pt x="36828" y="202667"/>
                    </a:cubicBezTo>
                    <a:cubicBezTo>
                      <a:pt x="29097" y="202667"/>
                      <a:pt x="25280" y="200808"/>
                      <a:pt x="21268" y="198883"/>
                    </a:cubicBezTo>
                    <a:cubicBezTo>
                      <a:pt x="17028" y="196828"/>
                      <a:pt x="12200" y="194512"/>
                      <a:pt x="3066" y="194512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43" name="Google Shape;1743;p79"/>
          <p:cNvGrpSpPr/>
          <p:nvPr/>
        </p:nvGrpSpPr>
        <p:grpSpPr>
          <a:xfrm rot="-2014949">
            <a:off x="1617745" y="910017"/>
            <a:ext cx="1507079" cy="1825937"/>
            <a:chOff x="2641038" y="826250"/>
            <a:chExt cx="2125500" cy="2575200"/>
          </a:xfrm>
        </p:grpSpPr>
        <p:sp>
          <p:nvSpPr>
            <p:cNvPr id="1744" name="Google Shape;1744;p79"/>
            <p:cNvSpPr/>
            <p:nvPr/>
          </p:nvSpPr>
          <p:spPr>
            <a:xfrm>
              <a:off x="2641038" y="826250"/>
              <a:ext cx="2125500" cy="25752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45" name="Google Shape;1745;p79"/>
            <p:cNvGrpSpPr/>
            <p:nvPr/>
          </p:nvGrpSpPr>
          <p:grpSpPr>
            <a:xfrm>
              <a:off x="2891914" y="1150940"/>
              <a:ext cx="1623766" cy="1925811"/>
              <a:chOff x="1588575" y="238325"/>
              <a:chExt cx="4400450" cy="5219000"/>
            </a:xfrm>
          </p:grpSpPr>
          <p:sp>
            <p:nvSpPr>
              <p:cNvPr id="1746" name="Google Shape;1746;p79"/>
              <p:cNvSpPr/>
              <p:nvPr/>
            </p:nvSpPr>
            <p:spPr>
              <a:xfrm>
                <a:off x="2085200" y="712725"/>
                <a:ext cx="901150" cy="900350"/>
              </a:xfrm>
              <a:custGeom>
                <a:avLst/>
                <a:gdLst/>
                <a:ahLst/>
                <a:cxnLst/>
                <a:rect l="l" t="t" r="r" b="b"/>
                <a:pathLst>
                  <a:path w="36046" h="36014" extrusionOk="0">
                    <a:moveTo>
                      <a:pt x="17583" y="1"/>
                    </a:moveTo>
                    <a:lnTo>
                      <a:pt x="1" y="17583"/>
                    </a:lnTo>
                    <a:lnTo>
                      <a:pt x="18464" y="36013"/>
                    </a:lnTo>
                    <a:lnTo>
                      <a:pt x="36046" y="18431"/>
                    </a:lnTo>
                    <a:lnTo>
                      <a:pt x="1758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7" name="Google Shape;1747;p79"/>
              <p:cNvSpPr/>
              <p:nvPr/>
            </p:nvSpPr>
            <p:spPr>
              <a:xfrm>
                <a:off x="2001225" y="712725"/>
                <a:ext cx="3911125" cy="4667925"/>
              </a:xfrm>
              <a:custGeom>
                <a:avLst/>
                <a:gdLst/>
                <a:ahLst/>
                <a:cxnLst/>
                <a:rect l="l" t="t" r="r" b="b"/>
                <a:pathLst>
                  <a:path w="156445" h="186717" extrusionOk="0">
                    <a:moveTo>
                      <a:pt x="126141" y="16311"/>
                    </a:moveTo>
                    <a:cubicBezTo>
                      <a:pt x="132763" y="16311"/>
                      <a:pt x="138113" y="21693"/>
                      <a:pt x="138113" y="28282"/>
                    </a:cubicBezTo>
                    <a:cubicBezTo>
                      <a:pt x="138113" y="34871"/>
                      <a:pt x="132763" y="40221"/>
                      <a:pt x="126141" y="40221"/>
                    </a:cubicBezTo>
                    <a:lnTo>
                      <a:pt x="74276" y="40221"/>
                    </a:lnTo>
                    <a:cubicBezTo>
                      <a:pt x="67686" y="40221"/>
                      <a:pt x="62337" y="34871"/>
                      <a:pt x="62337" y="28282"/>
                    </a:cubicBezTo>
                    <a:cubicBezTo>
                      <a:pt x="62337" y="21693"/>
                      <a:pt x="67686" y="16311"/>
                      <a:pt x="74276" y="16311"/>
                    </a:cubicBezTo>
                    <a:close/>
                    <a:moveTo>
                      <a:pt x="51181" y="1"/>
                    </a:moveTo>
                    <a:cubicBezTo>
                      <a:pt x="47984" y="1"/>
                      <a:pt x="44885" y="1273"/>
                      <a:pt x="42602" y="3524"/>
                    </a:cubicBezTo>
                    <a:lnTo>
                      <a:pt x="3654" y="41885"/>
                    </a:lnTo>
                    <a:cubicBezTo>
                      <a:pt x="1305" y="44201"/>
                      <a:pt x="0" y="47332"/>
                      <a:pt x="0" y="50627"/>
                    </a:cubicBezTo>
                    <a:lnTo>
                      <a:pt x="0" y="174484"/>
                    </a:lnTo>
                    <a:cubicBezTo>
                      <a:pt x="0" y="181237"/>
                      <a:pt x="5480" y="186717"/>
                      <a:pt x="12233" y="186717"/>
                    </a:cubicBezTo>
                    <a:lnTo>
                      <a:pt x="144213" y="186717"/>
                    </a:lnTo>
                    <a:cubicBezTo>
                      <a:pt x="150997" y="186717"/>
                      <a:pt x="156445" y="181237"/>
                      <a:pt x="156445" y="174484"/>
                    </a:cubicBezTo>
                    <a:lnTo>
                      <a:pt x="156445" y="12233"/>
                    </a:lnTo>
                    <a:cubicBezTo>
                      <a:pt x="156445" y="5481"/>
                      <a:pt x="150997" y="1"/>
                      <a:pt x="144213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8" name="Google Shape;1748;p79"/>
              <p:cNvSpPr/>
              <p:nvPr/>
            </p:nvSpPr>
            <p:spPr>
              <a:xfrm>
                <a:off x="1672575" y="314350"/>
                <a:ext cx="974550" cy="952525"/>
              </a:xfrm>
              <a:custGeom>
                <a:avLst/>
                <a:gdLst/>
                <a:ahLst/>
                <a:cxnLst/>
                <a:rect l="l" t="t" r="r" b="b"/>
                <a:pathLst>
                  <a:path w="38982" h="38101" extrusionOk="0">
                    <a:moveTo>
                      <a:pt x="27189" y="1"/>
                    </a:moveTo>
                    <a:cubicBezTo>
                      <a:pt x="25623" y="1"/>
                      <a:pt x="24057" y="604"/>
                      <a:pt x="22867" y="1811"/>
                    </a:cubicBezTo>
                    <a:lnTo>
                      <a:pt x="2382" y="22264"/>
                    </a:lnTo>
                    <a:cubicBezTo>
                      <a:pt x="0" y="24645"/>
                      <a:pt x="0" y="28527"/>
                      <a:pt x="2382" y="30908"/>
                    </a:cubicBezTo>
                    <a:lnTo>
                      <a:pt x="8742" y="37269"/>
                    </a:lnTo>
                    <a:cubicBezTo>
                      <a:pt x="9297" y="37824"/>
                      <a:pt x="10031" y="38101"/>
                      <a:pt x="10765" y="38101"/>
                    </a:cubicBezTo>
                    <a:cubicBezTo>
                      <a:pt x="11499" y="38101"/>
                      <a:pt x="12233" y="37824"/>
                      <a:pt x="12787" y="37269"/>
                    </a:cubicBezTo>
                    <a:lnTo>
                      <a:pt x="37872" y="12184"/>
                    </a:lnTo>
                    <a:cubicBezTo>
                      <a:pt x="38981" y="11075"/>
                      <a:pt x="38981" y="9249"/>
                      <a:pt x="37872" y="8140"/>
                    </a:cubicBezTo>
                    <a:lnTo>
                      <a:pt x="31511" y="1811"/>
                    </a:lnTo>
                    <a:cubicBezTo>
                      <a:pt x="30321" y="604"/>
                      <a:pt x="28755" y="1"/>
                      <a:pt x="2718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49" name="Google Shape;1749;p79"/>
              <p:cNvSpPr/>
              <p:nvPr/>
            </p:nvSpPr>
            <p:spPr>
              <a:xfrm>
                <a:off x="2408975" y="2125975"/>
                <a:ext cx="3095650" cy="2846925"/>
              </a:xfrm>
              <a:custGeom>
                <a:avLst/>
                <a:gdLst/>
                <a:ahLst/>
                <a:cxnLst/>
                <a:rect l="l" t="t" r="r" b="b"/>
                <a:pathLst>
                  <a:path w="123826" h="113877" extrusionOk="0">
                    <a:moveTo>
                      <a:pt x="4078" y="1"/>
                    </a:moveTo>
                    <a:cubicBezTo>
                      <a:pt x="1827" y="1"/>
                      <a:pt x="0" y="1828"/>
                      <a:pt x="0" y="4078"/>
                    </a:cubicBezTo>
                    <a:lnTo>
                      <a:pt x="0" y="109799"/>
                    </a:lnTo>
                    <a:cubicBezTo>
                      <a:pt x="0" y="112050"/>
                      <a:pt x="1827" y="113877"/>
                      <a:pt x="4078" y="113877"/>
                    </a:cubicBezTo>
                    <a:lnTo>
                      <a:pt x="119748" y="113877"/>
                    </a:lnTo>
                    <a:cubicBezTo>
                      <a:pt x="121998" y="113877"/>
                      <a:pt x="123825" y="112050"/>
                      <a:pt x="123825" y="109799"/>
                    </a:cubicBezTo>
                    <a:lnTo>
                      <a:pt x="123825" y="4078"/>
                    </a:lnTo>
                    <a:cubicBezTo>
                      <a:pt x="123825" y="1828"/>
                      <a:pt x="121998" y="1"/>
                      <a:pt x="119748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0" name="Google Shape;1750;p79"/>
              <p:cNvSpPr/>
              <p:nvPr/>
            </p:nvSpPr>
            <p:spPr>
              <a:xfrm>
                <a:off x="3605300" y="2602025"/>
                <a:ext cx="703800" cy="1009825"/>
              </a:xfrm>
              <a:custGeom>
                <a:avLst/>
                <a:gdLst/>
                <a:ahLst/>
                <a:cxnLst/>
                <a:rect l="l" t="t" r="r" b="b"/>
                <a:pathLst>
                  <a:path w="28152" h="40393" extrusionOk="0">
                    <a:moveTo>
                      <a:pt x="14072" y="1"/>
                    </a:moveTo>
                    <a:cubicBezTo>
                      <a:pt x="13587" y="1"/>
                      <a:pt x="13097" y="188"/>
                      <a:pt x="12722" y="564"/>
                    </a:cubicBezTo>
                    <a:lnTo>
                      <a:pt x="8025" y="5261"/>
                    </a:lnTo>
                    <a:cubicBezTo>
                      <a:pt x="0" y="13285"/>
                      <a:pt x="0" y="26301"/>
                      <a:pt x="8025" y="34325"/>
                    </a:cubicBezTo>
                    <a:lnTo>
                      <a:pt x="14060" y="40392"/>
                    </a:lnTo>
                    <a:lnTo>
                      <a:pt x="20127" y="34325"/>
                    </a:lnTo>
                    <a:cubicBezTo>
                      <a:pt x="28151" y="26301"/>
                      <a:pt x="28151" y="13285"/>
                      <a:pt x="20127" y="5261"/>
                    </a:cubicBezTo>
                    <a:lnTo>
                      <a:pt x="15397" y="564"/>
                    </a:lnTo>
                    <a:cubicBezTo>
                      <a:pt x="15038" y="188"/>
                      <a:pt x="14557" y="1"/>
                      <a:pt x="14072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1" name="Google Shape;1751;p79"/>
              <p:cNvSpPr/>
              <p:nvPr/>
            </p:nvSpPr>
            <p:spPr>
              <a:xfrm>
                <a:off x="2709875" y="3893775"/>
                <a:ext cx="1014500" cy="604100"/>
              </a:xfrm>
              <a:custGeom>
                <a:avLst/>
                <a:gdLst/>
                <a:ahLst/>
                <a:cxnLst/>
                <a:rect l="l" t="t" r="r" b="b"/>
                <a:pathLst>
                  <a:path w="40580" h="24164" extrusionOk="0">
                    <a:moveTo>
                      <a:pt x="20009" y="1"/>
                    </a:moveTo>
                    <a:cubicBezTo>
                      <a:pt x="14745" y="1"/>
                      <a:pt x="9477" y="2015"/>
                      <a:pt x="5448" y="6044"/>
                    </a:cubicBezTo>
                    <a:lnTo>
                      <a:pt x="751" y="10741"/>
                    </a:lnTo>
                    <a:cubicBezTo>
                      <a:pt x="1" y="11491"/>
                      <a:pt x="1" y="12665"/>
                      <a:pt x="751" y="13416"/>
                    </a:cubicBezTo>
                    <a:lnTo>
                      <a:pt x="5448" y="18145"/>
                    </a:lnTo>
                    <a:cubicBezTo>
                      <a:pt x="9477" y="22158"/>
                      <a:pt x="14745" y="24164"/>
                      <a:pt x="20009" y="24164"/>
                    </a:cubicBezTo>
                    <a:cubicBezTo>
                      <a:pt x="25273" y="24164"/>
                      <a:pt x="30533" y="22158"/>
                      <a:pt x="34545" y="18145"/>
                    </a:cubicBezTo>
                    <a:lnTo>
                      <a:pt x="40580" y="12078"/>
                    </a:lnTo>
                    <a:lnTo>
                      <a:pt x="34545" y="6044"/>
                    </a:lnTo>
                    <a:cubicBezTo>
                      <a:pt x="30533" y="2015"/>
                      <a:pt x="25273" y="1"/>
                      <a:pt x="2000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2" name="Google Shape;1752;p79"/>
              <p:cNvSpPr/>
              <p:nvPr/>
            </p:nvSpPr>
            <p:spPr>
              <a:xfrm>
                <a:off x="4189200" y="3893775"/>
                <a:ext cx="1014500" cy="604100"/>
              </a:xfrm>
              <a:custGeom>
                <a:avLst/>
                <a:gdLst/>
                <a:ahLst/>
                <a:cxnLst/>
                <a:rect l="l" t="t" r="r" b="b"/>
                <a:pathLst>
                  <a:path w="40580" h="24164" extrusionOk="0">
                    <a:moveTo>
                      <a:pt x="20600" y="1"/>
                    </a:moveTo>
                    <a:cubicBezTo>
                      <a:pt x="15340" y="1"/>
                      <a:pt x="10080" y="2015"/>
                      <a:pt x="6068" y="6044"/>
                    </a:cubicBezTo>
                    <a:lnTo>
                      <a:pt x="0" y="12078"/>
                    </a:lnTo>
                    <a:lnTo>
                      <a:pt x="6068" y="18145"/>
                    </a:lnTo>
                    <a:cubicBezTo>
                      <a:pt x="10080" y="22158"/>
                      <a:pt x="15340" y="24164"/>
                      <a:pt x="20600" y="24164"/>
                    </a:cubicBezTo>
                    <a:cubicBezTo>
                      <a:pt x="25860" y="24164"/>
                      <a:pt x="31120" y="22158"/>
                      <a:pt x="35132" y="18145"/>
                    </a:cubicBezTo>
                    <a:lnTo>
                      <a:pt x="39829" y="13416"/>
                    </a:lnTo>
                    <a:cubicBezTo>
                      <a:pt x="40579" y="12665"/>
                      <a:pt x="40579" y="11491"/>
                      <a:pt x="39829" y="10741"/>
                    </a:cubicBezTo>
                    <a:lnTo>
                      <a:pt x="35132" y="6044"/>
                    </a:lnTo>
                    <a:cubicBezTo>
                      <a:pt x="31120" y="2015"/>
                      <a:pt x="25860" y="1"/>
                      <a:pt x="20600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3" name="Google Shape;1753;p79"/>
              <p:cNvSpPr/>
              <p:nvPr/>
            </p:nvSpPr>
            <p:spPr>
              <a:xfrm>
                <a:off x="1588575" y="238325"/>
                <a:ext cx="4400450" cy="5219000"/>
              </a:xfrm>
              <a:custGeom>
                <a:avLst/>
                <a:gdLst/>
                <a:ahLst/>
                <a:cxnLst/>
                <a:rect l="l" t="t" r="r" b="b"/>
                <a:pathLst>
                  <a:path w="176018" h="208760" extrusionOk="0">
                    <a:moveTo>
                      <a:pt x="30565" y="6092"/>
                    </a:moveTo>
                    <a:cubicBezTo>
                      <a:pt x="31348" y="6092"/>
                      <a:pt x="32131" y="6418"/>
                      <a:pt x="32718" y="7005"/>
                    </a:cubicBezTo>
                    <a:lnTo>
                      <a:pt x="38916" y="13203"/>
                    </a:lnTo>
                    <a:lnTo>
                      <a:pt x="35328" y="16791"/>
                    </a:lnTo>
                    <a:lnTo>
                      <a:pt x="35295" y="16791"/>
                    </a:lnTo>
                    <a:cubicBezTo>
                      <a:pt x="35295" y="16824"/>
                      <a:pt x="35295" y="16824"/>
                      <a:pt x="35295" y="16824"/>
                    </a:cubicBezTo>
                    <a:lnTo>
                      <a:pt x="14125" y="37994"/>
                    </a:lnTo>
                    <a:lnTo>
                      <a:pt x="7927" y="31796"/>
                    </a:lnTo>
                    <a:cubicBezTo>
                      <a:pt x="6720" y="30589"/>
                      <a:pt x="6720" y="28665"/>
                      <a:pt x="7927" y="27458"/>
                    </a:cubicBezTo>
                    <a:lnTo>
                      <a:pt x="28380" y="7005"/>
                    </a:lnTo>
                    <a:cubicBezTo>
                      <a:pt x="29000" y="6418"/>
                      <a:pt x="29782" y="6092"/>
                      <a:pt x="30565" y="6092"/>
                    </a:cubicBezTo>
                    <a:close/>
                    <a:moveTo>
                      <a:pt x="37481" y="23283"/>
                    </a:moveTo>
                    <a:lnTo>
                      <a:pt x="45636" y="31470"/>
                    </a:lnTo>
                    <a:lnTo>
                      <a:pt x="32294" y="44649"/>
                    </a:lnTo>
                    <a:lnTo>
                      <a:pt x="24204" y="36559"/>
                    </a:lnTo>
                    <a:lnTo>
                      <a:pt x="37481" y="23283"/>
                    </a:lnTo>
                    <a:close/>
                    <a:moveTo>
                      <a:pt x="142647" y="38353"/>
                    </a:moveTo>
                    <a:cubicBezTo>
                      <a:pt x="147573" y="38353"/>
                      <a:pt x="151552" y="42365"/>
                      <a:pt x="151552" y="47258"/>
                    </a:cubicBezTo>
                    <a:cubicBezTo>
                      <a:pt x="151552" y="52151"/>
                      <a:pt x="147573" y="56163"/>
                      <a:pt x="142647" y="56163"/>
                    </a:cubicBezTo>
                    <a:lnTo>
                      <a:pt x="90782" y="56163"/>
                    </a:lnTo>
                    <a:cubicBezTo>
                      <a:pt x="85889" y="56163"/>
                      <a:pt x="81876" y="52151"/>
                      <a:pt x="81876" y="47258"/>
                    </a:cubicBezTo>
                    <a:cubicBezTo>
                      <a:pt x="81876" y="42365"/>
                      <a:pt x="85889" y="38353"/>
                      <a:pt x="90782" y="38353"/>
                    </a:cubicBezTo>
                    <a:close/>
                    <a:moveTo>
                      <a:pt x="90782" y="32253"/>
                    </a:moveTo>
                    <a:cubicBezTo>
                      <a:pt x="82496" y="32253"/>
                      <a:pt x="75776" y="38973"/>
                      <a:pt x="75776" y="47258"/>
                    </a:cubicBezTo>
                    <a:cubicBezTo>
                      <a:pt x="75776" y="55544"/>
                      <a:pt x="82496" y="62263"/>
                      <a:pt x="90782" y="62263"/>
                    </a:cubicBezTo>
                    <a:lnTo>
                      <a:pt x="142647" y="62263"/>
                    </a:lnTo>
                    <a:cubicBezTo>
                      <a:pt x="150933" y="62263"/>
                      <a:pt x="157685" y="55544"/>
                      <a:pt x="157685" y="47258"/>
                    </a:cubicBezTo>
                    <a:cubicBezTo>
                      <a:pt x="157685" y="38973"/>
                      <a:pt x="150933" y="32253"/>
                      <a:pt x="142647" y="32253"/>
                    </a:cubicBezTo>
                    <a:close/>
                    <a:moveTo>
                      <a:pt x="94729" y="98080"/>
                    </a:moveTo>
                    <a:lnTo>
                      <a:pt x="98610" y="101962"/>
                    </a:lnTo>
                    <a:cubicBezTo>
                      <a:pt x="101938" y="105289"/>
                      <a:pt x="103732" y="109660"/>
                      <a:pt x="103732" y="114357"/>
                    </a:cubicBezTo>
                    <a:cubicBezTo>
                      <a:pt x="103732" y="119022"/>
                      <a:pt x="101938" y="123426"/>
                      <a:pt x="98610" y="126720"/>
                    </a:cubicBezTo>
                    <a:lnTo>
                      <a:pt x="97795" y="127536"/>
                    </a:lnTo>
                    <a:lnTo>
                      <a:pt x="97795" y="115727"/>
                    </a:lnTo>
                    <a:cubicBezTo>
                      <a:pt x="97795" y="114031"/>
                      <a:pt x="96425" y="112661"/>
                      <a:pt x="94729" y="112661"/>
                    </a:cubicBezTo>
                    <a:cubicBezTo>
                      <a:pt x="93032" y="112661"/>
                      <a:pt x="91662" y="114031"/>
                      <a:pt x="91662" y="115727"/>
                    </a:cubicBezTo>
                    <a:lnTo>
                      <a:pt x="91662" y="127536"/>
                    </a:lnTo>
                    <a:lnTo>
                      <a:pt x="90847" y="126720"/>
                    </a:lnTo>
                    <a:cubicBezTo>
                      <a:pt x="84029" y="119903"/>
                      <a:pt x="84029" y="108779"/>
                      <a:pt x="90847" y="101962"/>
                    </a:cubicBezTo>
                    <a:lnTo>
                      <a:pt x="94729" y="98080"/>
                    </a:lnTo>
                    <a:close/>
                    <a:moveTo>
                      <a:pt x="94729" y="91491"/>
                    </a:moveTo>
                    <a:cubicBezTo>
                      <a:pt x="93424" y="91491"/>
                      <a:pt x="92152" y="92013"/>
                      <a:pt x="91238" y="92926"/>
                    </a:cubicBezTo>
                    <a:lnTo>
                      <a:pt x="86508" y="97656"/>
                    </a:lnTo>
                    <a:cubicBezTo>
                      <a:pt x="77310" y="106855"/>
                      <a:pt x="77310" y="121827"/>
                      <a:pt x="86508" y="131059"/>
                    </a:cubicBezTo>
                    <a:lnTo>
                      <a:pt x="92576" y="137093"/>
                    </a:lnTo>
                    <a:cubicBezTo>
                      <a:pt x="93112" y="137647"/>
                      <a:pt x="93933" y="137990"/>
                      <a:pt x="94776" y="137990"/>
                    </a:cubicBezTo>
                    <a:cubicBezTo>
                      <a:pt x="95521" y="137990"/>
                      <a:pt x="96284" y="137721"/>
                      <a:pt x="96881" y="137093"/>
                    </a:cubicBezTo>
                    <a:lnTo>
                      <a:pt x="102949" y="131059"/>
                    </a:lnTo>
                    <a:cubicBezTo>
                      <a:pt x="107418" y="126590"/>
                      <a:pt x="109864" y="120653"/>
                      <a:pt x="109864" y="114357"/>
                    </a:cubicBezTo>
                    <a:cubicBezTo>
                      <a:pt x="109864" y="108029"/>
                      <a:pt x="107418" y="102092"/>
                      <a:pt x="102949" y="97656"/>
                    </a:cubicBezTo>
                    <a:lnTo>
                      <a:pt x="98252" y="92926"/>
                    </a:lnTo>
                    <a:cubicBezTo>
                      <a:pt x="97306" y="92013"/>
                      <a:pt x="96066" y="91491"/>
                      <a:pt x="94729" y="91491"/>
                    </a:cubicBezTo>
                    <a:close/>
                    <a:moveTo>
                      <a:pt x="64849" y="149301"/>
                    </a:moveTo>
                    <a:cubicBezTo>
                      <a:pt x="69326" y="149301"/>
                      <a:pt x="73803" y="151006"/>
                      <a:pt x="77212" y="154414"/>
                    </a:cubicBezTo>
                    <a:lnTo>
                      <a:pt x="78060" y="155230"/>
                    </a:lnTo>
                    <a:lnTo>
                      <a:pt x="66251" y="155230"/>
                    </a:lnTo>
                    <a:cubicBezTo>
                      <a:pt x="64555" y="155230"/>
                      <a:pt x="63185" y="156600"/>
                      <a:pt x="63185" y="158296"/>
                    </a:cubicBezTo>
                    <a:cubicBezTo>
                      <a:pt x="63185" y="159992"/>
                      <a:pt x="64555" y="161362"/>
                      <a:pt x="66251" y="161362"/>
                    </a:cubicBezTo>
                    <a:lnTo>
                      <a:pt x="78060" y="161362"/>
                    </a:lnTo>
                    <a:lnTo>
                      <a:pt x="77212" y="162178"/>
                    </a:lnTo>
                    <a:cubicBezTo>
                      <a:pt x="73803" y="165587"/>
                      <a:pt x="69326" y="167291"/>
                      <a:pt x="64849" y="167291"/>
                    </a:cubicBezTo>
                    <a:cubicBezTo>
                      <a:pt x="60372" y="167291"/>
                      <a:pt x="55895" y="165587"/>
                      <a:pt x="52486" y="162178"/>
                    </a:cubicBezTo>
                    <a:lnTo>
                      <a:pt x="48571" y="158296"/>
                    </a:lnTo>
                    <a:lnTo>
                      <a:pt x="52486" y="154414"/>
                    </a:lnTo>
                    <a:cubicBezTo>
                      <a:pt x="55895" y="151006"/>
                      <a:pt x="60372" y="149301"/>
                      <a:pt x="64849" y="149301"/>
                    </a:cubicBezTo>
                    <a:close/>
                    <a:moveTo>
                      <a:pt x="124625" y="149301"/>
                    </a:moveTo>
                    <a:cubicBezTo>
                      <a:pt x="129110" y="149301"/>
                      <a:pt x="133595" y="151006"/>
                      <a:pt x="137004" y="154414"/>
                    </a:cubicBezTo>
                    <a:lnTo>
                      <a:pt x="140886" y="158296"/>
                    </a:lnTo>
                    <a:lnTo>
                      <a:pt x="137004" y="162178"/>
                    </a:lnTo>
                    <a:cubicBezTo>
                      <a:pt x="133579" y="165587"/>
                      <a:pt x="129094" y="167291"/>
                      <a:pt x="124612" y="167291"/>
                    </a:cubicBezTo>
                    <a:cubicBezTo>
                      <a:pt x="120131" y="167291"/>
                      <a:pt x="115654" y="165587"/>
                      <a:pt x="112245" y="162178"/>
                    </a:cubicBezTo>
                    <a:lnTo>
                      <a:pt x="111430" y="161362"/>
                    </a:lnTo>
                    <a:lnTo>
                      <a:pt x="123238" y="161362"/>
                    </a:lnTo>
                    <a:cubicBezTo>
                      <a:pt x="124935" y="161362"/>
                      <a:pt x="126305" y="159992"/>
                      <a:pt x="126305" y="158296"/>
                    </a:cubicBezTo>
                    <a:cubicBezTo>
                      <a:pt x="126305" y="156600"/>
                      <a:pt x="124935" y="155230"/>
                      <a:pt x="123238" y="155230"/>
                    </a:cubicBezTo>
                    <a:lnTo>
                      <a:pt x="111430" y="155230"/>
                    </a:lnTo>
                    <a:lnTo>
                      <a:pt x="112245" y="154414"/>
                    </a:lnTo>
                    <a:cubicBezTo>
                      <a:pt x="115654" y="151006"/>
                      <a:pt x="120139" y="149301"/>
                      <a:pt x="124625" y="149301"/>
                    </a:cubicBezTo>
                    <a:close/>
                    <a:moveTo>
                      <a:pt x="64849" y="143177"/>
                    </a:moveTo>
                    <a:cubicBezTo>
                      <a:pt x="58798" y="143177"/>
                      <a:pt x="52747" y="145477"/>
                      <a:pt x="48147" y="150076"/>
                    </a:cubicBezTo>
                    <a:lnTo>
                      <a:pt x="43450" y="154806"/>
                    </a:lnTo>
                    <a:cubicBezTo>
                      <a:pt x="42504" y="155719"/>
                      <a:pt x="41982" y="156959"/>
                      <a:pt x="41982" y="158296"/>
                    </a:cubicBezTo>
                    <a:cubicBezTo>
                      <a:pt x="41982" y="159634"/>
                      <a:pt x="42504" y="160873"/>
                      <a:pt x="43450" y="161787"/>
                    </a:cubicBezTo>
                    <a:lnTo>
                      <a:pt x="48147" y="166516"/>
                    </a:lnTo>
                    <a:cubicBezTo>
                      <a:pt x="52747" y="171116"/>
                      <a:pt x="58814" y="173432"/>
                      <a:pt x="64849" y="173432"/>
                    </a:cubicBezTo>
                    <a:cubicBezTo>
                      <a:pt x="70883" y="173432"/>
                      <a:pt x="76951" y="171116"/>
                      <a:pt x="81550" y="166516"/>
                    </a:cubicBezTo>
                    <a:lnTo>
                      <a:pt x="87585" y="160449"/>
                    </a:lnTo>
                    <a:cubicBezTo>
                      <a:pt x="88629" y="159438"/>
                      <a:pt x="88922" y="157415"/>
                      <a:pt x="87585" y="156143"/>
                    </a:cubicBezTo>
                    <a:lnTo>
                      <a:pt x="81550" y="150076"/>
                    </a:lnTo>
                    <a:cubicBezTo>
                      <a:pt x="76951" y="145477"/>
                      <a:pt x="70900" y="143177"/>
                      <a:pt x="64849" y="143177"/>
                    </a:cubicBezTo>
                    <a:close/>
                    <a:moveTo>
                      <a:pt x="124621" y="143177"/>
                    </a:moveTo>
                    <a:cubicBezTo>
                      <a:pt x="118574" y="143177"/>
                      <a:pt x="112523" y="145477"/>
                      <a:pt x="107907" y="150076"/>
                    </a:cubicBezTo>
                    <a:lnTo>
                      <a:pt x="101872" y="156143"/>
                    </a:lnTo>
                    <a:lnTo>
                      <a:pt x="101840" y="156143"/>
                    </a:lnTo>
                    <a:cubicBezTo>
                      <a:pt x="100828" y="157155"/>
                      <a:pt x="100535" y="159177"/>
                      <a:pt x="101872" y="160449"/>
                    </a:cubicBezTo>
                    <a:lnTo>
                      <a:pt x="107907" y="166516"/>
                    </a:lnTo>
                    <a:cubicBezTo>
                      <a:pt x="112539" y="171116"/>
                      <a:pt x="118574" y="173432"/>
                      <a:pt x="124608" y="173432"/>
                    </a:cubicBezTo>
                    <a:cubicBezTo>
                      <a:pt x="130676" y="173432"/>
                      <a:pt x="136710" y="171116"/>
                      <a:pt x="141310" y="166516"/>
                    </a:cubicBezTo>
                    <a:lnTo>
                      <a:pt x="146040" y="161787"/>
                    </a:lnTo>
                    <a:cubicBezTo>
                      <a:pt x="146953" y="160873"/>
                      <a:pt x="147475" y="159634"/>
                      <a:pt x="147475" y="158296"/>
                    </a:cubicBezTo>
                    <a:cubicBezTo>
                      <a:pt x="147475" y="156959"/>
                      <a:pt x="146953" y="155719"/>
                      <a:pt x="146040" y="154806"/>
                    </a:cubicBezTo>
                    <a:lnTo>
                      <a:pt x="141310" y="150076"/>
                    </a:lnTo>
                    <a:cubicBezTo>
                      <a:pt x="136710" y="145477"/>
                      <a:pt x="130668" y="143177"/>
                      <a:pt x="124621" y="143177"/>
                    </a:cubicBezTo>
                    <a:close/>
                    <a:moveTo>
                      <a:pt x="36894" y="72473"/>
                    </a:moveTo>
                    <a:cubicBezTo>
                      <a:pt x="32947" y="72473"/>
                      <a:pt x="29750" y="75670"/>
                      <a:pt x="29750" y="79584"/>
                    </a:cubicBezTo>
                    <a:lnTo>
                      <a:pt x="29750" y="148771"/>
                    </a:lnTo>
                    <a:cubicBezTo>
                      <a:pt x="29750" y="150435"/>
                      <a:pt x="31120" y="151805"/>
                      <a:pt x="32816" y="151805"/>
                    </a:cubicBezTo>
                    <a:cubicBezTo>
                      <a:pt x="34512" y="151805"/>
                      <a:pt x="35882" y="150435"/>
                      <a:pt x="35882" y="148771"/>
                    </a:cubicBezTo>
                    <a:lnTo>
                      <a:pt x="35882" y="79584"/>
                    </a:lnTo>
                    <a:cubicBezTo>
                      <a:pt x="35882" y="79030"/>
                      <a:pt x="36339" y="78573"/>
                      <a:pt x="36894" y="78573"/>
                    </a:cubicBezTo>
                    <a:lnTo>
                      <a:pt x="152564" y="78573"/>
                    </a:lnTo>
                    <a:cubicBezTo>
                      <a:pt x="153151" y="78573"/>
                      <a:pt x="153607" y="79030"/>
                      <a:pt x="153607" y="79584"/>
                    </a:cubicBezTo>
                    <a:lnTo>
                      <a:pt x="153607" y="185305"/>
                    </a:lnTo>
                    <a:cubicBezTo>
                      <a:pt x="153607" y="185860"/>
                      <a:pt x="153151" y="186317"/>
                      <a:pt x="152564" y="186317"/>
                    </a:cubicBezTo>
                    <a:lnTo>
                      <a:pt x="36894" y="186317"/>
                    </a:lnTo>
                    <a:cubicBezTo>
                      <a:pt x="36339" y="186317"/>
                      <a:pt x="35882" y="185860"/>
                      <a:pt x="35882" y="185305"/>
                    </a:cubicBezTo>
                    <a:lnTo>
                      <a:pt x="35882" y="161004"/>
                    </a:lnTo>
                    <a:cubicBezTo>
                      <a:pt x="35882" y="159307"/>
                      <a:pt x="34512" y="157937"/>
                      <a:pt x="32816" y="157937"/>
                    </a:cubicBezTo>
                    <a:cubicBezTo>
                      <a:pt x="31120" y="157937"/>
                      <a:pt x="29750" y="159307"/>
                      <a:pt x="29750" y="161004"/>
                    </a:cubicBezTo>
                    <a:lnTo>
                      <a:pt x="29750" y="185305"/>
                    </a:lnTo>
                    <a:cubicBezTo>
                      <a:pt x="29750" y="189252"/>
                      <a:pt x="32947" y="192449"/>
                      <a:pt x="36894" y="192449"/>
                    </a:cubicBezTo>
                    <a:lnTo>
                      <a:pt x="152564" y="192449"/>
                    </a:lnTo>
                    <a:cubicBezTo>
                      <a:pt x="156511" y="192449"/>
                      <a:pt x="159707" y="189252"/>
                      <a:pt x="159707" y="185305"/>
                    </a:cubicBezTo>
                    <a:lnTo>
                      <a:pt x="159707" y="79584"/>
                    </a:lnTo>
                    <a:cubicBezTo>
                      <a:pt x="159707" y="75670"/>
                      <a:pt x="156511" y="72473"/>
                      <a:pt x="152564" y="72473"/>
                    </a:cubicBezTo>
                    <a:close/>
                    <a:moveTo>
                      <a:pt x="30549" y="0"/>
                    </a:moveTo>
                    <a:cubicBezTo>
                      <a:pt x="28200" y="0"/>
                      <a:pt x="25852" y="889"/>
                      <a:pt x="24074" y="2667"/>
                    </a:cubicBezTo>
                    <a:lnTo>
                      <a:pt x="3589" y="23152"/>
                    </a:lnTo>
                    <a:cubicBezTo>
                      <a:pt x="0" y="26708"/>
                      <a:pt x="0" y="32547"/>
                      <a:pt x="3589" y="36135"/>
                    </a:cubicBezTo>
                    <a:lnTo>
                      <a:pt x="9950" y="42463"/>
                    </a:lnTo>
                    <a:cubicBezTo>
                      <a:pt x="11091" y="43605"/>
                      <a:pt x="12592" y="44192"/>
                      <a:pt x="14125" y="44192"/>
                    </a:cubicBezTo>
                    <a:cubicBezTo>
                      <a:pt x="15625" y="44192"/>
                      <a:pt x="17159" y="43605"/>
                      <a:pt x="18300" y="42463"/>
                    </a:cubicBezTo>
                    <a:lnTo>
                      <a:pt x="19866" y="40865"/>
                    </a:lnTo>
                    <a:lnTo>
                      <a:pt x="27923" y="48922"/>
                    </a:lnTo>
                    <a:lnTo>
                      <a:pt x="18007" y="58708"/>
                    </a:lnTo>
                    <a:cubicBezTo>
                      <a:pt x="15103" y="61546"/>
                      <a:pt x="13440" y="65525"/>
                      <a:pt x="13440" y="69603"/>
                    </a:cubicBezTo>
                    <a:lnTo>
                      <a:pt x="13440" y="193460"/>
                    </a:lnTo>
                    <a:cubicBezTo>
                      <a:pt x="13440" y="201909"/>
                      <a:pt x="20290" y="208759"/>
                      <a:pt x="28739" y="208759"/>
                    </a:cubicBezTo>
                    <a:lnTo>
                      <a:pt x="160719" y="208759"/>
                    </a:lnTo>
                    <a:cubicBezTo>
                      <a:pt x="169167" y="208759"/>
                      <a:pt x="176017" y="201909"/>
                      <a:pt x="176017" y="193460"/>
                    </a:cubicBezTo>
                    <a:lnTo>
                      <a:pt x="176017" y="31209"/>
                    </a:lnTo>
                    <a:cubicBezTo>
                      <a:pt x="176017" y="22793"/>
                      <a:pt x="169167" y="15943"/>
                      <a:pt x="160719" y="15943"/>
                    </a:cubicBezTo>
                    <a:lnTo>
                      <a:pt x="142973" y="15943"/>
                    </a:lnTo>
                    <a:cubicBezTo>
                      <a:pt x="141277" y="15943"/>
                      <a:pt x="139907" y="17313"/>
                      <a:pt x="139907" y="18977"/>
                    </a:cubicBezTo>
                    <a:cubicBezTo>
                      <a:pt x="139907" y="20673"/>
                      <a:pt x="141277" y="22043"/>
                      <a:pt x="142973" y="22043"/>
                    </a:cubicBezTo>
                    <a:lnTo>
                      <a:pt x="160719" y="22043"/>
                    </a:lnTo>
                    <a:cubicBezTo>
                      <a:pt x="165775" y="22043"/>
                      <a:pt x="169917" y="26153"/>
                      <a:pt x="169917" y="31209"/>
                    </a:cubicBezTo>
                    <a:lnTo>
                      <a:pt x="169917" y="193460"/>
                    </a:lnTo>
                    <a:cubicBezTo>
                      <a:pt x="169917" y="198516"/>
                      <a:pt x="165775" y="202627"/>
                      <a:pt x="160719" y="202627"/>
                    </a:cubicBezTo>
                    <a:lnTo>
                      <a:pt x="28739" y="202627"/>
                    </a:lnTo>
                    <a:cubicBezTo>
                      <a:pt x="23683" y="202627"/>
                      <a:pt x="19572" y="198516"/>
                      <a:pt x="19572" y="193460"/>
                    </a:cubicBezTo>
                    <a:lnTo>
                      <a:pt x="19572" y="69603"/>
                    </a:lnTo>
                    <a:cubicBezTo>
                      <a:pt x="19572" y="67156"/>
                      <a:pt x="20551" y="64775"/>
                      <a:pt x="22312" y="63046"/>
                    </a:cubicBezTo>
                    <a:lnTo>
                      <a:pt x="34414" y="51140"/>
                    </a:lnTo>
                    <a:cubicBezTo>
                      <a:pt x="34414" y="51107"/>
                      <a:pt x="34414" y="51107"/>
                      <a:pt x="34447" y="51107"/>
                    </a:cubicBezTo>
                    <a:cubicBezTo>
                      <a:pt x="34447" y="51107"/>
                      <a:pt x="34447" y="51107"/>
                      <a:pt x="34447" y="51075"/>
                    </a:cubicBezTo>
                    <a:lnTo>
                      <a:pt x="52160" y="33656"/>
                    </a:lnTo>
                    <a:lnTo>
                      <a:pt x="61261" y="24685"/>
                    </a:lnTo>
                    <a:cubicBezTo>
                      <a:pt x="62989" y="22989"/>
                      <a:pt x="65273" y="22043"/>
                      <a:pt x="67687" y="22043"/>
                    </a:cubicBezTo>
                    <a:lnTo>
                      <a:pt x="130741" y="22043"/>
                    </a:lnTo>
                    <a:cubicBezTo>
                      <a:pt x="132437" y="22043"/>
                      <a:pt x="133807" y="20673"/>
                      <a:pt x="133807" y="18977"/>
                    </a:cubicBezTo>
                    <a:cubicBezTo>
                      <a:pt x="133807" y="17313"/>
                      <a:pt x="132437" y="15943"/>
                      <a:pt x="130741" y="15943"/>
                    </a:cubicBezTo>
                    <a:lnTo>
                      <a:pt x="67687" y="15943"/>
                    </a:lnTo>
                    <a:cubicBezTo>
                      <a:pt x="63642" y="15943"/>
                      <a:pt x="59825" y="17509"/>
                      <a:pt x="56955" y="20347"/>
                    </a:cubicBezTo>
                    <a:lnTo>
                      <a:pt x="50007" y="27164"/>
                    </a:lnTo>
                    <a:lnTo>
                      <a:pt x="41787" y="18977"/>
                    </a:lnTo>
                    <a:lnTo>
                      <a:pt x="43385" y="17378"/>
                    </a:lnTo>
                    <a:cubicBezTo>
                      <a:pt x="45701" y="15062"/>
                      <a:pt x="45701" y="11311"/>
                      <a:pt x="43385" y="9028"/>
                    </a:cubicBezTo>
                    <a:lnTo>
                      <a:pt x="37024" y="2667"/>
                    </a:lnTo>
                    <a:cubicBezTo>
                      <a:pt x="35246" y="889"/>
                      <a:pt x="32898" y="0"/>
                      <a:pt x="30549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1754" name="Google Shape;1754;p79"/>
          <p:cNvGrpSpPr/>
          <p:nvPr/>
        </p:nvGrpSpPr>
        <p:grpSpPr>
          <a:xfrm rot="1526755">
            <a:off x="2543119" y="2471222"/>
            <a:ext cx="1706187" cy="1609374"/>
            <a:chOff x="2098026" y="2144175"/>
            <a:chExt cx="2569500" cy="2423700"/>
          </a:xfrm>
        </p:grpSpPr>
        <p:sp>
          <p:nvSpPr>
            <p:cNvPr id="1755" name="Google Shape;1755;p79"/>
            <p:cNvSpPr/>
            <p:nvPr/>
          </p:nvSpPr>
          <p:spPr>
            <a:xfrm>
              <a:off x="2098026" y="2144175"/>
              <a:ext cx="2569500" cy="2423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1756" name="Google Shape;1756;p79"/>
            <p:cNvGrpSpPr/>
            <p:nvPr/>
          </p:nvGrpSpPr>
          <p:grpSpPr>
            <a:xfrm>
              <a:off x="2396641" y="2342973"/>
              <a:ext cx="1972279" cy="2026093"/>
              <a:chOff x="1255025" y="238125"/>
              <a:chExt cx="5080575" cy="5219200"/>
            </a:xfrm>
          </p:grpSpPr>
          <p:sp>
            <p:nvSpPr>
              <p:cNvPr id="1757" name="Google Shape;1757;p79"/>
              <p:cNvSpPr/>
              <p:nvPr/>
            </p:nvSpPr>
            <p:spPr>
              <a:xfrm>
                <a:off x="3488675" y="2616100"/>
                <a:ext cx="2641425" cy="2764550"/>
              </a:xfrm>
              <a:custGeom>
                <a:avLst/>
                <a:gdLst/>
                <a:ahLst/>
                <a:cxnLst/>
                <a:rect l="l" t="t" r="r" b="b"/>
                <a:pathLst>
                  <a:path w="105657" h="110582" extrusionOk="0">
                    <a:moveTo>
                      <a:pt x="52584" y="1"/>
                    </a:moveTo>
                    <a:cubicBezTo>
                      <a:pt x="39210" y="33"/>
                      <a:pt x="28021" y="2251"/>
                      <a:pt x="19801" y="4567"/>
                    </a:cubicBezTo>
                    <a:cubicBezTo>
                      <a:pt x="18594" y="4926"/>
                      <a:pt x="17713" y="6035"/>
                      <a:pt x="17713" y="7307"/>
                    </a:cubicBezTo>
                    <a:lnTo>
                      <a:pt x="17713" y="11744"/>
                    </a:lnTo>
                    <a:cubicBezTo>
                      <a:pt x="17713" y="37937"/>
                      <a:pt x="13636" y="63968"/>
                      <a:pt x="5611" y="88824"/>
                    </a:cubicBezTo>
                    <a:lnTo>
                      <a:pt x="1371" y="101905"/>
                    </a:lnTo>
                    <a:cubicBezTo>
                      <a:pt x="1" y="106178"/>
                      <a:pt x="3067" y="110582"/>
                      <a:pt x="7438" y="110582"/>
                    </a:cubicBezTo>
                    <a:lnTo>
                      <a:pt x="98219" y="110582"/>
                    </a:lnTo>
                    <a:cubicBezTo>
                      <a:pt x="102590" y="110582"/>
                      <a:pt x="105657" y="106178"/>
                      <a:pt x="104286" y="101905"/>
                    </a:cubicBezTo>
                    <a:lnTo>
                      <a:pt x="100046" y="88824"/>
                    </a:lnTo>
                    <a:cubicBezTo>
                      <a:pt x="92021" y="63968"/>
                      <a:pt x="87944" y="37937"/>
                      <a:pt x="87944" y="11744"/>
                    </a:cubicBezTo>
                    <a:lnTo>
                      <a:pt x="87944" y="7307"/>
                    </a:lnTo>
                    <a:cubicBezTo>
                      <a:pt x="87944" y="6035"/>
                      <a:pt x="87096" y="4926"/>
                      <a:pt x="85856" y="4567"/>
                    </a:cubicBezTo>
                    <a:cubicBezTo>
                      <a:pt x="77571" y="2251"/>
                      <a:pt x="66186" y="1"/>
                      <a:pt x="52584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8" name="Google Shape;1758;p79"/>
              <p:cNvSpPr/>
              <p:nvPr/>
            </p:nvSpPr>
            <p:spPr>
              <a:xfrm>
                <a:off x="3923350" y="2616100"/>
                <a:ext cx="1772100" cy="623075"/>
              </a:xfrm>
              <a:custGeom>
                <a:avLst/>
                <a:gdLst/>
                <a:ahLst/>
                <a:cxnLst/>
                <a:rect l="l" t="t" r="r" b="b"/>
                <a:pathLst>
                  <a:path w="70884" h="24923" extrusionOk="0">
                    <a:moveTo>
                      <a:pt x="35197" y="1"/>
                    </a:moveTo>
                    <a:cubicBezTo>
                      <a:pt x="21823" y="33"/>
                      <a:pt x="10634" y="2251"/>
                      <a:pt x="2414" y="4567"/>
                    </a:cubicBezTo>
                    <a:cubicBezTo>
                      <a:pt x="1207" y="4926"/>
                      <a:pt x="326" y="6035"/>
                      <a:pt x="326" y="7307"/>
                    </a:cubicBezTo>
                    <a:lnTo>
                      <a:pt x="326" y="11744"/>
                    </a:lnTo>
                    <a:cubicBezTo>
                      <a:pt x="326" y="15984"/>
                      <a:pt x="229" y="20225"/>
                      <a:pt x="0" y="24498"/>
                    </a:cubicBezTo>
                    <a:lnTo>
                      <a:pt x="326" y="24922"/>
                    </a:lnTo>
                    <a:lnTo>
                      <a:pt x="70557" y="24922"/>
                    </a:lnTo>
                    <a:lnTo>
                      <a:pt x="70883" y="24726"/>
                    </a:lnTo>
                    <a:cubicBezTo>
                      <a:pt x="70655" y="20421"/>
                      <a:pt x="70557" y="16082"/>
                      <a:pt x="70557" y="11744"/>
                    </a:cubicBezTo>
                    <a:lnTo>
                      <a:pt x="70557" y="7307"/>
                    </a:lnTo>
                    <a:cubicBezTo>
                      <a:pt x="70557" y="6035"/>
                      <a:pt x="69709" y="4926"/>
                      <a:pt x="68469" y="4567"/>
                    </a:cubicBezTo>
                    <a:cubicBezTo>
                      <a:pt x="60184" y="2251"/>
                      <a:pt x="48799" y="1"/>
                      <a:pt x="35197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59" name="Google Shape;1759;p79"/>
              <p:cNvSpPr/>
              <p:nvPr/>
            </p:nvSpPr>
            <p:spPr>
              <a:xfrm>
                <a:off x="1317025" y="2616100"/>
                <a:ext cx="2642225" cy="2764550"/>
              </a:xfrm>
              <a:custGeom>
                <a:avLst/>
                <a:gdLst/>
                <a:ahLst/>
                <a:cxnLst/>
                <a:rect l="l" t="t" r="r" b="b"/>
                <a:pathLst>
                  <a:path w="105689" h="110582" extrusionOk="0">
                    <a:moveTo>
                      <a:pt x="52616" y="1"/>
                    </a:moveTo>
                    <a:cubicBezTo>
                      <a:pt x="39242" y="33"/>
                      <a:pt x="28021" y="2251"/>
                      <a:pt x="19833" y="4567"/>
                    </a:cubicBezTo>
                    <a:cubicBezTo>
                      <a:pt x="18593" y="4926"/>
                      <a:pt x="17745" y="6035"/>
                      <a:pt x="17745" y="7307"/>
                    </a:cubicBezTo>
                    <a:lnTo>
                      <a:pt x="17745" y="11744"/>
                    </a:lnTo>
                    <a:cubicBezTo>
                      <a:pt x="17745" y="37937"/>
                      <a:pt x="13635" y="63968"/>
                      <a:pt x="5611" y="88824"/>
                    </a:cubicBezTo>
                    <a:lnTo>
                      <a:pt x="1403" y="101905"/>
                    </a:lnTo>
                    <a:cubicBezTo>
                      <a:pt x="0" y="106178"/>
                      <a:pt x="3099" y="110582"/>
                      <a:pt x="7437" y="110582"/>
                    </a:cubicBezTo>
                    <a:lnTo>
                      <a:pt x="98251" y="110582"/>
                    </a:lnTo>
                    <a:cubicBezTo>
                      <a:pt x="102590" y="110582"/>
                      <a:pt x="105688" y="106178"/>
                      <a:pt x="104286" y="101905"/>
                    </a:cubicBezTo>
                    <a:lnTo>
                      <a:pt x="100078" y="88824"/>
                    </a:lnTo>
                    <a:cubicBezTo>
                      <a:pt x="92053" y="63968"/>
                      <a:pt x="87943" y="37937"/>
                      <a:pt x="87943" y="11744"/>
                    </a:cubicBezTo>
                    <a:lnTo>
                      <a:pt x="87943" y="7307"/>
                    </a:lnTo>
                    <a:cubicBezTo>
                      <a:pt x="87943" y="6035"/>
                      <a:pt x="87095" y="4926"/>
                      <a:pt x="85856" y="4567"/>
                    </a:cubicBezTo>
                    <a:cubicBezTo>
                      <a:pt x="77570" y="2251"/>
                      <a:pt x="66218" y="1"/>
                      <a:pt x="52616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0" name="Google Shape;1760;p79"/>
              <p:cNvSpPr/>
              <p:nvPr/>
            </p:nvSpPr>
            <p:spPr>
              <a:xfrm>
                <a:off x="1751675" y="2616100"/>
                <a:ext cx="1772925" cy="623075"/>
              </a:xfrm>
              <a:custGeom>
                <a:avLst/>
                <a:gdLst/>
                <a:ahLst/>
                <a:cxnLst/>
                <a:rect l="l" t="t" r="r" b="b"/>
                <a:pathLst>
                  <a:path w="70917" h="24923" extrusionOk="0">
                    <a:moveTo>
                      <a:pt x="35230" y="1"/>
                    </a:moveTo>
                    <a:cubicBezTo>
                      <a:pt x="21856" y="33"/>
                      <a:pt x="10635" y="2251"/>
                      <a:pt x="2447" y="4567"/>
                    </a:cubicBezTo>
                    <a:cubicBezTo>
                      <a:pt x="1207" y="4926"/>
                      <a:pt x="359" y="6035"/>
                      <a:pt x="359" y="7307"/>
                    </a:cubicBezTo>
                    <a:lnTo>
                      <a:pt x="359" y="11744"/>
                    </a:lnTo>
                    <a:cubicBezTo>
                      <a:pt x="359" y="16147"/>
                      <a:pt x="229" y="20551"/>
                      <a:pt x="0" y="24922"/>
                    </a:cubicBezTo>
                    <a:lnTo>
                      <a:pt x="70916" y="24922"/>
                    </a:lnTo>
                    <a:cubicBezTo>
                      <a:pt x="70688" y="20551"/>
                      <a:pt x="70557" y="16147"/>
                      <a:pt x="70557" y="11744"/>
                    </a:cubicBezTo>
                    <a:lnTo>
                      <a:pt x="70557" y="7307"/>
                    </a:lnTo>
                    <a:cubicBezTo>
                      <a:pt x="70557" y="6035"/>
                      <a:pt x="69709" y="4926"/>
                      <a:pt x="68470" y="4567"/>
                    </a:cubicBezTo>
                    <a:cubicBezTo>
                      <a:pt x="60184" y="2251"/>
                      <a:pt x="48832" y="1"/>
                      <a:pt x="35230" y="1"/>
                    </a:cubicBez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1" name="Google Shape;1761;p79"/>
              <p:cNvSpPr/>
              <p:nvPr/>
            </p:nvSpPr>
            <p:spPr>
              <a:xfrm>
                <a:off x="2189600" y="3666675"/>
                <a:ext cx="897075" cy="1286675"/>
              </a:xfrm>
              <a:custGeom>
                <a:avLst/>
                <a:gdLst/>
                <a:ahLst/>
                <a:cxnLst/>
                <a:rect l="l" t="t" r="r" b="b"/>
                <a:pathLst>
                  <a:path w="35883" h="51467" extrusionOk="0">
                    <a:moveTo>
                      <a:pt x="17941" y="0"/>
                    </a:moveTo>
                    <a:cubicBezTo>
                      <a:pt x="17330" y="0"/>
                      <a:pt x="16718" y="237"/>
                      <a:pt x="16245" y="710"/>
                    </a:cubicBezTo>
                    <a:lnTo>
                      <a:pt x="10243" y="6712"/>
                    </a:lnTo>
                    <a:cubicBezTo>
                      <a:pt x="0" y="16954"/>
                      <a:pt x="0" y="33525"/>
                      <a:pt x="10243" y="43768"/>
                    </a:cubicBezTo>
                    <a:lnTo>
                      <a:pt x="17941" y="51466"/>
                    </a:lnTo>
                    <a:lnTo>
                      <a:pt x="25640" y="43768"/>
                    </a:lnTo>
                    <a:cubicBezTo>
                      <a:pt x="35882" y="33525"/>
                      <a:pt x="35882" y="16954"/>
                      <a:pt x="25640" y="6712"/>
                    </a:cubicBezTo>
                    <a:lnTo>
                      <a:pt x="19637" y="710"/>
                    </a:lnTo>
                    <a:cubicBezTo>
                      <a:pt x="19165" y="237"/>
                      <a:pt x="18553" y="0"/>
                      <a:pt x="17941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2" name="Google Shape;1762;p79"/>
              <p:cNvSpPr/>
              <p:nvPr/>
            </p:nvSpPr>
            <p:spPr>
              <a:xfrm>
                <a:off x="4360450" y="3666675"/>
                <a:ext cx="897075" cy="1286675"/>
              </a:xfrm>
              <a:custGeom>
                <a:avLst/>
                <a:gdLst/>
                <a:ahLst/>
                <a:cxnLst/>
                <a:rect l="l" t="t" r="r" b="b"/>
                <a:pathLst>
                  <a:path w="35883" h="51467" extrusionOk="0">
                    <a:moveTo>
                      <a:pt x="17958" y="0"/>
                    </a:moveTo>
                    <a:cubicBezTo>
                      <a:pt x="17338" y="0"/>
                      <a:pt x="16718" y="237"/>
                      <a:pt x="16245" y="710"/>
                    </a:cubicBezTo>
                    <a:lnTo>
                      <a:pt x="10243" y="6712"/>
                    </a:lnTo>
                    <a:cubicBezTo>
                      <a:pt x="0" y="16954"/>
                      <a:pt x="0" y="33525"/>
                      <a:pt x="10243" y="43768"/>
                    </a:cubicBezTo>
                    <a:lnTo>
                      <a:pt x="17941" y="51466"/>
                    </a:lnTo>
                    <a:lnTo>
                      <a:pt x="25672" y="43768"/>
                    </a:lnTo>
                    <a:cubicBezTo>
                      <a:pt x="35882" y="33525"/>
                      <a:pt x="35882" y="16954"/>
                      <a:pt x="25672" y="6712"/>
                    </a:cubicBezTo>
                    <a:lnTo>
                      <a:pt x="19670" y="710"/>
                    </a:lnTo>
                    <a:cubicBezTo>
                      <a:pt x="19197" y="237"/>
                      <a:pt x="18577" y="0"/>
                      <a:pt x="17958" y="0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3" name="Google Shape;1763;p79"/>
              <p:cNvSpPr/>
              <p:nvPr/>
            </p:nvSpPr>
            <p:spPr>
              <a:xfrm>
                <a:off x="4681750" y="990500"/>
                <a:ext cx="1623675" cy="1309800"/>
              </a:xfrm>
              <a:custGeom>
                <a:avLst/>
                <a:gdLst/>
                <a:ahLst/>
                <a:cxnLst/>
                <a:rect l="l" t="t" r="r" b="b"/>
                <a:pathLst>
                  <a:path w="64947" h="52392" extrusionOk="0">
                    <a:moveTo>
                      <a:pt x="40735" y="1"/>
                    </a:moveTo>
                    <a:cubicBezTo>
                      <a:pt x="34328" y="1"/>
                      <a:pt x="27896" y="2178"/>
                      <a:pt x="23324" y="6472"/>
                    </a:cubicBezTo>
                    <a:cubicBezTo>
                      <a:pt x="19214" y="10321"/>
                      <a:pt x="17518" y="15051"/>
                      <a:pt x="16767" y="18085"/>
                    </a:cubicBezTo>
                    <a:cubicBezTo>
                      <a:pt x="16620" y="18644"/>
                      <a:pt x="16127" y="19045"/>
                      <a:pt x="15576" y="19045"/>
                    </a:cubicBezTo>
                    <a:cubicBezTo>
                      <a:pt x="15517" y="19045"/>
                      <a:pt x="15457" y="19040"/>
                      <a:pt x="15397" y="19031"/>
                    </a:cubicBezTo>
                    <a:cubicBezTo>
                      <a:pt x="14654" y="18896"/>
                      <a:pt x="13910" y="18831"/>
                      <a:pt x="13176" y="18831"/>
                    </a:cubicBezTo>
                    <a:cubicBezTo>
                      <a:pt x="9982" y="18831"/>
                      <a:pt x="6969" y="20077"/>
                      <a:pt x="4926" y="22358"/>
                    </a:cubicBezTo>
                    <a:cubicBezTo>
                      <a:pt x="1632" y="26109"/>
                      <a:pt x="1403" y="32144"/>
                      <a:pt x="4665" y="36743"/>
                    </a:cubicBezTo>
                    <a:cubicBezTo>
                      <a:pt x="5057" y="37298"/>
                      <a:pt x="4894" y="38113"/>
                      <a:pt x="4306" y="38472"/>
                    </a:cubicBezTo>
                    <a:cubicBezTo>
                      <a:pt x="3034" y="39255"/>
                      <a:pt x="1175" y="40788"/>
                      <a:pt x="588" y="43430"/>
                    </a:cubicBezTo>
                    <a:cubicBezTo>
                      <a:pt x="1" y="46105"/>
                      <a:pt x="914" y="48943"/>
                      <a:pt x="2969" y="50770"/>
                    </a:cubicBezTo>
                    <a:cubicBezTo>
                      <a:pt x="3034" y="50835"/>
                      <a:pt x="3132" y="50900"/>
                      <a:pt x="3197" y="50933"/>
                    </a:cubicBezTo>
                    <a:cubicBezTo>
                      <a:pt x="4096" y="51442"/>
                      <a:pt x="6068" y="52391"/>
                      <a:pt x="8733" y="52391"/>
                    </a:cubicBezTo>
                    <a:cubicBezTo>
                      <a:pt x="8970" y="52391"/>
                      <a:pt x="9213" y="52384"/>
                      <a:pt x="9460" y="52368"/>
                    </a:cubicBezTo>
                    <a:cubicBezTo>
                      <a:pt x="12429" y="52205"/>
                      <a:pt x="14516" y="50900"/>
                      <a:pt x="15365" y="50313"/>
                    </a:cubicBezTo>
                    <a:cubicBezTo>
                      <a:pt x="15854" y="50052"/>
                      <a:pt x="18170" y="48812"/>
                      <a:pt x="19116" y="46007"/>
                    </a:cubicBezTo>
                    <a:cubicBezTo>
                      <a:pt x="19638" y="44376"/>
                      <a:pt x="19507" y="42876"/>
                      <a:pt x="19181" y="41701"/>
                    </a:cubicBezTo>
                    <a:cubicBezTo>
                      <a:pt x="18969" y="40942"/>
                      <a:pt x="19547" y="40155"/>
                      <a:pt x="20339" y="40155"/>
                    </a:cubicBezTo>
                    <a:cubicBezTo>
                      <a:pt x="20398" y="40155"/>
                      <a:pt x="20458" y="40159"/>
                      <a:pt x="20519" y="40168"/>
                    </a:cubicBezTo>
                    <a:cubicBezTo>
                      <a:pt x="20834" y="40212"/>
                      <a:pt x="21151" y="40235"/>
                      <a:pt x="21466" y="40235"/>
                    </a:cubicBezTo>
                    <a:cubicBezTo>
                      <a:pt x="22783" y="40235"/>
                      <a:pt x="24084" y="39848"/>
                      <a:pt x="25216" y="39059"/>
                    </a:cubicBezTo>
                    <a:cubicBezTo>
                      <a:pt x="26782" y="37983"/>
                      <a:pt x="27760" y="36254"/>
                      <a:pt x="27988" y="34362"/>
                    </a:cubicBezTo>
                    <a:cubicBezTo>
                      <a:pt x="28059" y="33726"/>
                      <a:pt x="28606" y="33328"/>
                      <a:pt x="29187" y="33328"/>
                    </a:cubicBezTo>
                    <a:cubicBezTo>
                      <a:pt x="29411" y="33328"/>
                      <a:pt x="29639" y="33387"/>
                      <a:pt x="29848" y="33514"/>
                    </a:cubicBezTo>
                    <a:cubicBezTo>
                      <a:pt x="33730" y="35922"/>
                      <a:pt x="38125" y="37165"/>
                      <a:pt x="42489" y="37165"/>
                    </a:cubicBezTo>
                    <a:cubicBezTo>
                      <a:pt x="45752" y="37165"/>
                      <a:pt x="48997" y="36470"/>
                      <a:pt x="51997" y="35047"/>
                    </a:cubicBezTo>
                    <a:cubicBezTo>
                      <a:pt x="54150" y="34036"/>
                      <a:pt x="55944" y="32763"/>
                      <a:pt x="57412" y="31361"/>
                    </a:cubicBezTo>
                    <a:cubicBezTo>
                      <a:pt x="64588" y="24739"/>
                      <a:pt x="64947" y="13485"/>
                      <a:pt x="57999" y="6602"/>
                    </a:cubicBezTo>
                    <a:cubicBezTo>
                      <a:pt x="57966" y="6570"/>
                      <a:pt x="57901" y="6504"/>
                      <a:pt x="57868" y="6472"/>
                    </a:cubicBezTo>
                    <a:cubicBezTo>
                      <a:pt x="53404" y="2138"/>
                      <a:pt x="47082" y="1"/>
                      <a:pt x="40735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4" name="Google Shape;1764;p79"/>
              <p:cNvSpPr/>
              <p:nvPr/>
            </p:nvSpPr>
            <p:spPr>
              <a:xfrm>
                <a:off x="2277675" y="314550"/>
                <a:ext cx="2450575" cy="1956150"/>
              </a:xfrm>
              <a:custGeom>
                <a:avLst/>
                <a:gdLst/>
                <a:ahLst/>
                <a:cxnLst/>
                <a:rect l="l" t="t" r="r" b="b"/>
                <a:pathLst>
                  <a:path w="98023" h="78246" extrusionOk="0">
                    <a:moveTo>
                      <a:pt x="61479" y="1"/>
                    </a:moveTo>
                    <a:cubicBezTo>
                      <a:pt x="51800" y="1"/>
                      <a:pt x="42082" y="3288"/>
                      <a:pt x="35197" y="9763"/>
                    </a:cubicBezTo>
                    <a:cubicBezTo>
                      <a:pt x="28706" y="15830"/>
                      <a:pt x="26194" y="23332"/>
                      <a:pt x="25150" y="27867"/>
                    </a:cubicBezTo>
                    <a:cubicBezTo>
                      <a:pt x="25036" y="28439"/>
                      <a:pt x="24519" y="28836"/>
                      <a:pt x="23953" y="28836"/>
                    </a:cubicBezTo>
                    <a:cubicBezTo>
                      <a:pt x="23874" y="28836"/>
                      <a:pt x="23795" y="28829"/>
                      <a:pt x="23715" y="28813"/>
                    </a:cubicBezTo>
                    <a:cubicBezTo>
                      <a:pt x="22453" y="28558"/>
                      <a:pt x="21186" y="28432"/>
                      <a:pt x="19935" y="28432"/>
                    </a:cubicBezTo>
                    <a:cubicBezTo>
                      <a:pt x="15106" y="28432"/>
                      <a:pt x="10521" y="30299"/>
                      <a:pt x="7438" y="33771"/>
                    </a:cubicBezTo>
                    <a:cubicBezTo>
                      <a:pt x="2349" y="39512"/>
                      <a:pt x="2088" y="48939"/>
                      <a:pt x="7405" y="55952"/>
                    </a:cubicBezTo>
                    <a:cubicBezTo>
                      <a:pt x="7862" y="56539"/>
                      <a:pt x="7666" y="57420"/>
                      <a:pt x="7014" y="57779"/>
                    </a:cubicBezTo>
                    <a:cubicBezTo>
                      <a:pt x="5122" y="58790"/>
                      <a:pt x="1860" y="61172"/>
                      <a:pt x="881" y="65575"/>
                    </a:cubicBezTo>
                    <a:cubicBezTo>
                      <a:pt x="0" y="69587"/>
                      <a:pt x="1370" y="73828"/>
                      <a:pt x="4469" y="76633"/>
                    </a:cubicBezTo>
                    <a:cubicBezTo>
                      <a:pt x="4567" y="76731"/>
                      <a:pt x="4730" y="76829"/>
                      <a:pt x="4861" y="76862"/>
                    </a:cubicBezTo>
                    <a:cubicBezTo>
                      <a:pt x="6647" y="77497"/>
                      <a:pt x="9445" y="78246"/>
                      <a:pt x="12941" y="78246"/>
                    </a:cubicBezTo>
                    <a:cubicBezTo>
                      <a:pt x="13212" y="78246"/>
                      <a:pt x="13487" y="78241"/>
                      <a:pt x="13766" y="78232"/>
                    </a:cubicBezTo>
                    <a:cubicBezTo>
                      <a:pt x="18039" y="78069"/>
                      <a:pt x="21334" y="76796"/>
                      <a:pt x="23160" y="75916"/>
                    </a:cubicBezTo>
                    <a:cubicBezTo>
                      <a:pt x="23911" y="75557"/>
                      <a:pt x="27401" y="73665"/>
                      <a:pt x="28836" y="69424"/>
                    </a:cubicBezTo>
                    <a:cubicBezTo>
                      <a:pt x="29782" y="66554"/>
                      <a:pt x="29326" y="63912"/>
                      <a:pt x="28673" y="62052"/>
                    </a:cubicBezTo>
                    <a:cubicBezTo>
                      <a:pt x="28380" y="61262"/>
                      <a:pt x="29007" y="60419"/>
                      <a:pt x="29798" y="60419"/>
                    </a:cubicBezTo>
                    <a:cubicBezTo>
                      <a:pt x="29889" y="60419"/>
                      <a:pt x="29982" y="60430"/>
                      <a:pt x="30076" y="60454"/>
                    </a:cubicBezTo>
                    <a:cubicBezTo>
                      <a:pt x="30843" y="60637"/>
                      <a:pt x="31623" y="60727"/>
                      <a:pt x="32399" y="60727"/>
                    </a:cubicBezTo>
                    <a:cubicBezTo>
                      <a:pt x="34395" y="60727"/>
                      <a:pt x="36367" y="60128"/>
                      <a:pt x="38035" y="58953"/>
                    </a:cubicBezTo>
                    <a:cubicBezTo>
                      <a:pt x="40677" y="57127"/>
                      <a:pt x="42210" y="54158"/>
                      <a:pt x="42276" y="50994"/>
                    </a:cubicBezTo>
                    <a:cubicBezTo>
                      <a:pt x="42300" y="50299"/>
                      <a:pt x="42888" y="49815"/>
                      <a:pt x="43522" y="49815"/>
                    </a:cubicBezTo>
                    <a:cubicBezTo>
                      <a:pt x="43750" y="49815"/>
                      <a:pt x="43984" y="49877"/>
                      <a:pt x="44200" y="50016"/>
                    </a:cubicBezTo>
                    <a:cubicBezTo>
                      <a:pt x="50238" y="54015"/>
                      <a:pt x="57198" y="56080"/>
                      <a:pt x="64114" y="56080"/>
                    </a:cubicBezTo>
                    <a:cubicBezTo>
                      <a:pt x="69043" y="56080"/>
                      <a:pt x="73950" y="55031"/>
                      <a:pt x="78484" y="52886"/>
                    </a:cubicBezTo>
                    <a:cubicBezTo>
                      <a:pt x="81713" y="51353"/>
                      <a:pt x="84420" y="49428"/>
                      <a:pt x="86639" y="47341"/>
                    </a:cubicBezTo>
                    <a:cubicBezTo>
                      <a:pt x="97468" y="37326"/>
                      <a:pt x="98023" y="20331"/>
                      <a:pt x="87552" y="9958"/>
                    </a:cubicBezTo>
                    <a:cubicBezTo>
                      <a:pt x="87454" y="9893"/>
                      <a:pt x="87389" y="9828"/>
                      <a:pt x="87324" y="9763"/>
                    </a:cubicBezTo>
                    <a:cubicBezTo>
                      <a:pt x="80605" y="3223"/>
                      <a:pt x="71061" y="1"/>
                      <a:pt x="61479" y="1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1765" name="Google Shape;1765;p79"/>
              <p:cNvSpPr/>
              <p:nvPr/>
            </p:nvSpPr>
            <p:spPr>
              <a:xfrm>
                <a:off x="1255025" y="238125"/>
                <a:ext cx="5080575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203223" h="208768" extrusionOk="0">
                    <a:moveTo>
                      <a:pt x="102232" y="0"/>
                    </a:moveTo>
                    <a:cubicBezTo>
                      <a:pt x="91434" y="33"/>
                      <a:pt x="81127" y="3882"/>
                      <a:pt x="74015" y="10569"/>
                    </a:cubicBezTo>
                    <a:cubicBezTo>
                      <a:pt x="67883" y="16310"/>
                      <a:pt x="64915" y="23323"/>
                      <a:pt x="63512" y="28575"/>
                    </a:cubicBezTo>
                    <a:cubicBezTo>
                      <a:pt x="62627" y="28467"/>
                      <a:pt x="61744" y="28414"/>
                      <a:pt x="60868" y="28414"/>
                    </a:cubicBezTo>
                    <a:cubicBezTo>
                      <a:pt x="55123" y="28414"/>
                      <a:pt x="49683" y="30697"/>
                      <a:pt x="46060" y="34773"/>
                    </a:cubicBezTo>
                    <a:cubicBezTo>
                      <a:pt x="40287" y="41297"/>
                      <a:pt x="39797" y="51344"/>
                      <a:pt x="44755" y="59205"/>
                    </a:cubicBezTo>
                    <a:cubicBezTo>
                      <a:pt x="42570" y="60771"/>
                      <a:pt x="39797" y="63543"/>
                      <a:pt x="38819" y="67947"/>
                    </a:cubicBezTo>
                    <a:cubicBezTo>
                      <a:pt x="37677" y="73166"/>
                      <a:pt x="39471" y="78614"/>
                      <a:pt x="43516" y="82137"/>
                    </a:cubicBezTo>
                    <a:cubicBezTo>
                      <a:pt x="44095" y="82642"/>
                      <a:pt x="44817" y="82890"/>
                      <a:pt x="45536" y="82890"/>
                    </a:cubicBezTo>
                    <a:cubicBezTo>
                      <a:pt x="46395" y="82890"/>
                      <a:pt x="47250" y="82536"/>
                      <a:pt x="47854" y="81843"/>
                    </a:cubicBezTo>
                    <a:cubicBezTo>
                      <a:pt x="48963" y="80571"/>
                      <a:pt x="48833" y="78646"/>
                      <a:pt x="47561" y="77537"/>
                    </a:cubicBezTo>
                    <a:cubicBezTo>
                      <a:pt x="45179" y="75482"/>
                      <a:pt x="44136" y="72318"/>
                      <a:pt x="44788" y="69285"/>
                    </a:cubicBezTo>
                    <a:cubicBezTo>
                      <a:pt x="45440" y="66349"/>
                      <a:pt x="47495" y="64620"/>
                      <a:pt x="49094" y="63674"/>
                    </a:cubicBezTo>
                    <a:cubicBezTo>
                      <a:pt x="50236" y="63022"/>
                      <a:pt x="51051" y="61880"/>
                      <a:pt x="51312" y="60608"/>
                    </a:cubicBezTo>
                    <a:cubicBezTo>
                      <a:pt x="51606" y="59303"/>
                      <a:pt x="51312" y="57966"/>
                      <a:pt x="50529" y="56889"/>
                    </a:cubicBezTo>
                    <a:cubicBezTo>
                      <a:pt x="46386" y="51148"/>
                      <a:pt x="46452" y="43580"/>
                      <a:pt x="50627" y="38850"/>
                    </a:cubicBezTo>
                    <a:cubicBezTo>
                      <a:pt x="53075" y="36087"/>
                      <a:pt x="56818" y="34534"/>
                      <a:pt x="60828" y="34534"/>
                    </a:cubicBezTo>
                    <a:cubicBezTo>
                      <a:pt x="61788" y="34534"/>
                      <a:pt x="62764" y="34623"/>
                      <a:pt x="63740" y="34805"/>
                    </a:cubicBezTo>
                    <a:cubicBezTo>
                      <a:pt x="64026" y="34859"/>
                      <a:pt x="64311" y="34885"/>
                      <a:pt x="64591" y="34885"/>
                    </a:cubicBezTo>
                    <a:cubicBezTo>
                      <a:pt x="66712" y="34885"/>
                      <a:pt x="68604" y="33414"/>
                      <a:pt x="69122" y="31282"/>
                    </a:cubicBezTo>
                    <a:cubicBezTo>
                      <a:pt x="70199" y="26716"/>
                      <a:pt x="72678" y="20224"/>
                      <a:pt x="78191" y="15038"/>
                    </a:cubicBezTo>
                    <a:cubicBezTo>
                      <a:pt x="84193" y="9395"/>
                      <a:pt x="92968" y="6133"/>
                      <a:pt x="102264" y="6133"/>
                    </a:cubicBezTo>
                    <a:cubicBezTo>
                      <a:pt x="102311" y="6132"/>
                      <a:pt x="102357" y="6132"/>
                      <a:pt x="102404" y="6132"/>
                    </a:cubicBezTo>
                    <a:cubicBezTo>
                      <a:pt x="111648" y="6132"/>
                      <a:pt x="120300" y="9358"/>
                      <a:pt x="126109" y="15005"/>
                    </a:cubicBezTo>
                    <a:lnTo>
                      <a:pt x="126305" y="15201"/>
                    </a:lnTo>
                    <a:cubicBezTo>
                      <a:pt x="130676" y="19539"/>
                      <a:pt x="133025" y="25346"/>
                      <a:pt x="132927" y="31543"/>
                    </a:cubicBezTo>
                    <a:cubicBezTo>
                      <a:pt x="132829" y="37904"/>
                      <a:pt x="130187" y="43808"/>
                      <a:pt x="125490" y="48147"/>
                    </a:cubicBezTo>
                    <a:cubicBezTo>
                      <a:pt x="123271" y="50202"/>
                      <a:pt x="120760" y="51898"/>
                      <a:pt x="118052" y="53170"/>
                    </a:cubicBezTo>
                    <a:cubicBezTo>
                      <a:pt x="113916" y="55141"/>
                      <a:pt x="109456" y="56114"/>
                      <a:pt x="104962" y="56114"/>
                    </a:cubicBezTo>
                    <a:cubicBezTo>
                      <a:pt x="98893" y="56114"/>
                      <a:pt x="92764" y="54340"/>
                      <a:pt x="87292" y="50854"/>
                    </a:cubicBezTo>
                    <a:cubicBezTo>
                      <a:pt x="86520" y="50370"/>
                      <a:pt x="85650" y="50122"/>
                      <a:pt x="84779" y="50122"/>
                    </a:cubicBezTo>
                    <a:cubicBezTo>
                      <a:pt x="84067" y="50122"/>
                      <a:pt x="83353" y="50288"/>
                      <a:pt x="82692" y="50626"/>
                    </a:cubicBezTo>
                    <a:cubicBezTo>
                      <a:pt x="81192" y="51344"/>
                      <a:pt x="80246" y="52779"/>
                      <a:pt x="80115" y="54410"/>
                    </a:cubicBezTo>
                    <a:cubicBezTo>
                      <a:pt x="79920" y="56498"/>
                      <a:pt x="78876" y="58357"/>
                      <a:pt x="77212" y="59499"/>
                    </a:cubicBezTo>
                    <a:cubicBezTo>
                      <a:pt x="76035" y="60318"/>
                      <a:pt x="74677" y="60735"/>
                      <a:pt x="73280" y="60735"/>
                    </a:cubicBezTo>
                    <a:cubicBezTo>
                      <a:pt x="72896" y="60735"/>
                      <a:pt x="72510" y="60704"/>
                      <a:pt x="72123" y="60640"/>
                    </a:cubicBezTo>
                    <a:cubicBezTo>
                      <a:pt x="71850" y="60590"/>
                      <a:pt x="71576" y="60566"/>
                      <a:pt x="71304" y="60566"/>
                    </a:cubicBezTo>
                    <a:cubicBezTo>
                      <a:pt x="69984" y="60566"/>
                      <a:pt x="68710" y="61140"/>
                      <a:pt x="67818" y="62141"/>
                    </a:cubicBezTo>
                    <a:cubicBezTo>
                      <a:pt x="66741" y="63380"/>
                      <a:pt x="66382" y="65044"/>
                      <a:pt x="66839" y="66577"/>
                    </a:cubicBezTo>
                    <a:cubicBezTo>
                      <a:pt x="67361" y="68306"/>
                      <a:pt x="67361" y="69937"/>
                      <a:pt x="66839" y="71535"/>
                    </a:cubicBezTo>
                    <a:cubicBezTo>
                      <a:pt x="65860" y="74471"/>
                      <a:pt x="63414" y="75906"/>
                      <a:pt x="62696" y="76265"/>
                    </a:cubicBezTo>
                    <a:cubicBezTo>
                      <a:pt x="61196" y="77016"/>
                      <a:pt x="60576" y="78875"/>
                      <a:pt x="61359" y="80375"/>
                    </a:cubicBezTo>
                    <a:cubicBezTo>
                      <a:pt x="61888" y="81434"/>
                      <a:pt x="62970" y="82038"/>
                      <a:pt x="64089" y="82038"/>
                    </a:cubicBezTo>
                    <a:cubicBezTo>
                      <a:pt x="64555" y="82038"/>
                      <a:pt x="65028" y="81933"/>
                      <a:pt x="65469" y="81713"/>
                    </a:cubicBezTo>
                    <a:cubicBezTo>
                      <a:pt x="67067" y="80897"/>
                      <a:pt x="70949" y="78483"/>
                      <a:pt x="72645" y="73460"/>
                    </a:cubicBezTo>
                    <a:cubicBezTo>
                      <a:pt x="73330" y="71340"/>
                      <a:pt x="73526" y="69089"/>
                      <a:pt x="73167" y="66838"/>
                    </a:cubicBezTo>
                    <a:lnTo>
                      <a:pt x="73167" y="66838"/>
                    </a:lnTo>
                    <a:cubicBezTo>
                      <a:pt x="73221" y="66839"/>
                      <a:pt x="73274" y="66839"/>
                      <a:pt x="73328" y="66839"/>
                    </a:cubicBezTo>
                    <a:cubicBezTo>
                      <a:pt x="75948" y="66839"/>
                      <a:pt x="78529" y="66057"/>
                      <a:pt x="80703" y="64522"/>
                    </a:cubicBezTo>
                    <a:cubicBezTo>
                      <a:pt x="83247" y="62761"/>
                      <a:pt x="85074" y="60118"/>
                      <a:pt x="85824" y="57117"/>
                    </a:cubicBezTo>
                    <a:cubicBezTo>
                      <a:pt x="91836" y="60517"/>
                      <a:pt x="98427" y="62238"/>
                      <a:pt x="104972" y="62238"/>
                    </a:cubicBezTo>
                    <a:cubicBezTo>
                      <a:pt x="110360" y="62238"/>
                      <a:pt x="115717" y="61072"/>
                      <a:pt x="120694" y="58716"/>
                    </a:cubicBezTo>
                    <a:cubicBezTo>
                      <a:pt x="123956" y="57150"/>
                      <a:pt x="126957" y="55128"/>
                      <a:pt x="129632" y="52648"/>
                    </a:cubicBezTo>
                    <a:cubicBezTo>
                      <a:pt x="135471" y="47201"/>
                      <a:pt x="138896" y="39568"/>
                      <a:pt x="139027" y="31641"/>
                    </a:cubicBezTo>
                    <a:cubicBezTo>
                      <a:pt x="139157" y="23747"/>
                      <a:pt x="136156" y="16375"/>
                      <a:pt x="130578" y="10830"/>
                    </a:cubicBezTo>
                    <a:lnTo>
                      <a:pt x="130383" y="10634"/>
                    </a:lnTo>
                    <a:cubicBezTo>
                      <a:pt x="123402" y="3882"/>
                      <a:pt x="113225" y="0"/>
                      <a:pt x="102395" y="0"/>
                    </a:cubicBezTo>
                    <a:close/>
                    <a:moveTo>
                      <a:pt x="177714" y="27042"/>
                    </a:moveTo>
                    <a:cubicBezTo>
                      <a:pt x="170277" y="27074"/>
                      <a:pt x="163198" y="29717"/>
                      <a:pt x="158305" y="34316"/>
                    </a:cubicBezTo>
                    <a:cubicBezTo>
                      <a:pt x="155076" y="37350"/>
                      <a:pt x="152662" y="41329"/>
                      <a:pt x="151292" y="45896"/>
                    </a:cubicBezTo>
                    <a:cubicBezTo>
                      <a:pt x="150954" y="45874"/>
                      <a:pt x="150617" y="45863"/>
                      <a:pt x="150281" y="45863"/>
                    </a:cubicBezTo>
                    <a:cubicBezTo>
                      <a:pt x="146180" y="45863"/>
                      <a:pt x="142305" y="47506"/>
                      <a:pt x="139712" y="50430"/>
                    </a:cubicBezTo>
                    <a:cubicBezTo>
                      <a:pt x="135797" y="54867"/>
                      <a:pt x="135276" y="61586"/>
                      <a:pt x="138277" y="67034"/>
                    </a:cubicBezTo>
                    <a:cubicBezTo>
                      <a:pt x="136417" y="68567"/>
                      <a:pt x="135178" y="70589"/>
                      <a:pt x="134688" y="72873"/>
                    </a:cubicBezTo>
                    <a:cubicBezTo>
                      <a:pt x="133840" y="76689"/>
                      <a:pt x="135145" y="80669"/>
                      <a:pt x="138146" y="83279"/>
                    </a:cubicBezTo>
                    <a:cubicBezTo>
                      <a:pt x="138711" y="83784"/>
                      <a:pt x="139424" y="84032"/>
                      <a:pt x="140139" y="84032"/>
                    </a:cubicBezTo>
                    <a:cubicBezTo>
                      <a:pt x="140993" y="84032"/>
                      <a:pt x="141848" y="83678"/>
                      <a:pt x="142452" y="82985"/>
                    </a:cubicBezTo>
                    <a:cubicBezTo>
                      <a:pt x="143561" y="81713"/>
                      <a:pt x="143431" y="79788"/>
                      <a:pt x="142158" y="78679"/>
                    </a:cubicBezTo>
                    <a:cubicBezTo>
                      <a:pt x="140854" y="77537"/>
                      <a:pt x="140299" y="75841"/>
                      <a:pt x="140658" y="74178"/>
                    </a:cubicBezTo>
                    <a:cubicBezTo>
                      <a:pt x="140984" y="72644"/>
                      <a:pt x="142093" y="71698"/>
                      <a:pt x="142941" y="71209"/>
                    </a:cubicBezTo>
                    <a:cubicBezTo>
                      <a:pt x="143952" y="70589"/>
                      <a:pt x="144670" y="69578"/>
                      <a:pt x="144931" y="68404"/>
                    </a:cubicBezTo>
                    <a:cubicBezTo>
                      <a:pt x="145159" y="67262"/>
                      <a:pt x="144898" y="66023"/>
                      <a:pt x="144213" y="65077"/>
                    </a:cubicBezTo>
                    <a:cubicBezTo>
                      <a:pt x="141832" y="61684"/>
                      <a:pt x="141865" y="57248"/>
                      <a:pt x="144279" y="54475"/>
                    </a:cubicBezTo>
                    <a:cubicBezTo>
                      <a:pt x="145711" y="52883"/>
                      <a:pt x="147921" y="51982"/>
                      <a:pt x="150276" y="51982"/>
                    </a:cubicBezTo>
                    <a:cubicBezTo>
                      <a:pt x="150816" y="51982"/>
                      <a:pt x="151364" y="52029"/>
                      <a:pt x="151912" y="52127"/>
                    </a:cubicBezTo>
                    <a:cubicBezTo>
                      <a:pt x="152161" y="52171"/>
                      <a:pt x="152410" y="52192"/>
                      <a:pt x="152656" y="52192"/>
                    </a:cubicBezTo>
                    <a:cubicBezTo>
                      <a:pt x="154594" y="52192"/>
                      <a:pt x="156341" y="50866"/>
                      <a:pt x="156805" y="48897"/>
                    </a:cubicBezTo>
                    <a:cubicBezTo>
                      <a:pt x="157490" y="46059"/>
                      <a:pt x="159055" y="42014"/>
                      <a:pt x="162481" y="38785"/>
                    </a:cubicBezTo>
                    <a:cubicBezTo>
                      <a:pt x="166469" y="35058"/>
                      <a:pt x="172153" y="33191"/>
                      <a:pt x="177796" y="33191"/>
                    </a:cubicBezTo>
                    <a:cubicBezTo>
                      <a:pt x="183414" y="33191"/>
                      <a:pt x="188993" y="35042"/>
                      <a:pt x="192817" y="38752"/>
                    </a:cubicBezTo>
                    <a:lnTo>
                      <a:pt x="192915" y="38883"/>
                    </a:lnTo>
                    <a:cubicBezTo>
                      <a:pt x="195622" y="41558"/>
                      <a:pt x="197090" y="45113"/>
                      <a:pt x="197025" y="48930"/>
                    </a:cubicBezTo>
                    <a:cubicBezTo>
                      <a:pt x="196960" y="52877"/>
                      <a:pt x="195296" y="56530"/>
                      <a:pt x="192393" y="59238"/>
                    </a:cubicBezTo>
                    <a:cubicBezTo>
                      <a:pt x="191023" y="60510"/>
                      <a:pt x="189457" y="61554"/>
                      <a:pt x="187761" y="62369"/>
                    </a:cubicBezTo>
                    <a:cubicBezTo>
                      <a:pt x="185162" y="63599"/>
                      <a:pt x="182359" y="64206"/>
                      <a:pt x="179535" y="64206"/>
                    </a:cubicBezTo>
                    <a:cubicBezTo>
                      <a:pt x="175767" y="64206"/>
                      <a:pt x="171960" y="63125"/>
                      <a:pt x="168548" y="60999"/>
                    </a:cubicBezTo>
                    <a:cubicBezTo>
                      <a:pt x="167854" y="60572"/>
                      <a:pt x="167073" y="60359"/>
                      <a:pt x="166289" y="60359"/>
                    </a:cubicBezTo>
                    <a:cubicBezTo>
                      <a:pt x="165635" y="60359"/>
                      <a:pt x="164980" y="60507"/>
                      <a:pt x="164372" y="60803"/>
                    </a:cubicBezTo>
                    <a:cubicBezTo>
                      <a:pt x="163035" y="61423"/>
                      <a:pt x="162154" y="62695"/>
                      <a:pt x="161991" y="64131"/>
                    </a:cubicBezTo>
                    <a:cubicBezTo>
                      <a:pt x="161893" y="65174"/>
                      <a:pt x="161339" y="66088"/>
                      <a:pt x="160523" y="66642"/>
                    </a:cubicBezTo>
                    <a:cubicBezTo>
                      <a:pt x="159949" y="67060"/>
                      <a:pt x="159271" y="67269"/>
                      <a:pt x="158555" y="67269"/>
                    </a:cubicBezTo>
                    <a:cubicBezTo>
                      <a:pt x="158376" y="67269"/>
                      <a:pt x="158194" y="67256"/>
                      <a:pt x="158012" y="67230"/>
                    </a:cubicBezTo>
                    <a:cubicBezTo>
                      <a:pt x="157817" y="67202"/>
                      <a:pt x="157622" y="67189"/>
                      <a:pt x="157428" y="67189"/>
                    </a:cubicBezTo>
                    <a:cubicBezTo>
                      <a:pt x="156221" y="67189"/>
                      <a:pt x="155043" y="67705"/>
                      <a:pt x="154228" y="68632"/>
                    </a:cubicBezTo>
                    <a:cubicBezTo>
                      <a:pt x="153282" y="69709"/>
                      <a:pt x="152923" y="71209"/>
                      <a:pt x="153314" y="72612"/>
                    </a:cubicBezTo>
                    <a:cubicBezTo>
                      <a:pt x="153543" y="73493"/>
                      <a:pt x="153543" y="74341"/>
                      <a:pt x="153282" y="75124"/>
                    </a:cubicBezTo>
                    <a:cubicBezTo>
                      <a:pt x="152727" y="76722"/>
                      <a:pt x="151422" y="77472"/>
                      <a:pt x="151031" y="77668"/>
                    </a:cubicBezTo>
                    <a:cubicBezTo>
                      <a:pt x="149530" y="78451"/>
                      <a:pt x="148943" y="80277"/>
                      <a:pt x="149694" y="81778"/>
                    </a:cubicBezTo>
                    <a:cubicBezTo>
                      <a:pt x="150242" y="82852"/>
                      <a:pt x="151302" y="83462"/>
                      <a:pt x="152404" y="83462"/>
                    </a:cubicBezTo>
                    <a:cubicBezTo>
                      <a:pt x="152875" y="83462"/>
                      <a:pt x="153354" y="83350"/>
                      <a:pt x="153804" y="83115"/>
                    </a:cubicBezTo>
                    <a:cubicBezTo>
                      <a:pt x="154978" y="82528"/>
                      <a:pt x="157848" y="80767"/>
                      <a:pt x="159055" y="77081"/>
                    </a:cubicBezTo>
                    <a:cubicBezTo>
                      <a:pt x="159479" y="75874"/>
                      <a:pt x="159643" y="74602"/>
                      <a:pt x="159577" y="73329"/>
                    </a:cubicBezTo>
                    <a:cubicBezTo>
                      <a:pt x="161176" y="73166"/>
                      <a:pt x="162709" y="72612"/>
                      <a:pt x="164014" y="71666"/>
                    </a:cubicBezTo>
                    <a:cubicBezTo>
                      <a:pt x="165547" y="70589"/>
                      <a:pt x="166721" y="69121"/>
                      <a:pt x="167439" y="67393"/>
                    </a:cubicBezTo>
                    <a:cubicBezTo>
                      <a:pt x="171284" y="69350"/>
                      <a:pt x="175427" y="70340"/>
                      <a:pt x="179545" y="70340"/>
                    </a:cubicBezTo>
                    <a:cubicBezTo>
                      <a:pt x="183253" y="70340"/>
                      <a:pt x="186940" y="69537"/>
                      <a:pt x="190370" y="67915"/>
                    </a:cubicBezTo>
                    <a:cubicBezTo>
                      <a:pt x="192654" y="66838"/>
                      <a:pt x="194709" y="65403"/>
                      <a:pt x="196568" y="63707"/>
                    </a:cubicBezTo>
                    <a:cubicBezTo>
                      <a:pt x="200646" y="59923"/>
                      <a:pt x="203027" y="54573"/>
                      <a:pt x="203125" y="49028"/>
                    </a:cubicBezTo>
                    <a:cubicBezTo>
                      <a:pt x="203223" y="43548"/>
                      <a:pt x="201135" y="38394"/>
                      <a:pt x="197221" y="34512"/>
                    </a:cubicBezTo>
                    <a:lnTo>
                      <a:pt x="197058" y="34381"/>
                    </a:lnTo>
                    <a:cubicBezTo>
                      <a:pt x="192262" y="29717"/>
                      <a:pt x="185249" y="27042"/>
                      <a:pt x="177812" y="27042"/>
                    </a:cubicBezTo>
                    <a:close/>
                    <a:moveTo>
                      <a:pt x="142158" y="98186"/>
                    </a:moveTo>
                    <a:cubicBezTo>
                      <a:pt x="152988" y="98186"/>
                      <a:pt x="163785" y="99654"/>
                      <a:pt x="174224" y="102589"/>
                    </a:cubicBezTo>
                    <a:lnTo>
                      <a:pt x="174224" y="106863"/>
                    </a:lnTo>
                    <a:cubicBezTo>
                      <a:pt x="174224" y="110223"/>
                      <a:pt x="174289" y="113615"/>
                      <a:pt x="174419" y="117007"/>
                    </a:cubicBezTo>
                    <a:lnTo>
                      <a:pt x="109897" y="117007"/>
                    </a:lnTo>
                    <a:cubicBezTo>
                      <a:pt x="110060" y="113615"/>
                      <a:pt x="110126" y="110223"/>
                      <a:pt x="110126" y="106863"/>
                    </a:cubicBezTo>
                    <a:lnTo>
                      <a:pt x="110126" y="102589"/>
                    </a:lnTo>
                    <a:cubicBezTo>
                      <a:pt x="120499" y="99686"/>
                      <a:pt x="131198" y="98218"/>
                      <a:pt x="141930" y="98186"/>
                    </a:cubicBezTo>
                    <a:close/>
                    <a:moveTo>
                      <a:pt x="55324" y="140461"/>
                    </a:moveTo>
                    <a:lnTo>
                      <a:pt x="60870" y="146007"/>
                    </a:lnTo>
                    <a:cubicBezTo>
                      <a:pt x="65241" y="150378"/>
                      <a:pt x="67655" y="156217"/>
                      <a:pt x="67655" y="162382"/>
                    </a:cubicBezTo>
                    <a:cubicBezTo>
                      <a:pt x="67655" y="168547"/>
                      <a:pt x="65241" y="174386"/>
                      <a:pt x="60870" y="178757"/>
                    </a:cubicBezTo>
                    <a:lnTo>
                      <a:pt x="58391" y="181236"/>
                    </a:lnTo>
                    <a:lnTo>
                      <a:pt x="58391" y="164143"/>
                    </a:lnTo>
                    <a:cubicBezTo>
                      <a:pt x="58391" y="162447"/>
                      <a:pt x="57020" y="161110"/>
                      <a:pt x="55324" y="161110"/>
                    </a:cubicBezTo>
                    <a:cubicBezTo>
                      <a:pt x="53628" y="161110"/>
                      <a:pt x="52258" y="162447"/>
                      <a:pt x="52258" y="164143"/>
                    </a:cubicBezTo>
                    <a:lnTo>
                      <a:pt x="52258" y="181236"/>
                    </a:lnTo>
                    <a:lnTo>
                      <a:pt x="49779" y="178757"/>
                    </a:lnTo>
                    <a:cubicBezTo>
                      <a:pt x="45408" y="174386"/>
                      <a:pt x="42994" y="168547"/>
                      <a:pt x="42994" y="162382"/>
                    </a:cubicBezTo>
                    <a:cubicBezTo>
                      <a:pt x="42994" y="156217"/>
                      <a:pt x="45408" y="150378"/>
                      <a:pt x="49779" y="146007"/>
                    </a:cubicBezTo>
                    <a:lnTo>
                      <a:pt x="55324" y="140461"/>
                    </a:lnTo>
                    <a:close/>
                    <a:moveTo>
                      <a:pt x="142158" y="140461"/>
                    </a:moveTo>
                    <a:lnTo>
                      <a:pt x="147704" y="146007"/>
                    </a:lnTo>
                    <a:cubicBezTo>
                      <a:pt x="152075" y="150378"/>
                      <a:pt x="154489" y="156217"/>
                      <a:pt x="154489" y="162382"/>
                    </a:cubicBezTo>
                    <a:cubicBezTo>
                      <a:pt x="154489" y="168547"/>
                      <a:pt x="152075" y="174386"/>
                      <a:pt x="147704" y="178757"/>
                    </a:cubicBezTo>
                    <a:lnTo>
                      <a:pt x="145225" y="181236"/>
                    </a:lnTo>
                    <a:lnTo>
                      <a:pt x="145225" y="164143"/>
                    </a:lnTo>
                    <a:cubicBezTo>
                      <a:pt x="145225" y="162447"/>
                      <a:pt x="143855" y="161110"/>
                      <a:pt x="142158" y="161110"/>
                    </a:cubicBezTo>
                    <a:cubicBezTo>
                      <a:pt x="140495" y="161110"/>
                      <a:pt x="139125" y="162447"/>
                      <a:pt x="139125" y="164143"/>
                    </a:cubicBezTo>
                    <a:lnTo>
                      <a:pt x="139125" y="181236"/>
                    </a:lnTo>
                    <a:lnTo>
                      <a:pt x="136613" y="178757"/>
                    </a:lnTo>
                    <a:cubicBezTo>
                      <a:pt x="132242" y="174386"/>
                      <a:pt x="129861" y="168547"/>
                      <a:pt x="129861" y="162382"/>
                    </a:cubicBezTo>
                    <a:cubicBezTo>
                      <a:pt x="129861" y="156217"/>
                      <a:pt x="132242" y="150378"/>
                      <a:pt x="136613" y="146007"/>
                    </a:cubicBezTo>
                    <a:lnTo>
                      <a:pt x="142158" y="140461"/>
                    </a:lnTo>
                    <a:close/>
                    <a:moveTo>
                      <a:pt x="55324" y="134084"/>
                    </a:moveTo>
                    <a:cubicBezTo>
                      <a:pt x="53922" y="134084"/>
                      <a:pt x="52519" y="134622"/>
                      <a:pt x="51442" y="135699"/>
                    </a:cubicBezTo>
                    <a:lnTo>
                      <a:pt x="45440" y="141701"/>
                    </a:lnTo>
                    <a:cubicBezTo>
                      <a:pt x="39928" y="147213"/>
                      <a:pt x="36894" y="154553"/>
                      <a:pt x="36894" y="162382"/>
                    </a:cubicBezTo>
                    <a:cubicBezTo>
                      <a:pt x="36894" y="170210"/>
                      <a:pt x="39928" y="177550"/>
                      <a:pt x="45440" y="183063"/>
                    </a:cubicBezTo>
                    <a:lnTo>
                      <a:pt x="53171" y="190794"/>
                    </a:lnTo>
                    <a:cubicBezTo>
                      <a:pt x="53712" y="191351"/>
                      <a:pt x="54523" y="191663"/>
                      <a:pt x="55347" y="191663"/>
                    </a:cubicBezTo>
                    <a:cubicBezTo>
                      <a:pt x="56115" y="191663"/>
                      <a:pt x="56895" y="191392"/>
                      <a:pt x="57477" y="190794"/>
                    </a:cubicBezTo>
                    <a:lnTo>
                      <a:pt x="65208" y="183063"/>
                    </a:lnTo>
                    <a:cubicBezTo>
                      <a:pt x="70721" y="177550"/>
                      <a:pt x="73754" y="170210"/>
                      <a:pt x="73754" y="162382"/>
                    </a:cubicBezTo>
                    <a:cubicBezTo>
                      <a:pt x="73754" y="154553"/>
                      <a:pt x="70721" y="147213"/>
                      <a:pt x="65208" y="141701"/>
                    </a:cubicBezTo>
                    <a:lnTo>
                      <a:pt x="59206" y="135699"/>
                    </a:lnTo>
                    <a:cubicBezTo>
                      <a:pt x="58130" y="134622"/>
                      <a:pt x="56727" y="134084"/>
                      <a:pt x="55324" y="134084"/>
                    </a:cubicBezTo>
                    <a:close/>
                    <a:moveTo>
                      <a:pt x="142175" y="134084"/>
                    </a:moveTo>
                    <a:cubicBezTo>
                      <a:pt x="140772" y="134084"/>
                      <a:pt x="139369" y="134622"/>
                      <a:pt x="138309" y="135699"/>
                    </a:cubicBezTo>
                    <a:lnTo>
                      <a:pt x="132307" y="141701"/>
                    </a:lnTo>
                    <a:cubicBezTo>
                      <a:pt x="126762" y="147213"/>
                      <a:pt x="123728" y="154553"/>
                      <a:pt x="123728" y="162382"/>
                    </a:cubicBezTo>
                    <a:cubicBezTo>
                      <a:pt x="123728" y="170210"/>
                      <a:pt x="126762" y="177550"/>
                      <a:pt x="132307" y="183063"/>
                    </a:cubicBezTo>
                    <a:lnTo>
                      <a:pt x="140005" y="190794"/>
                    </a:lnTo>
                    <a:cubicBezTo>
                      <a:pt x="140563" y="191351"/>
                      <a:pt x="141382" y="191663"/>
                      <a:pt x="142210" y="191663"/>
                    </a:cubicBezTo>
                    <a:cubicBezTo>
                      <a:pt x="142982" y="191663"/>
                      <a:pt x="143762" y="191392"/>
                      <a:pt x="144344" y="190794"/>
                    </a:cubicBezTo>
                    <a:lnTo>
                      <a:pt x="152042" y="183063"/>
                    </a:lnTo>
                    <a:cubicBezTo>
                      <a:pt x="157555" y="177550"/>
                      <a:pt x="160621" y="170210"/>
                      <a:pt x="160621" y="162382"/>
                    </a:cubicBezTo>
                    <a:cubicBezTo>
                      <a:pt x="160621" y="154553"/>
                      <a:pt x="157555" y="147213"/>
                      <a:pt x="152042" y="141701"/>
                    </a:cubicBezTo>
                    <a:lnTo>
                      <a:pt x="146040" y="135699"/>
                    </a:lnTo>
                    <a:cubicBezTo>
                      <a:pt x="144980" y="134622"/>
                      <a:pt x="143577" y="134084"/>
                      <a:pt x="142175" y="134084"/>
                    </a:cubicBezTo>
                    <a:close/>
                    <a:moveTo>
                      <a:pt x="55324" y="98186"/>
                    </a:moveTo>
                    <a:cubicBezTo>
                      <a:pt x="66154" y="98186"/>
                      <a:pt x="76919" y="99686"/>
                      <a:pt x="87357" y="102589"/>
                    </a:cubicBezTo>
                    <a:lnTo>
                      <a:pt x="87357" y="106863"/>
                    </a:lnTo>
                    <a:cubicBezTo>
                      <a:pt x="87357" y="110255"/>
                      <a:pt x="87422" y="113615"/>
                      <a:pt x="87585" y="117007"/>
                    </a:cubicBezTo>
                    <a:lnTo>
                      <a:pt x="49192" y="117007"/>
                    </a:lnTo>
                    <a:cubicBezTo>
                      <a:pt x="47528" y="117007"/>
                      <a:pt x="46158" y="118377"/>
                      <a:pt x="46158" y="120041"/>
                    </a:cubicBezTo>
                    <a:cubicBezTo>
                      <a:pt x="46158" y="121737"/>
                      <a:pt x="47528" y="123107"/>
                      <a:pt x="49192" y="123107"/>
                    </a:cubicBezTo>
                    <a:lnTo>
                      <a:pt x="87879" y="123107"/>
                    </a:lnTo>
                    <a:cubicBezTo>
                      <a:pt x="89216" y="144115"/>
                      <a:pt x="93163" y="164828"/>
                      <a:pt x="99622" y="184889"/>
                    </a:cubicBezTo>
                    <a:lnTo>
                      <a:pt x="103863" y="197970"/>
                    </a:lnTo>
                    <a:cubicBezTo>
                      <a:pt x="104221" y="199112"/>
                      <a:pt x="104058" y="200319"/>
                      <a:pt x="103341" y="201265"/>
                    </a:cubicBezTo>
                    <a:cubicBezTo>
                      <a:pt x="102721" y="202145"/>
                      <a:pt x="101742" y="202667"/>
                      <a:pt x="100731" y="202667"/>
                    </a:cubicBezTo>
                    <a:lnTo>
                      <a:pt x="9917" y="202667"/>
                    </a:lnTo>
                    <a:cubicBezTo>
                      <a:pt x="8874" y="202667"/>
                      <a:pt x="7928" y="202145"/>
                      <a:pt x="7308" y="201265"/>
                    </a:cubicBezTo>
                    <a:cubicBezTo>
                      <a:pt x="6590" y="200319"/>
                      <a:pt x="6427" y="199112"/>
                      <a:pt x="6786" y="197970"/>
                    </a:cubicBezTo>
                    <a:lnTo>
                      <a:pt x="10994" y="184889"/>
                    </a:lnTo>
                    <a:cubicBezTo>
                      <a:pt x="17485" y="164828"/>
                      <a:pt x="21432" y="144115"/>
                      <a:pt x="22770" y="123107"/>
                    </a:cubicBezTo>
                    <a:lnTo>
                      <a:pt x="36959" y="123107"/>
                    </a:lnTo>
                    <a:cubicBezTo>
                      <a:pt x="38656" y="123107"/>
                      <a:pt x="40026" y="121737"/>
                      <a:pt x="40026" y="120041"/>
                    </a:cubicBezTo>
                    <a:cubicBezTo>
                      <a:pt x="40026" y="118377"/>
                      <a:pt x="38656" y="117007"/>
                      <a:pt x="36959" y="117007"/>
                    </a:cubicBezTo>
                    <a:lnTo>
                      <a:pt x="23063" y="117007"/>
                    </a:lnTo>
                    <a:cubicBezTo>
                      <a:pt x="23194" y="113615"/>
                      <a:pt x="23292" y="110255"/>
                      <a:pt x="23292" y="106863"/>
                    </a:cubicBezTo>
                    <a:lnTo>
                      <a:pt x="23292" y="102589"/>
                    </a:lnTo>
                    <a:cubicBezTo>
                      <a:pt x="33632" y="99686"/>
                      <a:pt x="44331" y="98218"/>
                      <a:pt x="55096" y="98186"/>
                    </a:cubicBezTo>
                    <a:close/>
                    <a:moveTo>
                      <a:pt x="55417" y="92085"/>
                    </a:moveTo>
                    <a:cubicBezTo>
                      <a:pt x="55299" y="92085"/>
                      <a:pt x="55181" y="92086"/>
                      <a:pt x="55063" y="92086"/>
                    </a:cubicBezTo>
                    <a:cubicBezTo>
                      <a:pt x="43712" y="92086"/>
                      <a:pt x="32425" y="93652"/>
                      <a:pt x="21465" y="96751"/>
                    </a:cubicBezTo>
                    <a:cubicBezTo>
                      <a:pt x="18953" y="97436"/>
                      <a:pt x="17159" y="99784"/>
                      <a:pt x="17159" y="102426"/>
                    </a:cubicBezTo>
                    <a:lnTo>
                      <a:pt x="17159" y="106863"/>
                    </a:lnTo>
                    <a:cubicBezTo>
                      <a:pt x="17159" y="132795"/>
                      <a:pt x="13114" y="158402"/>
                      <a:pt x="5188" y="182997"/>
                    </a:cubicBezTo>
                    <a:lnTo>
                      <a:pt x="947" y="196111"/>
                    </a:lnTo>
                    <a:cubicBezTo>
                      <a:pt x="1" y="199079"/>
                      <a:pt x="523" y="202374"/>
                      <a:pt x="2350" y="204885"/>
                    </a:cubicBezTo>
                    <a:cubicBezTo>
                      <a:pt x="4144" y="207364"/>
                      <a:pt x="6916" y="208767"/>
                      <a:pt x="9917" y="208767"/>
                    </a:cubicBezTo>
                    <a:lnTo>
                      <a:pt x="187565" y="208767"/>
                    </a:lnTo>
                    <a:cubicBezTo>
                      <a:pt x="190566" y="208767"/>
                      <a:pt x="193339" y="207364"/>
                      <a:pt x="195133" y="204885"/>
                    </a:cubicBezTo>
                    <a:cubicBezTo>
                      <a:pt x="196960" y="202374"/>
                      <a:pt x="197482" y="199079"/>
                      <a:pt x="196536" y="196111"/>
                    </a:cubicBezTo>
                    <a:lnTo>
                      <a:pt x="192295" y="182997"/>
                    </a:lnTo>
                    <a:cubicBezTo>
                      <a:pt x="191088" y="179279"/>
                      <a:pt x="189979" y="175462"/>
                      <a:pt x="188935" y="171678"/>
                    </a:cubicBezTo>
                    <a:cubicBezTo>
                      <a:pt x="188580" y="170310"/>
                      <a:pt x="187329" y="169424"/>
                      <a:pt x="185972" y="169424"/>
                    </a:cubicBezTo>
                    <a:cubicBezTo>
                      <a:pt x="185712" y="169424"/>
                      <a:pt x="185447" y="169457"/>
                      <a:pt x="185184" y="169525"/>
                    </a:cubicBezTo>
                    <a:cubicBezTo>
                      <a:pt x="183553" y="169982"/>
                      <a:pt x="182607" y="171646"/>
                      <a:pt x="183031" y="173277"/>
                    </a:cubicBezTo>
                    <a:cubicBezTo>
                      <a:pt x="184107" y="177158"/>
                      <a:pt x="185249" y="181073"/>
                      <a:pt x="186489" y="184889"/>
                    </a:cubicBezTo>
                    <a:lnTo>
                      <a:pt x="190697" y="197970"/>
                    </a:lnTo>
                    <a:cubicBezTo>
                      <a:pt x="191088" y="199112"/>
                      <a:pt x="190892" y="200319"/>
                      <a:pt x="190207" y="201265"/>
                    </a:cubicBezTo>
                    <a:cubicBezTo>
                      <a:pt x="189555" y="202145"/>
                      <a:pt x="188609" y="202635"/>
                      <a:pt x="187565" y="202635"/>
                    </a:cubicBezTo>
                    <a:lnTo>
                      <a:pt x="109506" y="202635"/>
                    </a:lnTo>
                    <a:cubicBezTo>
                      <a:pt x="110289" y="200580"/>
                      <a:pt x="110387" y="198264"/>
                      <a:pt x="109669" y="196111"/>
                    </a:cubicBezTo>
                    <a:lnTo>
                      <a:pt x="105461" y="182997"/>
                    </a:lnTo>
                    <a:cubicBezTo>
                      <a:pt x="104156" y="179018"/>
                      <a:pt x="102982" y="175006"/>
                      <a:pt x="101905" y="170961"/>
                    </a:cubicBezTo>
                    <a:cubicBezTo>
                      <a:pt x="105983" y="155303"/>
                      <a:pt x="108560" y="139287"/>
                      <a:pt x="109604" y="123107"/>
                    </a:cubicBezTo>
                    <a:lnTo>
                      <a:pt x="174746" y="123107"/>
                    </a:lnTo>
                    <a:cubicBezTo>
                      <a:pt x="175561" y="136123"/>
                      <a:pt x="177388" y="149040"/>
                      <a:pt x="180193" y="161762"/>
                    </a:cubicBezTo>
                    <a:cubicBezTo>
                      <a:pt x="180532" y="163176"/>
                      <a:pt x="181803" y="164149"/>
                      <a:pt x="183198" y="164149"/>
                    </a:cubicBezTo>
                    <a:cubicBezTo>
                      <a:pt x="183413" y="164149"/>
                      <a:pt x="183630" y="164126"/>
                      <a:pt x="183847" y="164078"/>
                    </a:cubicBezTo>
                    <a:cubicBezTo>
                      <a:pt x="185510" y="163719"/>
                      <a:pt x="186554" y="162088"/>
                      <a:pt x="186195" y="160424"/>
                    </a:cubicBezTo>
                    <a:cubicBezTo>
                      <a:pt x="182313" y="142875"/>
                      <a:pt x="180324" y="124836"/>
                      <a:pt x="180324" y="106863"/>
                    </a:cubicBezTo>
                    <a:lnTo>
                      <a:pt x="180324" y="102426"/>
                    </a:lnTo>
                    <a:cubicBezTo>
                      <a:pt x="180324" y="99784"/>
                      <a:pt x="178562" y="97468"/>
                      <a:pt x="176018" y="96751"/>
                    </a:cubicBezTo>
                    <a:cubicBezTo>
                      <a:pt x="164992" y="93652"/>
                      <a:pt x="153608" y="92086"/>
                      <a:pt x="142158" y="92086"/>
                    </a:cubicBezTo>
                    <a:lnTo>
                      <a:pt x="141930" y="92086"/>
                    </a:lnTo>
                    <a:cubicBezTo>
                      <a:pt x="130578" y="92086"/>
                      <a:pt x="119259" y="93652"/>
                      <a:pt x="108332" y="96751"/>
                    </a:cubicBezTo>
                    <a:cubicBezTo>
                      <a:pt x="105787" y="97436"/>
                      <a:pt x="104026" y="99784"/>
                      <a:pt x="104026" y="102426"/>
                    </a:cubicBezTo>
                    <a:lnTo>
                      <a:pt x="103993" y="106863"/>
                    </a:lnTo>
                    <a:cubicBezTo>
                      <a:pt x="103993" y="123955"/>
                      <a:pt x="102232" y="141016"/>
                      <a:pt x="98741" y="157684"/>
                    </a:cubicBezTo>
                    <a:cubicBezTo>
                      <a:pt x="95251" y="141016"/>
                      <a:pt x="93490" y="123988"/>
                      <a:pt x="93490" y="106863"/>
                    </a:cubicBezTo>
                    <a:lnTo>
                      <a:pt x="93490" y="102426"/>
                    </a:lnTo>
                    <a:cubicBezTo>
                      <a:pt x="93490" y="99784"/>
                      <a:pt x="91695" y="97468"/>
                      <a:pt x="89151" y="96751"/>
                    </a:cubicBezTo>
                    <a:cubicBezTo>
                      <a:pt x="78173" y="93651"/>
                      <a:pt x="66844" y="92085"/>
                      <a:pt x="55417" y="92085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70" name="Google Shape;1770;p80"/>
          <p:cNvGrpSpPr/>
          <p:nvPr/>
        </p:nvGrpSpPr>
        <p:grpSpPr>
          <a:xfrm>
            <a:off x="1279047" y="1758092"/>
            <a:ext cx="411484" cy="411500"/>
            <a:chOff x="898875" y="4399275"/>
            <a:chExt cx="483700" cy="481850"/>
          </a:xfrm>
        </p:grpSpPr>
        <p:sp>
          <p:nvSpPr>
            <p:cNvPr id="1771" name="Google Shape;1771;p80"/>
            <p:cNvSpPr/>
            <p:nvPr/>
          </p:nvSpPr>
          <p:spPr>
            <a:xfrm>
              <a:off x="992750" y="4642900"/>
              <a:ext cx="145300" cy="144100"/>
            </a:xfrm>
            <a:custGeom>
              <a:avLst/>
              <a:gdLst/>
              <a:ahLst/>
              <a:cxnLst/>
              <a:rect l="l" t="t" r="r" b="b"/>
              <a:pathLst>
                <a:path w="5812" h="5764" extrusionOk="0">
                  <a:moveTo>
                    <a:pt x="994" y="0"/>
                  </a:moveTo>
                  <a:lnTo>
                    <a:pt x="988" y="12"/>
                  </a:lnTo>
                  <a:cubicBezTo>
                    <a:pt x="988" y="9"/>
                    <a:pt x="991" y="6"/>
                    <a:pt x="991" y="3"/>
                  </a:cubicBezTo>
                  <a:lnTo>
                    <a:pt x="991" y="3"/>
                  </a:lnTo>
                  <a:lnTo>
                    <a:pt x="979" y="27"/>
                  </a:lnTo>
                  <a:lnTo>
                    <a:pt x="108" y="1759"/>
                  </a:lnTo>
                  <a:cubicBezTo>
                    <a:pt x="0" y="1976"/>
                    <a:pt x="42" y="2241"/>
                    <a:pt x="214" y="2415"/>
                  </a:cubicBezTo>
                  <a:lnTo>
                    <a:pt x="3397" y="5598"/>
                  </a:lnTo>
                  <a:cubicBezTo>
                    <a:pt x="3506" y="5707"/>
                    <a:pt x="3649" y="5763"/>
                    <a:pt x="3795" y="5763"/>
                  </a:cubicBezTo>
                  <a:cubicBezTo>
                    <a:pt x="3883" y="5763"/>
                    <a:pt x="3971" y="5743"/>
                    <a:pt x="4053" y="5701"/>
                  </a:cubicBezTo>
                  <a:lnTo>
                    <a:pt x="5797" y="4827"/>
                  </a:lnTo>
                  <a:lnTo>
                    <a:pt x="5800" y="4824"/>
                  </a:lnTo>
                  <a:lnTo>
                    <a:pt x="5812" y="4818"/>
                  </a:lnTo>
                  <a:lnTo>
                    <a:pt x="994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72" name="Google Shape;1772;p80"/>
            <p:cNvSpPr/>
            <p:nvPr/>
          </p:nvSpPr>
          <p:spPr>
            <a:xfrm>
              <a:off x="1138025" y="4763350"/>
              <a:ext cx="25" cy="25"/>
            </a:xfrm>
            <a:custGeom>
              <a:avLst/>
              <a:gdLst/>
              <a:ahLst/>
              <a:cxnLst/>
              <a:rect l="l" t="t" r="r" b="b"/>
              <a:pathLst>
                <a:path w="1" h="1" extrusionOk="0">
                  <a:moveTo>
                    <a:pt x="1" y="0"/>
                  </a:move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73" name="Google Shape;1773;p80"/>
            <p:cNvSpPr/>
            <p:nvPr/>
          </p:nvSpPr>
          <p:spPr>
            <a:xfrm>
              <a:off x="1269550" y="4399275"/>
              <a:ext cx="113025" cy="112125"/>
            </a:xfrm>
            <a:custGeom>
              <a:avLst/>
              <a:gdLst/>
              <a:ahLst/>
              <a:cxnLst/>
              <a:rect l="l" t="t" r="r" b="b"/>
              <a:pathLst>
                <a:path w="4521" h="4485" extrusionOk="0">
                  <a:moveTo>
                    <a:pt x="3066" y="1"/>
                  </a:moveTo>
                  <a:cubicBezTo>
                    <a:pt x="1947" y="1"/>
                    <a:pt x="938" y="82"/>
                    <a:pt x="0" y="239"/>
                  </a:cubicBezTo>
                  <a:lnTo>
                    <a:pt x="9" y="895"/>
                  </a:lnTo>
                  <a:cubicBezTo>
                    <a:pt x="34" y="2862"/>
                    <a:pt x="1623" y="4452"/>
                    <a:pt x="3590" y="4476"/>
                  </a:cubicBezTo>
                  <a:lnTo>
                    <a:pt x="4243" y="4485"/>
                  </a:lnTo>
                  <a:cubicBezTo>
                    <a:pt x="4439" y="3313"/>
                    <a:pt x="4520" y="2028"/>
                    <a:pt x="4469" y="561"/>
                  </a:cubicBezTo>
                  <a:cubicBezTo>
                    <a:pt x="4457" y="266"/>
                    <a:pt x="4219" y="28"/>
                    <a:pt x="3924" y="16"/>
                  </a:cubicBezTo>
                  <a:cubicBezTo>
                    <a:pt x="3631" y="6"/>
                    <a:pt x="3345" y="1"/>
                    <a:pt x="306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74" name="Google Shape;1774;p80"/>
            <p:cNvSpPr/>
            <p:nvPr/>
          </p:nvSpPr>
          <p:spPr>
            <a:xfrm>
              <a:off x="1161975" y="4531175"/>
              <a:ext cx="91400" cy="84350"/>
            </a:xfrm>
            <a:custGeom>
              <a:avLst/>
              <a:gdLst/>
              <a:ahLst/>
              <a:cxnLst/>
              <a:rect l="l" t="t" r="r" b="b"/>
              <a:pathLst>
                <a:path w="3656" h="3374" extrusionOk="0">
                  <a:moveTo>
                    <a:pt x="1821" y="1"/>
                  </a:moveTo>
                  <a:cubicBezTo>
                    <a:pt x="1137" y="1"/>
                    <a:pt x="523" y="415"/>
                    <a:pt x="262" y="1046"/>
                  </a:cubicBezTo>
                  <a:cubicBezTo>
                    <a:pt x="0" y="1678"/>
                    <a:pt x="145" y="2410"/>
                    <a:pt x="633" y="2894"/>
                  </a:cubicBezTo>
                  <a:cubicBezTo>
                    <a:pt x="952" y="3214"/>
                    <a:pt x="1391" y="3373"/>
                    <a:pt x="1830" y="3373"/>
                  </a:cubicBezTo>
                  <a:cubicBezTo>
                    <a:pt x="2269" y="3373"/>
                    <a:pt x="2707" y="3214"/>
                    <a:pt x="3027" y="2894"/>
                  </a:cubicBezTo>
                  <a:cubicBezTo>
                    <a:pt x="3511" y="2410"/>
                    <a:pt x="3656" y="1681"/>
                    <a:pt x="3394" y="1046"/>
                  </a:cubicBezTo>
                  <a:cubicBezTo>
                    <a:pt x="3132" y="413"/>
                    <a:pt x="2515" y="1"/>
                    <a:pt x="1828" y="1"/>
                  </a:cubicBezTo>
                  <a:cubicBezTo>
                    <a:pt x="1826" y="1"/>
                    <a:pt x="1823" y="1"/>
                    <a:pt x="182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75" name="Google Shape;1775;p80"/>
            <p:cNvSpPr/>
            <p:nvPr/>
          </p:nvSpPr>
          <p:spPr>
            <a:xfrm>
              <a:off x="1031050" y="4411100"/>
              <a:ext cx="338650" cy="338725"/>
            </a:xfrm>
            <a:custGeom>
              <a:avLst/>
              <a:gdLst/>
              <a:ahLst/>
              <a:cxnLst/>
              <a:rect l="l" t="t" r="r" b="b"/>
              <a:pathLst>
                <a:path w="13546" h="13549" extrusionOk="0">
                  <a:moveTo>
                    <a:pt x="7066" y="3673"/>
                  </a:moveTo>
                  <a:cubicBezTo>
                    <a:pt x="7800" y="3673"/>
                    <a:pt x="8522" y="3960"/>
                    <a:pt x="9062" y="4500"/>
                  </a:cubicBezTo>
                  <a:cubicBezTo>
                    <a:pt x="10170" y="5602"/>
                    <a:pt x="10170" y="7393"/>
                    <a:pt x="9062" y="8492"/>
                  </a:cubicBezTo>
                  <a:cubicBezTo>
                    <a:pt x="8522" y="9032"/>
                    <a:pt x="7800" y="9319"/>
                    <a:pt x="7066" y="9319"/>
                  </a:cubicBezTo>
                  <a:cubicBezTo>
                    <a:pt x="6702" y="9319"/>
                    <a:pt x="6334" y="9248"/>
                    <a:pt x="5984" y="9104"/>
                  </a:cubicBezTo>
                  <a:cubicBezTo>
                    <a:pt x="4930" y="8667"/>
                    <a:pt x="4244" y="7637"/>
                    <a:pt x="4244" y="6496"/>
                  </a:cubicBezTo>
                  <a:cubicBezTo>
                    <a:pt x="4244" y="5355"/>
                    <a:pt x="4930" y="4325"/>
                    <a:pt x="5984" y="3888"/>
                  </a:cubicBezTo>
                  <a:cubicBezTo>
                    <a:pt x="6334" y="3744"/>
                    <a:pt x="6702" y="3673"/>
                    <a:pt x="7066" y="3673"/>
                  </a:cubicBezTo>
                  <a:close/>
                  <a:moveTo>
                    <a:pt x="3868" y="9124"/>
                  </a:moveTo>
                  <a:cubicBezTo>
                    <a:pt x="4006" y="9124"/>
                    <a:pt x="4147" y="9176"/>
                    <a:pt x="4262" y="9290"/>
                  </a:cubicBezTo>
                  <a:cubicBezTo>
                    <a:pt x="4481" y="9510"/>
                    <a:pt x="4481" y="9869"/>
                    <a:pt x="4262" y="10088"/>
                  </a:cubicBezTo>
                  <a:cubicBezTo>
                    <a:pt x="4147" y="10204"/>
                    <a:pt x="4005" y="10255"/>
                    <a:pt x="3866" y="10255"/>
                  </a:cubicBezTo>
                  <a:cubicBezTo>
                    <a:pt x="3576" y="10255"/>
                    <a:pt x="3298" y="10031"/>
                    <a:pt x="3298" y="9691"/>
                  </a:cubicBezTo>
                  <a:cubicBezTo>
                    <a:pt x="3298" y="9350"/>
                    <a:pt x="3577" y="9124"/>
                    <a:pt x="3868" y="9124"/>
                  </a:cubicBezTo>
                  <a:close/>
                  <a:moveTo>
                    <a:pt x="8414" y="1"/>
                  </a:moveTo>
                  <a:cubicBezTo>
                    <a:pt x="6466" y="507"/>
                    <a:pt x="4888" y="1425"/>
                    <a:pt x="3518" y="2846"/>
                  </a:cubicBezTo>
                  <a:cubicBezTo>
                    <a:pt x="2169" y="4244"/>
                    <a:pt x="1000" y="6282"/>
                    <a:pt x="1" y="8212"/>
                  </a:cubicBezTo>
                  <a:lnTo>
                    <a:pt x="5337" y="13548"/>
                  </a:lnTo>
                  <a:cubicBezTo>
                    <a:pt x="7267" y="12549"/>
                    <a:pt x="9309" y="11380"/>
                    <a:pt x="10706" y="10031"/>
                  </a:cubicBezTo>
                  <a:cubicBezTo>
                    <a:pt x="12124" y="8664"/>
                    <a:pt x="13039" y="7086"/>
                    <a:pt x="13545" y="5138"/>
                  </a:cubicBezTo>
                  <a:lnTo>
                    <a:pt x="13112" y="5129"/>
                  </a:lnTo>
                  <a:cubicBezTo>
                    <a:pt x="10534" y="5099"/>
                    <a:pt x="8453" y="3015"/>
                    <a:pt x="8420" y="440"/>
                  </a:cubicBezTo>
                  <a:lnTo>
                    <a:pt x="8414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76" name="Google Shape;1776;p80"/>
            <p:cNvSpPr/>
            <p:nvPr/>
          </p:nvSpPr>
          <p:spPr>
            <a:xfrm>
              <a:off x="1130500" y="4740450"/>
              <a:ext cx="108950" cy="111250"/>
            </a:xfrm>
            <a:custGeom>
              <a:avLst/>
              <a:gdLst/>
              <a:ahLst/>
              <a:cxnLst/>
              <a:rect l="l" t="t" r="r" b="b"/>
              <a:pathLst>
                <a:path w="4358" h="4450" extrusionOk="0">
                  <a:moveTo>
                    <a:pt x="4358" y="1"/>
                  </a:moveTo>
                  <a:lnTo>
                    <a:pt x="4358" y="1"/>
                  </a:lnTo>
                  <a:cubicBezTo>
                    <a:pt x="2906" y="877"/>
                    <a:pt x="1437" y="1609"/>
                    <a:pt x="1" y="2332"/>
                  </a:cubicBezTo>
                  <a:cubicBezTo>
                    <a:pt x="58" y="3090"/>
                    <a:pt x="112" y="3789"/>
                    <a:pt x="118" y="3882"/>
                  </a:cubicBezTo>
                  <a:cubicBezTo>
                    <a:pt x="118" y="4211"/>
                    <a:pt x="387" y="4450"/>
                    <a:pt x="683" y="4450"/>
                  </a:cubicBezTo>
                  <a:cubicBezTo>
                    <a:pt x="767" y="4450"/>
                    <a:pt x="854" y="4430"/>
                    <a:pt x="937" y="4388"/>
                  </a:cubicBezTo>
                  <a:cubicBezTo>
                    <a:pt x="1039" y="4295"/>
                    <a:pt x="3858" y="3208"/>
                    <a:pt x="4358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77" name="Google Shape;1777;p80"/>
            <p:cNvSpPr/>
            <p:nvPr/>
          </p:nvSpPr>
          <p:spPr>
            <a:xfrm>
              <a:off x="927325" y="4539825"/>
              <a:ext cx="114150" cy="109800"/>
            </a:xfrm>
            <a:custGeom>
              <a:avLst/>
              <a:gdLst/>
              <a:ahLst/>
              <a:cxnLst/>
              <a:rect l="l" t="t" r="r" b="b"/>
              <a:pathLst>
                <a:path w="4566" h="4392" extrusionOk="0">
                  <a:moveTo>
                    <a:pt x="4565" y="1"/>
                  </a:moveTo>
                  <a:lnTo>
                    <a:pt x="4565" y="1"/>
                  </a:lnTo>
                  <a:cubicBezTo>
                    <a:pt x="1268" y="459"/>
                    <a:pt x="184" y="3334"/>
                    <a:pt x="91" y="3437"/>
                  </a:cubicBezTo>
                  <a:cubicBezTo>
                    <a:pt x="0" y="3611"/>
                    <a:pt x="9" y="3822"/>
                    <a:pt x="112" y="3988"/>
                  </a:cubicBezTo>
                  <a:cubicBezTo>
                    <a:pt x="295" y="4286"/>
                    <a:pt x="606" y="4232"/>
                    <a:pt x="723" y="4256"/>
                  </a:cubicBezTo>
                  <a:lnTo>
                    <a:pt x="2214" y="4391"/>
                  </a:lnTo>
                  <a:cubicBezTo>
                    <a:pt x="2945" y="2928"/>
                    <a:pt x="3680" y="1458"/>
                    <a:pt x="45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78" name="Google Shape;1778;p80"/>
            <p:cNvSpPr/>
            <p:nvPr/>
          </p:nvSpPr>
          <p:spPr>
            <a:xfrm>
              <a:off x="898875" y="4711550"/>
              <a:ext cx="170825" cy="169575"/>
            </a:xfrm>
            <a:custGeom>
              <a:avLst/>
              <a:gdLst/>
              <a:ahLst/>
              <a:cxnLst/>
              <a:rect l="l" t="t" r="r" b="b"/>
              <a:pathLst>
                <a:path w="6833" h="6783" extrusionOk="0">
                  <a:moveTo>
                    <a:pt x="2846" y="1"/>
                  </a:moveTo>
                  <a:cubicBezTo>
                    <a:pt x="1747" y="1052"/>
                    <a:pt x="503" y="4602"/>
                    <a:pt x="63" y="6050"/>
                  </a:cubicBezTo>
                  <a:cubicBezTo>
                    <a:pt x="0" y="6252"/>
                    <a:pt x="54" y="6469"/>
                    <a:pt x="202" y="6616"/>
                  </a:cubicBezTo>
                  <a:cubicBezTo>
                    <a:pt x="309" y="6724"/>
                    <a:pt x="454" y="6782"/>
                    <a:pt x="602" y="6782"/>
                  </a:cubicBezTo>
                  <a:cubicBezTo>
                    <a:pt x="656" y="6782"/>
                    <a:pt x="711" y="6774"/>
                    <a:pt x="765" y="6758"/>
                  </a:cubicBezTo>
                  <a:cubicBezTo>
                    <a:pt x="2225" y="6318"/>
                    <a:pt x="5782" y="5084"/>
                    <a:pt x="6833" y="3981"/>
                  </a:cubicBezTo>
                  <a:cubicBezTo>
                    <a:pt x="6655" y="3900"/>
                    <a:pt x="6492" y="3789"/>
                    <a:pt x="6354" y="3650"/>
                  </a:cubicBezTo>
                  <a:lnTo>
                    <a:pt x="5167" y="2464"/>
                  </a:lnTo>
                  <a:lnTo>
                    <a:pt x="4767" y="2861"/>
                  </a:lnTo>
                  <a:cubicBezTo>
                    <a:pt x="4658" y="2967"/>
                    <a:pt x="4517" y="3020"/>
                    <a:pt x="4375" y="3020"/>
                  </a:cubicBezTo>
                  <a:cubicBezTo>
                    <a:pt x="4231" y="3020"/>
                    <a:pt x="4086" y="2965"/>
                    <a:pt x="3975" y="2855"/>
                  </a:cubicBezTo>
                  <a:cubicBezTo>
                    <a:pt x="3758" y="2638"/>
                    <a:pt x="3755" y="2286"/>
                    <a:pt x="3969" y="2063"/>
                  </a:cubicBezTo>
                  <a:lnTo>
                    <a:pt x="4369" y="1663"/>
                  </a:lnTo>
                  <a:lnTo>
                    <a:pt x="3171" y="464"/>
                  </a:lnTo>
                  <a:cubicBezTo>
                    <a:pt x="3035" y="329"/>
                    <a:pt x="2927" y="172"/>
                    <a:pt x="2846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grpSp>
        <p:nvGrpSpPr>
          <p:cNvPr id="1779" name="Google Shape;1779;p80"/>
          <p:cNvGrpSpPr/>
          <p:nvPr/>
        </p:nvGrpSpPr>
        <p:grpSpPr>
          <a:xfrm>
            <a:off x="3311477" y="3466014"/>
            <a:ext cx="462930" cy="411460"/>
            <a:chOff x="899850" y="871450"/>
            <a:chExt cx="483175" cy="423400"/>
          </a:xfrm>
        </p:grpSpPr>
        <p:sp>
          <p:nvSpPr>
            <p:cNvPr id="1780" name="Google Shape;1780;p80"/>
            <p:cNvSpPr/>
            <p:nvPr/>
          </p:nvSpPr>
          <p:spPr>
            <a:xfrm>
              <a:off x="1325175" y="1040825"/>
              <a:ext cx="56425" cy="28275"/>
            </a:xfrm>
            <a:custGeom>
              <a:avLst/>
              <a:gdLst/>
              <a:ahLst/>
              <a:cxnLst/>
              <a:rect l="l" t="t" r="r" b="b"/>
              <a:pathLst>
                <a:path w="2257" h="1131" extrusionOk="0">
                  <a:moveTo>
                    <a:pt x="564" y="1"/>
                  </a:moveTo>
                  <a:cubicBezTo>
                    <a:pt x="251" y="1"/>
                    <a:pt x="1" y="251"/>
                    <a:pt x="1" y="564"/>
                  </a:cubicBezTo>
                  <a:cubicBezTo>
                    <a:pt x="1" y="877"/>
                    <a:pt x="251" y="1130"/>
                    <a:pt x="564" y="1130"/>
                  </a:cubicBezTo>
                  <a:lnTo>
                    <a:pt x="1693" y="1130"/>
                  </a:lnTo>
                  <a:cubicBezTo>
                    <a:pt x="2006" y="1130"/>
                    <a:pt x="2256" y="877"/>
                    <a:pt x="2256" y="564"/>
                  </a:cubicBezTo>
                  <a:cubicBezTo>
                    <a:pt x="2256" y="251"/>
                    <a:pt x="2006" y="1"/>
                    <a:pt x="169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81" name="Google Shape;1781;p80"/>
            <p:cNvSpPr/>
            <p:nvPr/>
          </p:nvSpPr>
          <p:spPr>
            <a:xfrm>
              <a:off x="1323750" y="956100"/>
              <a:ext cx="59275" cy="56525"/>
            </a:xfrm>
            <a:custGeom>
              <a:avLst/>
              <a:gdLst/>
              <a:ahLst/>
              <a:cxnLst/>
              <a:rect l="l" t="t" r="r" b="b"/>
              <a:pathLst>
                <a:path w="2371" h="2261" extrusionOk="0">
                  <a:moveTo>
                    <a:pt x="1750" y="0"/>
                  </a:moveTo>
                  <a:cubicBezTo>
                    <a:pt x="1605" y="0"/>
                    <a:pt x="1461" y="55"/>
                    <a:pt x="1350" y="165"/>
                  </a:cubicBezTo>
                  <a:lnTo>
                    <a:pt x="220" y="1294"/>
                  </a:lnTo>
                  <a:cubicBezTo>
                    <a:pt x="0" y="1517"/>
                    <a:pt x="0" y="1872"/>
                    <a:pt x="220" y="2095"/>
                  </a:cubicBezTo>
                  <a:cubicBezTo>
                    <a:pt x="332" y="2205"/>
                    <a:pt x="476" y="2260"/>
                    <a:pt x="621" y="2260"/>
                  </a:cubicBezTo>
                  <a:cubicBezTo>
                    <a:pt x="765" y="2260"/>
                    <a:pt x="910" y="2205"/>
                    <a:pt x="1021" y="2095"/>
                  </a:cubicBezTo>
                  <a:lnTo>
                    <a:pt x="2151" y="966"/>
                  </a:lnTo>
                  <a:cubicBezTo>
                    <a:pt x="2370" y="743"/>
                    <a:pt x="2370" y="388"/>
                    <a:pt x="2151" y="165"/>
                  </a:cubicBezTo>
                  <a:cubicBezTo>
                    <a:pt x="2039" y="55"/>
                    <a:pt x="1895" y="0"/>
                    <a:pt x="1750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82" name="Google Shape;1782;p80"/>
            <p:cNvSpPr/>
            <p:nvPr/>
          </p:nvSpPr>
          <p:spPr>
            <a:xfrm>
              <a:off x="1323750" y="1097250"/>
              <a:ext cx="59275" cy="56525"/>
            </a:xfrm>
            <a:custGeom>
              <a:avLst/>
              <a:gdLst/>
              <a:ahLst/>
              <a:cxnLst/>
              <a:rect l="l" t="t" r="r" b="b"/>
              <a:pathLst>
                <a:path w="2371" h="2261" extrusionOk="0">
                  <a:moveTo>
                    <a:pt x="621" y="0"/>
                  </a:moveTo>
                  <a:cubicBezTo>
                    <a:pt x="476" y="0"/>
                    <a:pt x="332" y="55"/>
                    <a:pt x="220" y="165"/>
                  </a:cubicBezTo>
                  <a:cubicBezTo>
                    <a:pt x="0" y="388"/>
                    <a:pt x="0" y="743"/>
                    <a:pt x="220" y="966"/>
                  </a:cubicBezTo>
                  <a:lnTo>
                    <a:pt x="1350" y="2095"/>
                  </a:lnTo>
                  <a:cubicBezTo>
                    <a:pt x="1461" y="2205"/>
                    <a:pt x="1605" y="2260"/>
                    <a:pt x="1750" y="2260"/>
                  </a:cubicBezTo>
                  <a:cubicBezTo>
                    <a:pt x="1895" y="2260"/>
                    <a:pt x="2039" y="2205"/>
                    <a:pt x="2151" y="2095"/>
                  </a:cubicBezTo>
                  <a:cubicBezTo>
                    <a:pt x="2370" y="1872"/>
                    <a:pt x="2370" y="1517"/>
                    <a:pt x="2151" y="1294"/>
                  </a:cubicBezTo>
                  <a:lnTo>
                    <a:pt x="1021" y="165"/>
                  </a:lnTo>
                  <a:cubicBezTo>
                    <a:pt x="910" y="55"/>
                    <a:pt x="765" y="0"/>
                    <a:pt x="62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  <p:sp>
          <p:nvSpPr>
            <p:cNvPr id="1783" name="Google Shape;1783;p80"/>
            <p:cNvSpPr/>
            <p:nvPr/>
          </p:nvSpPr>
          <p:spPr>
            <a:xfrm>
              <a:off x="899850" y="871450"/>
              <a:ext cx="396150" cy="423400"/>
            </a:xfrm>
            <a:custGeom>
              <a:avLst/>
              <a:gdLst/>
              <a:ahLst/>
              <a:cxnLst/>
              <a:rect l="l" t="t" r="r" b="b"/>
              <a:pathLst>
                <a:path w="15846" h="16936" extrusionOk="0">
                  <a:moveTo>
                    <a:pt x="6812" y="4518"/>
                  </a:moveTo>
                  <a:lnTo>
                    <a:pt x="6812" y="10164"/>
                  </a:lnTo>
                  <a:lnTo>
                    <a:pt x="5682" y="10164"/>
                  </a:lnTo>
                  <a:lnTo>
                    <a:pt x="5682" y="4518"/>
                  </a:lnTo>
                  <a:close/>
                  <a:moveTo>
                    <a:pt x="14153" y="1130"/>
                  </a:moveTo>
                  <a:cubicBezTo>
                    <a:pt x="14463" y="1130"/>
                    <a:pt x="14716" y="1380"/>
                    <a:pt x="14716" y="1693"/>
                  </a:cubicBezTo>
                  <a:lnTo>
                    <a:pt x="14716" y="12985"/>
                  </a:lnTo>
                  <a:cubicBezTo>
                    <a:pt x="14716" y="13298"/>
                    <a:pt x="14463" y="13551"/>
                    <a:pt x="14153" y="13551"/>
                  </a:cubicBezTo>
                  <a:lnTo>
                    <a:pt x="13587" y="13551"/>
                  </a:lnTo>
                  <a:lnTo>
                    <a:pt x="13587" y="1130"/>
                  </a:lnTo>
                  <a:close/>
                  <a:moveTo>
                    <a:pt x="13018" y="1"/>
                  </a:moveTo>
                  <a:cubicBezTo>
                    <a:pt x="13012" y="1"/>
                    <a:pt x="13006" y="4"/>
                    <a:pt x="13000" y="4"/>
                  </a:cubicBezTo>
                  <a:cubicBezTo>
                    <a:pt x="12992" y="4"/>
                    <a:pt x="12985" y="4"/>
                    <a:pt x="12978" y="4"/>
                  </a:cubicBezTo>
                  <a:cubicBezTo>
                    <a:pt x="12972" y="4"/>
                    <a:pt x="12967" y="4"/>
                    <a:pt x="12961" y="4"/>
                  </a:cubicBezTo>
                  <a:cubicBezTo>
                    <a:pt x="12797" y="4"/>
                    <a:pt x="12768" y="58"/>
                    <a:pt x="7221" y="3385"/>
                  </a:cubicBezTo>
                  <a:lnTo>
                    <a:pt x="3990" y="3385"/>
                  </a:lnTo>
                  <a:cubicBezTo>
                    <a:pt x="1810" y="3388"/>
                    <a:pt x="0" y="5159"/>
                    <a:pt x="0" y="7339"/>
                  </a:cubicBezTo>
                  <a:cubicBezTo>
                    <a:pt x="0" y="9323"/>
                    <a:pt x="1515" y="10959"/>
                    <a:pt x="3424" y="11236"/>
                  </a:cubicBezTo>
                  <a:lnTo>
                    <a:pt x="3424" y="15244"/>
                  </a:lnTo>
                  <a:cubicBezTo>
                    <a:pt x="3424" y="16180"/>
                    <a:pt x="4183" y="16936"/>
                    <a:pt x="5119" y="16936"/>
                  </a:cubicBezTo>
                  <a:cubicBezTo>
                    <a:pt x="6053" y="16936"/>
                    <a:pt x="6812" y="16180"/>
                    <a:pt x="6812" y="15244"/>
                  </a:cubicBezTo>
                  <a:lnTo>
                    <a:pt x="6812" y="11293"/>
                  </a:lnTo>
                  <a:lnTo>
                    <a:pt x="7221" y="11293"/>
                  </a:lnTo>
                  <a:cubicBezTo>
                    <a:pt x="12690" y="14573"/>
                    <a:pt x="12811" y="14681"/>
                    <a:pt x="12984" y="14681"/>
                  </a:cubicBezTo>
                  <a:cubicBezTo>
                    <a:pt x="12997" y="14681"/>
                    <a:pt x="13009" y="14681"/>
                    <a:pt x="13024" y="14681"/>
                  </a:cubicBezTo>
                  <a:lnTo>
                    <a:pt x="14153" y="14681"/>
                  </a:lnTo>
                  <a:cubicBezTo>
                    <a:pt x="15087" y="14678"/>
                    <a:pt x="15845" y="13922"/>
                    <a:pt x="15845" y="12985"/>
                  </a:cubicBezTo>
                  <a:lnTo>
                    <a:pt x="15845" y="1693"/>
                  </a:lnTo>
                  <a:cubicBezTo>
                    <a:pt x="15845" y="756"/>
                    <a:pt x="15087" y="1"/>
                    <a:pt x="14153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>
                <a:solidFill>
                  <a:srgbClr val="435D74"/>
                </a:solidFill>
              </a:endParaRPr>
            </a:p>
          </p:txBody>
        </p:sp>
      </p:grpSp>
      <p:sp>
        <p:nvSpPr>
          <p:cNvPr id="1784" name="Google Shape;1784;p80"/>
          <p:cNvSpPr txBox="1">
            <a:spLocks noGrp="1"/>
          </p:cNvSpPr>
          <p:nvPr>
            <p:ph type="title"/>
          </p:nvPr>
        </p:nvSpPr>
        <p:spPr>
          <a:xfrm>
            <a:off x="713250" y="4174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MANAGEMENT APPROACH</a:t>
            </a:r>
            <a:endParaRPr/>
          </a:p>
        </p:txBody>
      </p:sp>
      <p:sp>
        <p:nvSpPr>
          <p:cNvPr id="1785" name="Google Shape;1785;p80"/>
          <p:cNvSpPr/>
          <p:nvPr/>
        </p:nvSpPr>
        <p:spPr>
          <a:xfrm>
            <a:off x="713225" y="3301950"/>
            <a:ext cx="1543200" cy="8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Venus is the second planet from the Sun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786" name="Google Shape;1786;p80"/>
          <p:cNvSpPr/>
          <p:nvPr/>
        </p:nvSpPr>
        <p:spPr>
          <a:xfrm>
            <a:off x="2771337" y="1505550"/>
            <a:ext cx="1543200" cy="8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Jupiter is the biggest planet in the Solar System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787" name="Google Shape;1787;p80"/>
          <p:cNvSpPr/>
          <p:nvPr/>
        </p:nvSpPr>
        <p:spPr>
          <a:xfrm>
            <a:off x="4829467" y="3301950"/>
            <a:ext cx="1543200" cy="8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Despite being red, Mars is a very cold place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788" name="Google Shape;1788;p80"/>
          <p:cNvSpPr/>
          <p:nvPr/>
        </p:nvSpPr>
        <p:spPr>
          <a:xfrm>
            <a:off x="6887581" y="1505550"/>
            <a:ext cx="1543200" cy="82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Saturn is a gas giant and has several rings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grpSp>
        <p:nvGrpSpPr>
          <p:cNvPr id="1789" name="Google Shape;1789;p80"/>
          <p:cNvGrpSpPr/>
          <p:nvPr/>
        </p:nvGrpSpPr>
        <p:grpSpPr>
          <a:xfrm>
            <a:off x="713225" y="2330800"/>
            <a:ext cx="7717513" cy="998113"/>
            <a:chOff x="713225" y="2254600"/>
            <a:chExt cx="7717513" cy="998113"/>
          </a:xfrm>
        </p:grpSpPr>
        <p:cxnSp>
          <p:nvCxnSpPr>
            <p:cNvPr id="1790" name="Google Shape;1790;p80"/>
            <p:cNvCxnSpPr>
              <a:stCxn id="1791" idx="3"/>
              <a:endCxn id="1792" idx="1"/>
            </p:cNvCxnSpPr>
            <p:nvPr/>
          </p:nvCxnSpPr>
          <p:spPr>
            <a:xfrm>
              <a:off x="2256425" y="2740150"/>
              <a:ext cx="514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3" name="Google Shape;1793;p80"/>
            <p:cNvCxnSpPr>
              <a:stCxn id="1794" idx="3"/>
              <a:endCxn id="1795" idx="1"/>
            </p:cNvCxnSpPr>
            <p:nvPr/>
          </p:nvCxnSpPr>
          <p:spPr>
            <a:xfrm>
              <a:off x="6372738" y="2740163"/>
              <a:ext cx="514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6" name="Google Shape;1796;p80"/>
            <p:cNvCxnSpPr>
              <a:stCxn id="1791" idx="2"/>
              <a:endCxn id="1785" idx="0"/>
            </p:cNvCxnSpPr>
            <p:nvPr/>
          </p:nvCxnSpPr>
          <p:spPr>
            <a:xfrm>
              <a:off x="1484825" y="2931400"/>
              <a:ext cx="0" cy="294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7" name="Google Shape;1797;p80"/>
            <p:cNvCxnSpPr>
              <a:stCxn id="1786" idx="2"/>
              <a:endCxn id="1798" idx="0"/>
            </p:cNvCxnSpPr>
            <p:nvPr/>
          </p:nvCxnSpPr>
          <p:spPr>
            <a:xfrm>
              <a:off x="3542937" y="2254650"/>
              <a:ext cx="0" cy="294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799" name="Google Shape;1799;p80"/>
            <p:cNvCxnSpPr>
              <a:stCxn id="1800" idx="2"/>
              <a:endCxn id="1787" idx="0"/>
            </p:cNvCxnSpPr>
            <p:nvPr/>
          </p:nvCxnSpPr>
          <p:spPr>
            <a:xfrm>
              <a:off x="5601038" y="2931413"/>
              <a:ext cx="0" cy="294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1" name="Google Shape;1801;p80"/>
            <p:cNvCxnSpPr>
              <a:stCxn id="1788" idx="2"/>
              <a:endCxn id="1802" idx="0"/>
            </p:cNvCxnSpPr>
            <p:nvPr/>
          </p:nvCxnSpPr>
          <p:spPr>
            <a:xfrm>
              <a:off x="7659181" y="2254650"/>
              <a:ext cx="0" cy="294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3" name="Google Shape;1803;p80"/>
            <p:cNvCxnSpPr/>
            <p:nvPr/>
          </p:nvCxnSpPr>
          <p:spPr>
            <a:xfrm>
              <a:off x="4314537" y="2740176"/>
              <a:ext cx="514800" cy="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4" name="Google Shape;1804;p80"/>
            <p:cNvCxnSpPr>
              <a:stCxn id="1805" idx="2"/>
              <a:endCxn id="1791" idx="0"/>
            </p:cNvCxnSpPr>
            <p:nvPr/>
          </p:nvCxnSpPr>
          <p:spPr>
            <a:xfrm>
              <a:off x="1484825" y="2254600"/>
              <a:ext cx="0" cy="294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6" name="Google Shape;1806;p80"/>
            <p:cNvCxnSpPr>
              <a:stCxn id="1798" idx="2"/>
              <a:endCxn id="1807" idx="0"/>
            </p:cNvCxnSpPr>
            <p:nvPr/>
          </p:nvCxnSpPr>
          <p:spPr>
            <a:xfrm>
              <a:off x="3542938" y="2931400"/>
              <a:ext cx="0" cy="294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08" name="Google Shape;1808;p80"/>
            <p:cNvCxnSpPr>
              <a:stCxn id="1809" idx="2"/>
              <a:endCxn id="1800" idx="0"/>
            </p:cNvCxnSpPr>
            <p:nvPr/>
          </p:nvCxnSpPr>
          <p:spPr>
            <a:xfrm>
              <a:off x="5601038" y="2254613"/>
              <a:ext cx="0" cy="294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cxnSp>
          <p:nvCxnSpPr>
            <p:cNvPr id="1810" name="Google Shape;1810;p80"/>
            <p:cNvCxnSpPr>
              <a:stCxn id="1795" idx="2"/>
              <a:endCxn id="1811" idx="0"/>
            </p:cNvCxnSpPr>
            <p:nvPr/>
          </p:nvCxnSpPr>
          <p:spPr>
            <a:xfrm>
              <a:off x="7659138" y="2931413"/>
              <a:ext cx="0" cy="321300"/>
            </a:xfrm>
            <a:prstGeom prst="straightConnector1">
              <a:avLst/>
            </a:prstGeom>
            <a:noFill/>
            <a:ln w="38100" cap="flat" cmpd="sng">
              <a:solidFill>
                <a:schemeClr val="dk1"/>
              </a:solidFill>
              <a:prstDash val="solid"/>
              <a:round/>
              <a:headEnd type="none" w="med" len="med"/>
              <a:tailEnd type="none" w="med" len="med"/>
            </a:ln>
          </p:spPr>
        </p:cxnSp>
        <p:sp>
          <p:nvSpPr>
            <p:cNvPr id="1791" name="Google Shape;1791;p80"/>
            <p:cNvSpPr/>
            <p:nvPr/>
          </p:nvSpPr>
          <p:spPr>
            <a:xfrm>
              <a:off x="713225" y="2548900"/>
              <a:ext cx="1543200" cy="382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 b="1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JUL</a:t>
              </a:r>
              <a:endParaRPr sz="2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98" name="Google Shape;1798;p80"/>
            <p:cNvSpPr/>
            <p:nvPr/>
          </p:nvSpPr>
          <p:spPr>
            <a:xfrm>
              <a:off x="2771338" y="2548900"/>
              <a:ext cx="1543200" cy="382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 b="1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AUG</a:t>
              </a:r>
              <a:endParaRPr sz="2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800" name="Google Shape;1800;p80"/>
            <p:cNvSpPr/>
            <p:nvPr/>
          </p:nvSpPr>
          <p:spPr>
            <a:xfrm>
              <a:off x="4829438" y="2548913"/>
              <a:ext cx="1543200" cy="382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 b="1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SEP</a:t>
              </a:r>
              <a:endParaRPr sz="2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  <p:sp>
          <p:nvSpPr>
            <p:cNvPr id="1795" name="Google Shape;1795;p80"/>
            <p:cNvSpPr/>
            <p:nvPr/>
          </p:nvSpPr>
          <p:spPr>
            <a:xfrm>
              <a:off x="6887538" y="2548913"/>
              <a:ext cx="1543200" cy="382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ctr" rtl="0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n" sz="2100" b="1">
                  <a:solidFill>
                    <a:schemeClr val="dk1"/>
                  </a:solidFill>
                  <a:latin typeface="Inter"/>
                  <a:ea typeface="Inter"/>
                  <a:cs typeface="Inter"/>
                  <a:sym typeface="Inter"/>
                </a:rPr>
                <a:t>OCT</a:t>
              </a:r>
              <a:endParaRPr sz="2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endParaRPr>
            </a:p>
          </p:txBody>
        </p:sp>
      </p:grpSp>
      <p:grpSp>
        <p:nvGrpSpPr>
          <p:cNvPr id="1812" name="Google Shape;1812;p80"/>
          <p:cNvGrpSpPr/>
          <p:nvPr/>
        </p:nvGrpSpPr>
        <p:grpSpPr>
          <a:xfrm>
            <a:off x="5389517" y="1752298"/>
            <a:ext cx="423079" cy="423043"/>
            <a:chOff x="-4478975" y="3251700"/>
            <a:chExt cx="293825" cy="293800"/>
          </a:xfrm>
        </p:grpSpPr>
        <p:sp>
          <p:nvSpPr>
            <p:cNvPr id="1813" name="Google Shape;1813;p80"/>
            <p:cNvSpPr/>
            <p:nvPr/>
          </p:nvSpPr>
          <p:spPr>
            <a:xfrm>
              <a:off x="-4375000" y="3365100"/>
              <a:ext cx="85075" cy="110900"/>
            </a:xfrm>
            <a:custGeom>
              <a:avLst/>
              <a:gdLst/>
              <a:ahLst/>
              <a:cxnLst/>
              <a:rect l="l" t="t" r="r" b="b"/>
              <a:pathLst>
                <a:path w="3403" h="4436" extrusionOk="0">
                  <a:moveTo>
                    <a:pt x="662" y="1"/>
                  </a:moveTo>
                  <a:cubicBezTo>
                    <a:pt x="221" y="316"/>
                    <a:pt x="0" y="820"/>
                    <a:pt x="0" y="1387"/>
                  </a:cubicBezTo>
                  <a:cubicBezTo>
                    <a:pt x="0" y="2080"/>
                    <a:pt x="473" y="2773"/>
                    <a:pt x="1135" y="2994"/>
                  </a:cubicBezTo>
                  <a:cubicBezTo>
                    <a:pt x="1261" y="3025"/>
                    <a:pt x="1355" y="3183"/>
                    <a:pt x="1355" y="3309"/>
                  </a:cubicBezTo>
                  <a:lnTo>
                    <a:pt x="1355" y="4412"/>
                  </a:lnTo>
                  <a:cubicBezTo>
                    <a:pt x="1576" y="4427"/>
                    <a:pt x="1647" y="4435"/>
                    <a:pt x="1714" y="4435"/>
                  </a:cubicBezTo>
                  <a:cubicBezTo>
                    <a:pt x="1780" y="4435"/>
                    <a:pt x="1843" y="4427"/>
                    <a:pt x="2048" y="4412"/>
                  </a:cubicBezTo>
                  <a:lnTo>
                    <a:pt x="2048" y="3309"/>
                  </a:lnTo>
                  <a:cubicBezTo>
                    <a:pt x="2048" y="3151"/>
                    <a:pt x="2111" y="3025"/>
                    <a:pt x="2269" y="2994"/>
                  </a:cubicBezTo>
                  <a:cubicBezTo>
                    <a:pt x="2962" y="2710"/>
                    <a:pt x="3403" y="2080"/>
                    <a:pt x="3403" y="1387"/>
                  </a:cubicBezTo>
                  <a:cubicBezTo>
                    <a:pt x="3403" y="820"/>
                    <a:pt x="3119" y="316"/>
                    <a:pt x="2741" y="1"/>
                  </a:cubicBezTo>
                  <a:lnTo>
                    <a:pt x="2741" y="1387"/>
                  </a:lnTo>
                  <a:cubicBezTo>
                    <a:pt x="2741" y="1576"/>
                    <a:pt x="2584" y="1734"/>
                    <a:pt x="2395" y="1734"/>
                  </a:cubicBezTo>
                  <a:lnTo>
                    <a:pt x="1009" y="1734"/>
                  </a:lnTo>
                  <a:cubicBezTo>
                    <a:pt x="820" y="1734"/>
                    <a:pt x="662" y="1576"/>
                    <a:pt x="662" y="1387"/>
                  </a:cubicBezTo>
                  <a:lnTo>
                    <a:pt x="662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4" name="Google Shape;1814;p80"/>
            <p:cNvSpPr/>
            <p:nvPr/>
          </p:nvSpPr>
          <p:spPr>
            <a:xfrm>
              <a:off x="-4408875" y="3321800"/>
              <a:ext cx="154400" cy="148875"/>
            </a:xfrm>
            <a:custGeom>
              <a:avLst/>
              <a:gdLst/>
              <a:ahLst/>
              <a:cxnLst/>
              <a:rect l="l" t="t" r="r" b="b"/>
              <a:pathLst>
                <a:path w="6176" h="5955" extrusionOk="0">
                  <a:moveTo>
                    <a:pt x="3057" y="0"/>
                  </a:moveTo>
                  <a:cubicBezTo>
                    <a:pt x="1387" y="0"/>
                    <a:pt x="1" y="1386"/>
                    <a:pt x="1" y="3088"/>
                  </a:cubicBezTo>
                  <a:cubicBezTo>
                    <a:pt x="1" y="4411"/>
                    <a:pt x="851" y="5545"/>
                    <a:pt x="2049" y="5954"/>
                  </a:cubicBezTo>
                  <a:lnTo>
                    <a:pt x="2049" y="5230"/>
                  </a:lnTo>
                  <a:cubicBezTo>
                    <a:pt x="1229" y="4852"/>
                    <a:pt x="662" y="4001"/>
                    <a:pt x="662" y="3088"/>
                  </a:cubicBezTo>
                  <a:cubicBezTo>
                    <a:pt x="662" y="2048"/>
                    <a:pt x="1292" y="1134"/>
                    <a:pt x="2269" y="819"/>
                  </a:cubicBezTo>
                  <a:cubicBezTo>
                    <a:pt x="2307" y="810"/>
                    <a:pt x="2344" y="805"/>
                    <a:pt x="2380" y="805"/>
                  </a:cubicBezTo>
                  <a:cubicBezTo>
                    <a:pt x="2583" y="805"/>
                    <a:pt x="2742" y="947"/>
                    <a:pt x="2742" y="1134"/>
                  </a:cubicBezTo>
                  <a:lnTo>
                    <a:pt x="2742" y="2710"/>
                  </a:lnTo>
                  <a:lnTo>
                    <a:pt x="3435" y="2710"/>
                  </a:lnTo>
                  <a:lnTo>
                    <a:pt x="3435" y="1134"/>
                  </a:lnTo>
                  <a:cubicBezTo>
                    <a:pt x="3435" y="947"/>
                    <a:pt x="3594" y="805"/>
                    <a:pt x="3796" y="805"/>
                  </a:cubicBezTo>
                  <a:cubicBezTo>
                    <a:pt x="3832" y="805"/>
                    <a:pt x="3869" y="810"/>
                    <a:pt x="3907" y="819"/>
                  </a:cubicBezTo>
                  <a:cubicBezTo>
                    <a:pt x="4852" y="1197"/>
                    <a:pt x="5514" y="2079"/>
                    <a:pt x="5514" y="3088"/>
                  </a:cubicBezTo>
                  <a:cubicBezTo>
                    <a:pt x="5514" y="4001"/>
                    <a:pt x="4947" y="4852"/>
                    <a:pt x="4128" y="5230"/>
                  </a:cubicBezTo>
                  <a:lnTo>
                    <a:pt x="4128" y="5954"/>
                  </a:lnTo>
                  <a:cubicBezTo>
                    <a:pt x="5325" y="5513"/>
                    <a:pt x="6176" y="4411"/>
                    <a:pt x="6176" y="3088"/>
                  </a:cubicBezTo>
                  <a:cubicBezTo>
                    <a:pt x="6144" y="1386"/>
                    <a:pt x="4758" y="0"/>
                    <a:pt x="3057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5" name="Google Shape;1815;p80"/>
            <p:cNvSpPr/>
            <p:nvPr/>
          </p:nvSpPr>
          <p:spPr>
            <a:xfrm>
              <a:off x="-4478975" y="3251700"/>
              <a:ext cx="293825" cy="293800"/>
            </a:xfrm>
            <a:custGeom>
              <a:avLst/>
              <a:gdLst/>
              <a:ahLst/>
              <a:cxnLst/>
              <a:rect l="l" t="t" r="r" b="b"/>
              <a:pathLst>
                <a:path w="11753" h="11752" extrusionOk="0">
                  <a:moveTo>
                    <a:pt x="5861" y="2111"/>
                  </a:moveTo>
                  <a:cubicBezTo>
                    <a:pt x="7972" y="2111"/>
                    <a:pt x="9641" y="3781"/>
                    <a:pt x="9641" y="5892"/>
                  </a:cubicBezTo>
                  <a:cubicBezTo>
                    <a:pt x="9610" y="7971"/>
                    <a:pt x="7909" y="9672"/>
                    <a:pt x="5861" y="9672"/>
                  </a:cubicBezTo>
                  <a:cubicBezTo>
                    <a:pt x="3781" y="9672"/>
                    <a:pt x="2080" y="7971"/>
                    <a:pt x="2080" y="5892"/>
                  </a:cubicBezTo>
                  <a:cubicBezTo>
                    <a:pt x="2080" y="3781"/>
                    <a:pt x="3781" y="2111"/>
                    <a:pt x="5861" y="2111"/>
                  </a:cubicBezTo>
                  <a:close/>
                  <a:moveTo>
                    <a:pt x="5168" y="0"/>
                  </a:moveTo>
                  <a:cubicBezTo>
                    <a:pt x="5010" y="0"/>
                    <a:pt x="4884" y="126"/>
                    <a:pt x="4853" y="284"/>
                  </a:cubicBezTo>
                  <a:lnTo>
                    <a:pt x="4695" y="882"/>
                  </a:lnTo>
                  <a:cubicBezTo>
                    <a:pt x="4128" y="1008"/>
                    <a:pt x="3624" y="1229"/>
                    <a:pt x="3120" y="1512"/>
                  </a:cubicBezTo>
                  <a:lnTo>
                    <a:pt x="2616" y="1197"/>
                  </a:lnTo>
                  <a:cubicBezTo>
                    <a:pt x="2557" y="1153"/>
                    <a:pt x="2485" y="1130"/>
                    <a:pt x="2412" y="1130"/>
                  </a:cubicBezTo>
                  <a:cubicBezTo>
                    <a:pt x="2328" y="1130"/>
                    <a:pt x="2242" y="1161"/>
                    <a:pt x="2175" y="1229"/>
                  </a:cubicBezTo>
                  <a:lnTo>
                    <a:pt x="1198" y="2205"/>
                  </a:lnTo>
                  <a:cubicBezTo>
                    <a:pt x="1072" y="2332"/>
                    <a:pt x="1072" y="2489"/>
                    <a:pt x="1135" y="2647"/>
                  </a:cubicBezTo>
                  <a:lnTo>
                    <a:pt x="1450" y="3151"/>
                  </a:lnTo>
                  <a:cubicBezTo>
                    <a:pt x="1135" y="3623"/>
                    <a:pt x="946" y="4190"/>
                    <a:pt x="820" y="4726"/>
                  </a:cubicBezTo>
                  <a:lnTo>
                    <a:pt x="284" y="4883"/>
                  </a:lnTo>
                  <a:cubicBezTo>
                    <a:pt x="127" y="4946"/>
                    <a:pt x="1" y="5041"/>
                    <a:pt x="1" y="5198"/>
                  </a:cubicBezTo>
                  <a:lnTo>
                    <a:pt x="1" y="6585"/>
                  </a:lnTo>
                  <a:cubicBezTo>
                    <a:pt x="1" y="6742"/>
                    <a:pt x="127" y="6868"/>
                    <a:pt x="284" y="6900"/>
                  </a:cubicBezTo>
                  <a:lnTo>
                    <a:pt x="820" y="7057"/>
                  </a:lnTo>
                  <a:cubicBezTo>
                    <a:pt x="946" y="7593"/>
                    <a:pt x="1198" y="8128"/>
                    <a:pt x="1450" y="8632"/>
                  </a:cubicBezTo>
                  <a:lnTo>
                    <a:pt x="1135" y="9137"/>
                  </a:lnTo>
                  <a:cubicBezTo>
                    <a:pt x="1072" y="9263"/>
                    <a:pt x="1072" y="9452"/>
                    <a:pt x="1198" y="9578"/>
                  </a:cubicBezTo>
                  <a:lnTo>
                    <a:pt x="2175" y="10554"/>
                  </a:lnTo>
                  <a:cubicBezTo>
                    <a:pt x="2248" y="10628"/>
                    <a:pt x="2333" y="10659"/>
                    <a:pt x="2422" y="10659"/>
                  </a:cubicBezTo>
                  <a:cubicBezTo>
                    <a:pt x="2485" y="10659"/>
                    <a:pt x="2550" y="10643"/>
                    <a:pt x="2616" y="10617"/>
                  </a:cubicBezTo>
                  <a:lnTo>
                    <a:pt x="3120" y="10302"/>
                  </a:lnTo>
                  <a:cubicBezTo>
                    <a:pt x="3592" y="10617"/>
                    <a:pt x="4128" y="10806"/>
                    <a:pt x="4695" y="10932"/>
                  </a:cubicBezTo>
                  <a:lnTo>
                    <a:pt x="4853" y="11468"/>
                  </a:lnTo>
                  <a:cubicBezTo>
                    <a:pt x="4884" y="11625"/>
                    <a:pt x="5010" y="11751"/>
                    <a:pt x="5168" y="11751"/>
                  </a:cubicBezTo>
                  <a:lnTo>
                    <a:pt x="6554" y="11751"/>
                  </a:lnTo>
                  <a:cubicBezTo>
                    <a:pt x="6711" y="11751"/>
                    <a:pt x="6806" y="11625"/>
                    <a:pt x="6869" y="11468"/>
                  </a:cubicBezTo>
                  <a:lnTo>
                    <a:pt x="7026" y="10932"/>
                  </a:lnTo>
                  <a:cubicBezTo>
                    <a:pt x="7562" y="10806"/>
                    <a:pt x="8066" y="10554"/>
                    <a:pt x="8602" y="10302"/>
                  </a:cubicBezTo>
                  <a:lnTo>
                    <a:pt x="9106" y="10617"/>
                  </a:lnTo>
                  <a:cubicBezTo>
                    <a:pt x="9158" y="10643"/>
                    <a:pt x="9221" y="10659"/>
                    <a:pt x="9286" y="10659"/>
                  </a:cubicBezTo>
                  <a:cubicBezTo>
                    <a:pt x="9378" y="10659"/>
                    <a:pt x="9473" y="10628"/>
                    <a:pt x="9547" y="10554"/>
                  </a:cubicBezTo>
                  <a:lnTo>
                    <a:pt x="10523" y="9578"/>
                  </a:lnTo>
                  <a:cubicBezTo>
                    <a:pt x="10649" y="9452"/>
                    <a:pt x="10649" y="9294"/>
                    <a:pt x="10555" y="9137"/>
                  </a:cubicBezTo>
                  <a:lnTo>
                    <a:pt x="10240" y="8632"/>
                  </a:lnTo>
                  <a:cubicBezTo>
                    <a:pt x="10555" y="8160"/>
                    <a:pt x="10744" y="7593"/>
                    <a:pt x="10870" y="7057"/>
                  </a:cubicBezTo>
                  <a:lnTo>
                    <a:pt x="11469" y="6900"/>
                  </a:lnTo>
                  <a:cubicBezTo>
                    <a:pt x="11626" y="6868"/>
                    <a:pt x="11752" y="6742"/>
                    <a:pt x="11752" y="6585"/>
                  </a:cubicBezTo>
                  <a:lnTo>
                    <a:pt x="11752" y="5198"/>
                  </a:lnTo>
                  <a:cubicBezTo>
                    <a:pt x="11752" y="5041"/>
                    <a:pt x="11626" y="4946"/>
                    <a:pt x="11469" y="4883"/>
                  </a:cubicBezTo>
                  <a:lnTo>
                    <a:pt x="10870" y="4726"/>
                  </a:lnTo>
                  <a:cubicBezTo>
                    <a:pt x="10744" y="4190"/>
                    <a:pt x="10523" y="3686"/>
                    <a:pt x="10240" y="3151"/>
                  </a:cubicBezTo>
                  <a:lnTo>
                    <a:pt x="10555" y="2647"/>
                  </a:lnTo>
                  <a:cubicBezTo>
                    <a:pt x="10649" y="2521"/>
                    <a:pt x="10649" y="2332"/>
                    <a:pt x="10523" y="2205"/>
                  </a:cubicBezTo>
                  <a:lnTo>
                    <a:pt x="9547" y="1229"/>
                  </a:lnTo>
                  <a:cubicBezTo>
                    <a:pt x="9479" y="1161"/>
                    <a:pt x="9403" y="1130"/>
                    <a:pt x="9322" y="1130"/>
                  </a:cubicBezTo>
                  <a:cubicBezTo>
                    <a:pt x="9252" y="1130"/>
                    <a:pt x="9179" y="1153"/>
                    <a:pt x="9106" y="1197"/>
                  </a:cubicBezTo>
                  <a:lnTo>
                    <a:pt x="8602" y="1512"/>
                  </a:lnTo>
                  <a:cubicBezTo>
                    <a:pt x="8129" y="1197"/>
                    <a:pt x="7562" y="1008"/>
                    <a:pt x="7026" y="882"/>
                  </a:cubicBezTo>
                  <a:lnTo>
                    <a:pt x="6869" y="284"/>
                  </a:lnTo>
                  <a:cubicBezTo>
                    <a:pt x="6806" y="126"/>
                    <a:pt x="6711" y="0"/>
                    <a:pt x="655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1816" name="Google Shape;1816;p80"/>
          <p:cNvGrpSpPr/>
          <p:nvPr/>
        </p:nvGrpSpPr>
        <p:grpSpPr>
          <a:xfrm>
            <a:off x="7448297" y="3466001"/>
            <a:ext cx="421758" cy="411489"/>
            <a:chOff x="-5254775" y="3631325"/>
            <a:chExt cx="296950" cy="292625"/>
          </a:xfrm>
        </p:grpSpPr>
        <p:sp>
          <p:nvSpPr>
            <p:cNvPr id="1817" name="Google Shape;1817;p80"/>
            <p:cNvSpPr/>
            <p:nvPr/>
          </p:nvSpPr>
          <p:spPr>
            <a:xfrm>
              <a:off x="-5246900" y="3766400"/>
              <a:ext cx="58300" cy="55150"/>
            </a:xfrm>
            <a:custGeom>
              <a:avLst/>
              <a:gdLst/>
              <a:ahLst/>
              <a:cxnLst/>
              <a:rect l="l" t="t" r="r" b="b"/>
              <a:pathLst>
                <a:path w="2332" h="2206" extrusionOk="0">
                  <a:moveTo>
                    <a:pt x="1769" y="1"/>
                  </a:moveTo>
                  <a:cubicBezTo>
                    <a:pt x="1639" y="1"/>
                    <a:pt x="1513" y="48"/>
                    <a:pt x="1418" y="142"/>
                  </a:cubicBezTo>
                  <a:lnTo>
                    <a:pt x="189" y="1371"/>
                  </a:lnTo>
                  <a:cubicBezTo>
                    <a:pt x="0" y="1560"/>
                    <a:pt x="0" y="1875"/>
                    <a:pt x="189" y="2064"/>
                  </a:cubicBezTo>
                  <a:cubicBezTo>
                    <a:pt x="300" y="2159"/>
                    <a:pt x="434" y="2206"/>
                    <a:pt x="564" y="2206"/>
                  </a:cubicBezTo>
                  <a:cubicBezTo>
                    <a:pt x="694" y="2206"/>
                    <a:pt x="820" y="2159"/>
                    <a:pt x="914" y="2064"/>
                  </a:cubicBezTo>
                  <a:lnTo>
                    <a:pt x="2143" y="835"/>
                  </a:lnTo>
                  <a:cubicBezTo>
                    <a:pt x="2332" y="646"/>
                    <a:pt x="2332" y="331"/>
                    <a:pt x="2143" y="142"/>
                  </a:cubicBezTo>
                  <a:cubicBezTo>
                    <a:pt x="2033" y="48"/>
                    <a:pt x="1899" y="1"/>
                    <a:pt x="176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8" name="Google Shape;1818;p80"/>
            <p:cNvSpPr/>
            <p:nvPr/>
          </p:nvSpPr>
          <p:spPr>
            <a:xfrm>
              <a:off x="-5216175" y="3795550"/>
              <a:ext cx="58300" cy="55950"/>
            </a:xfrm>
            <a:custGeom>
              <a:avLst/>
              <a:gdLst/>
              <a:ahLst/>
              <a:cxnLst/>
              <a:rect l="l" t="t" r="r" b="b"/>
              <a:pathLst>
                <a:path w="2332" h="2238" extrusionOk="0">
                  <a:moveTo>
                    <a:pt x="1764" y="0"/>
                  </a:moveTo>
                  <a:cubicBezTo>
                    <a:pt x="1638" y="0"/>
                    <a:pt x="1512" y="47"/>
                    <a:pt x="1418" y="142"/>
                  </a:cubicBezTo>
                  <a:lnTo>
                    <a:pt x="189" y="1371"/>
                  </a:lnTo>
                  <a:cubicBezTo>
                    <a:pt x="0" y="1560"/>
                    <a:pt x="0" y="1875"/>
                    <a:pt x="189" y="2095"/>
                  </a:cubicBezTo>
                  <a:cubicBezTo>
                    <a:pt x="284" y="2190"/>
                    <a:pt x="410" y="2237"/>
                    <a:pt x="540" y="2237"/>
                  </a:cubicBezTo>
                  <a:cubicBezTo>
                    <a:pt x="670" y="2237"/>
                    <a:pt x="804" y="2190"/>
                    <a:pt x="914" y="2095"/>
                  </a:cubicBezTo>
                  <a:lnTo>
                    <a:pt x="2111" y="867"/>
                  </a:lnTo>
                  <a:cubicBezTo>
                    <a:pt x="2332" y="678"/>
                    <a:pt x="2332" y="363"/>
                    <a:pt x="2111" y="142"/>
                  </a:cubicBezTo>
                  <a:cubicBezTo>
                    <a:pt x="2016" y="47"/>
                    <a:pt x="1890" y="0"/>
                    <a:pt x="176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19" name="Google Shape;1819;p80"/>
            <p:cNvSpPr/>
            <p:nvPr/>
          </p:nvSpPr>
          <p:spPr>
            <a:xfrm>
              <a:off x="-5185475" y="3826250"/>
              <a:ext cx="57525" cy="55750"/>
            </a:xfrm>
            <a:custGeom>
              <a:avLst/>
              <a:gdLst/>
              <a:ahLst/>
              <a:cxnLst/>
              <a:rect l="l" t="t" r="r" b="b"/>
              <a:pathLst>
                <a:path w="2301" h="2230" extrusionOk="0">
                  <a:moveTo>
                    <a:pt x="1765" y="1"/>
                  </a:moveTo>
                  <a:cubicBezTo>
                    <a:pt x="1639" y="1"/>
                    <a:pt x="1513" y="48"/>
                    <a:pt x="1419" y="143"/>
                  </a:cubicBezTo>
                  <a:lnTo>
                    <a:pt x="190" y="1371"/>
                  </a:lnTo>
                  <a:cubicBezTo>
                    <a:pt x="1" y="1560"/>
                    <a:pt x="1" y="1875"/>
                    <a:pt x="190" y="2064"/>
                  </a:cubicBezTo>
                  <a:cubicBezTo>
                    <a:pt x="284" y="2175"/>
                    <a:pt x="410" y="2230"/>
                    <a:pt x="536" y="2230"/>
                  </a:cubicBezTo>
                  <a:cubicBezTo>
                    <a:pt x="662" y="2230"/>
                    <a:pt x="788" y="2175"/>
                    <a:pt x="883" y="2064"/>
                  </a:cubicBezTo>
                  <a:lnTo>
                    <a:pt x="2112" y="836"/>
                  </a:lnTo>
                  <a:cubicBezTo>
                    <a:pt x="2301" y="647"/>
                    <a:pt x="2301" y="332"/>
                    <a:pt x="2112" y="143"/>
                  </a:cubicBezTo>
                  <a:cubicBezTo>
                    <a:pt x="2017" y="48"/>
                    <a:pt x="1891" y="1"/>
                    <a:pt x="1765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0" name="Google Shape;1820;p80"/>
            <p:cNvSpPr/>
            <p:nvPr/>
          </p:nvSpPr>
          <p:spPr>
            <a:xfrm>
              <a:off x="-5156325" y="3856375"/>
              <a:ext cx="58300" cy="55750"/>
            </a:xfrm>
            <a:custGeom>
              <a:avLst/>
              <a:gdLst/>
              <a:ahLst/>
              <a:cxnLst/>
              <a:rect l="l" t="t" r="r" b="b"/>
              <a:pathLst>
                <a:path w="2332" h="2230" extrusionOk="0">
                  <a:moveTo>
                    <a:pt x="1781" y="1"/>
                  </a:moveTo>
                  <a:cubicBezTo>
                    <a:pt x="1655" y="1"/>
                    <a:pt x="1529" y="56"/>
                    <a:pt x="1418" y="166"/>
                  </a:cubicBezTo>
                  <a:lnTo>
                    <a:pt x="190" y="1395"/>
                  </a:lnTo>
                  <a:cubicBezTo>
                    <a:pt x="1" y="1584"/>
                    <a:pt x="1" y="1899"/>
                    <a:pt x="190" y="2088"/>
                  </a:cubicBezTo>
                  <a:cubicBezTo>
                    <a:pt x="300" y="2183"/>
                    <a:pt x="442" y="2230"/>
                    <a:pt x="575" y="2230"/>
                  </a:cubicBezTo>
                  <a:cubicBezTo>
                    <a:pt x="709" y="2230"/>
                    <a:pt x="835" y="2183"/>
                    <a:pt x="914" y="2088"/>
                  </a:cubicBezTo>
                  <a:lnTo>
                    <a:pt x="2143" y="859"/>
                  </a:lnTo>
                  <a:cubicBezTo>
                    <a:pt x="2332" y="670"/>
                    <a:pt x="2332" y="355"/>
                    <a:pt x="2143" y="166"/>
                  </a:cubicBezTo>
                  <a:cubicBezTo>
                    <a:pt x="2033" y="56"/>
                    <a:pt x="1907" y="1"/>
                    <a:pt x="1781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1" name="Google Shape;1821;p80"/>
            <p:cNvSpPr/>
            <p:nvPr/>
          </p:nvSpPr>
          <p:spPr>
            <a:xfrm>
              <a:off x="-5105925" y="3886525"/>
              <a:ext cx="37050" cy="37425"/>
            </a:xfrm>
            <a:custGeom>
              <a:avLst/>
              <a:gdLst/>
              <a:ahLst/>
              <a:cxnLst/>
              <a:rect l="l" t="t" r="r" b="b"/>
              <a:pathLst>
                <a:path w="1482" h="1497" extrusionOk="0">
                  <a:moveTo>
                    <a:pt x="662" y="0"/>
                  </a:moveTo>
                  <a:lnTo>
                    <a:pt x="536" y="126"/>
                  </a:lnTo>
                  <a:lnTo>
                    <a:pt x="1" y="756"/>
                  </a:lnTo>
                  <a:lnTo>
                    <a:pt x="599" y="1355"/>
                  </a:lnTo>
                  <a:cubicBezTo>
                    <a:pt x="694" y="1449"/>
                    <a:pt x="820" y="1497"/>
                    <a:pt x="946" y="1497"/>
                  </a:cubicBezTo>
                  <a:cubicBezTo>
                    <a:pt x="1072" y="1497"/>
                    <a:pt x="1198" y="1449"/>
                    <a:pt x="1293" y="1355"/>
                  </a:cubicBezTo>
                  <a:cubicBezTo>
                    <a:pt x="1482" y="1166"/>
                    <a:pt x="1482" y="851"/>
                    <a:pt x="1293" y="662"/>
                  </a:cubicBezTo>
                  <a:lnTo>
                    <a:pt x="662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2" name="Google Shape;1822;p80"/>
            <p:cNvSpPr/>
            <p:nvPr/>
          </p:nvSpPr>
          <p:spPr>
            <a:xfrm>
              <a:off x="-5254775" y="3648050"/>
              <a:ext cx="278050" cy="248325"/>
            </a:xfrm>
            <a:custGeom>
              <a:avLst/>
              <a:gdLst/>
              <a:ahLst/>
              <a:cxnLst/>
              <a:rect l="l" t="t" r="r" b="b"/>
              <a:pathLst>
                <a:path w="11122" h="9933" extrusionOk="0">
                  <a:moveTo>
                    <a:pt x="4049" y="1"/>
                  </a:moveTo>
                  <a:cubicBezTo>
                    <a:pt x="3781" y="1"/>
                    <a:pt x="3513" y="103"/>
                    <a:pt x="3308" y="308"/>
                  </a:cubicBezTo>
                  <a:lnTo>
                    <a:pt x="410" y="3364"/>
                  </a:lnTo>
                  <a:cubicBezTo>
                    <a:pt x="0" y="3774"/>
                    <a:pt x="0" y="4435"/>
                    <a:pt x="410" y="4813"/>
                  </a:cubicBezTo>
                  <a:lnTo>
                    <a:pt x="631" y="5065"/>
                  </a:lnTo>
                  <a:lnTo>
                    <a:pt x="1198" y="4498"/>
                  </a:lnTo>
                  <a:cubicBezTo>
                    <a:pt x="1454" y="4242"/>
                    <a:pt x="1794" y="4106"/>
                    <a:pt x="2122" y="4106"/>
                  </a:cubicBezTo>
                  <a:cubicBezTo>
                    <a:pt x="2398" y="4106"/>
                    <a:pt x="2666" y="4202"/>
                    <a:pt x="2867" y="4404"/>
                  </a:cubicBezTo>
                  <a:cubicBezTo>
                    <a:pt x="3151" y="4624"/>
                    <a:pt x="3308" y="4971"/>
                    <a:pt x="3277" y="5286"/>
                  </a:cubicBezTo>
                  <a:cubicBezTo>
                    <a:pt x="3592" y="5286"/>
                    <a:pt x="3907" y="5412"/>
                    <a:pt x="4128" y="5664"/>
                  </a:cubicBezTo>
                  <a:cubicBezTo>
                    <a:pt x="4380" y="5884"/>
                    <a:pt x="4506" y="6200"/>
                    <a:pt x="4506" y="6515"/>
                  </a:cubicBezTo>
                  <a:cubicBezTo>
                    <a:pt x="4821" y="6515"/>
                    <a:pt x="5136" y="6641"/>
                    <a:pt x="5356" y="6861"/>
                  </a:cubicBezTo>
                  <a:cubicBezTo>
                    <a:pt x="5608" y="7113"/>
                    <a:pt x="5703" y="7428"/>
                    <a:pt x="5703" y="7743"/>
                  </a:cubicBezTo>
                  <a:cubicBezTo>
                    <a:pt x="6018" y="7743"/>
                    <a:pt x="6364" y="7869"/>
                    <a:pt x="6585" y="8090"/>
                  </a:cubicBezTo>
                  <a:cubicBezTo>
                    <a:pt x="6837" y="8342"/>
                    <a:pt x="6931" y="8657"/>
                    <a:pt x="6931" y="8909"/>
                  </a:cubicBezTo>
                  <a:lnTo>
                    <a:pt x="7814" y="9791"/>
                  </a:lnTo>
                  <a:cubicBezTo>
                    <a:pt x="7908" y="9886"/>
                    <a:pt x="8034" y="9933"/>
                    <a:pt x="8160" y="9933"/>
                  </a:cubicBezTo>
                  <a:cubicBezTo>
                    <a:pt x="8286" y="9933"/>
                    <a:pt x="8412" y="9886"/>
                    <a:pt x="8507" y="9791"/>
                  </a:cubicBezTo>
                  <a:cubicBezTo>
                    <a:pt x="8727" y="9602"/>
                    <a:pt x="8727" y="9287"/>
                    <a:pt x="8507" y="9066"/>
                  </a:cubicBezTo>
                  <a:lnTo>
                    <a:pt x="7656" y="8216"/>
                  </a:lnTo>
                  <a:cubicBezTo>
                    <a:pt x="7530" y="8090"/>
                    <a:pt x="7530" y="7869"/>
                    <a:pt x="7656" y="7743"/>
                  </a:cubicBezTo>
                  <a:cubicBezTo>
                    <a:pt x="7748" y="7596"/>
                    <a:pt x="7851" y="7534"/>
                    <a:pt x="7953" y="7534"/>
                  </a:cubicBezTo>
                  <a:cubicBezTo>
                    <a:pt x="8024" y="7534"/>
                    <a:pt x="8095" y="7565"/>
                    <a:pt x="8160" y="7617"/>
                  </a:cubicBezTo>
                  <a:lnTo>
                    <a:pt x="9011" y="8499"/>
                  </a:lnTo>
                  <a:cubicBezTo>
                    <a:pt x="9121" y="8594"/>
                    <a:pt x="9255" y="8641"/>
                    <a:pt x="9385" y="8641"/>
                  </a:cubicBezTo>
                  <a:cubicBezTo>
                    <a:pt x="9515" y="8641"/>
                    <a:pt x="9641" y="8594"/>
                    <a:pt x="9735" y="8499"/>
                  </a:cubicBezTo>
                  <a:cubicBezTo>
                    <a:pt x="9924" y="8279"/>
                    <a:pt x="9924" y="7964"/>
                    <a:pt x="9735" y="7775"/>
                  </a:cubicBezTo>
                  <a:lnTo>
                    <a:pt x="8853" y="6924"/>
                  </a:lnTo>
                  <a:cubicBezTo>
                    <a:pt x="8759" y="6798"/>
                    <a:pt x="8759" y="6578"/>
                    <a:pt x="8853" y="6452"/>
                  </a:cubicBezTo>
                  <a:cubicBezTo>
                    <a:pt x="8916" y="6389"/>
                    <a:pt x="9011" y="6357"/>
                    <a:pt x="9101" y="6357"/>
                  </a:cubicBezTo>
                  <a:cubicBezTo>
                    <a:pt x="9192" y="6357"/>
                    <a:pt x="9279" y="6389"/>
                    <a:pt x="9326" y="6452"/>
                  </a:cubicBezTo>
                  <a:lnTo>
                    <a:pt x="10208" y="7302"/>
                  </a:lnTo>
                  <a:cubicBezTo>
                    <a:pt x="10303" y="7397"/>
                    <a:pt x="10429" y="7444"/>
                    <a:pt x="10555" y="7444"/>
                  </a:cubicBezTo>
                  <a:cubicBezTo>
                    <a:pt x="10681" y="7444"/>
                    <a:pt x="10807" y="7397"/>
                    <a:pt x="10901" y="7302"/>
                  </a:cubicBezTo>
                  <a:cubicBezTo>
                    <a:pt x="11122" y="7113"/>
                    <a:pt x="11122" y="6798"/>
                    <a:pt x="10901" y="6609"/>
                  </a:cubicBezTo>
                  <a:lnTo>
                    <a:pt x="10334" y="6010"/>
                  </a:lnTo>
                  <a:lnTo>
                    <a:pt x="10208" y="5884"/>
                  </a:lnTo>
                  <a:lnTo>
                    <a:pt x="6931" y="2608"/>
                  </a:lnTo>
                  <a:cubicBezTo>
                    <a:pt x="6884" y="2561"/>
                    <a:pt x="6798" y="2537"/>
                    <a:pt x="6707" y="2537"/>
                  </a:cubicBezTo>
                  <a:cubicBezTo>
                    <a:pt x="6616" y="2537"/>
                    <a:pt x="6522" y="2561"/>
                    <a:pt x="6459" y="2608"/>
                  </a:cubicBezTo>
                  <a:lnTo>
                    <a:pt x="5167" y="3931"/>
                  </a:lnTo>
                  <a:cubicBezTo>
                    <a:pt x="4904" y="4176"/>
                    <a:pt x="4562" y="4308"/>
                    <a:pt x="4229" y="4308"/>
                  </a:cubicBezTo>
                  <a:cubicBezTo>
                    <a:pt x="4004" y="4308"/>
                    <a:pt x="3783" y="4247"/>
                    <a:pt x="3592" y="4120"/>
                  </a:cubicBezTo>
                  <a:cubicBezTo>
                    <a:pt x="2962" y="3679"/>
                    <a:pt x="2930" y="2829"/>
                    <a:pt x="3434" y="2293"/>
                  </a:cubicBezTo>
                  <a:lnTo>
                    <a:pt x="5010" y="529"/>
                  </a:lnTo>
                  <a:lnTo>
                    <a:pt x="4789" y="308"/>
                  </a:lnTo>
                  <a:cubicBezTo>
                    <a:pt x="4584" y="103"/>
                    <a:pt x="4317" y="1"/>
                    <a:pt x="404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23" name="Google Shape;1823;p80"/>
            <p:cNvSpPr/>
            <p:nvPr/>
          </p:nvSpPr>
          <p:spPr>
            <a:xfrm>
              <a:off x="-5163425" y="3631325"/>
              <a:ext cx="205600" cy="150450"/>
            </a:xfrm>
            <a:custGeom>
              <a:avLst/>
              <a:gdLst/>
              <a:ahLst/>
              <a:cxnLst/>
              <a:rect l="l" t="t" r="r" b="b"/>
              <a:pathLst>
                <a:path w="8224" h="6018" extrusionOk="0">
                  <a:moveTo>
                    <a:pt x="3699" y="0"/>
                  </a:moveTo>
                  <a:cubicBezTo>
                    <a:pt x="3435" y="0"/>
                    <a:pt x="3167" y="95"/>
                    <a:pt x="2962" y="284"/>
                  </a:cubicBezTo>
                  <a:lnTo>
                    <a:pt x="2364" y="883"/>
                  </a:lnTo>
                  <a:lnTo>
                    <a:pt x="2269" y="1009"/>
                  </a:lnTo>
                  <a:lnTo>
                    <a:pt x="222" y="3245"/>
                  </a:lnTo>
                  <a:cubicBezTo>
                    <a:pt x="1" y="3435"/>
                    <a:pt x="1" y="3781"/>
                    <a:pt x="222" y="3970"/>
                  </a:cubicBezTo>
                  <a:cubicBezTo>
                    <a:pt x="316" y="4065"/>
                    <a:pt x="442" y="4112"/>
                    <a:pt x="568" y="4112"/>
                  </a:cubicBezTo>
                  <a:cubicBezTo>
                    <a:pt x="694" y="4112"/>
                    <a:pt x="820" y="4065"/>
                    <a:pt x="915" y="3970"/>
                  </a:cubicBezTo>
                  <a:lnTo>
                    <a:pt x="2269" y="2615"/>
                  </a:lnTo>
                  <a:cubicBezTo>
                    <a:pt x="2458" y="2426"/>
                    <a:pt x="2718" y="2332"/>
                    <a:pt x="2982" y="2332"/>
                  </a:cubicBezTo>
                  <a:cubicBezTo>
                    <a:pt x="3246" y="2332"/>
                    <a:pt x="3514" y="2426"/>
                    <a:pt x="3719" y="2615"/>
                  </a:cubicBezTo>
                  <a:lnTo>
                    <a:pt x="7090" y="6018"/>
                  </a:lnTo>
                  <a:lnTo>
                    <a:pt x="7814" y="5356"/>
                  </a:lnTo>
                  <a:cubicBezTo>
                    <a:pt x="8224" y="4947"/>
                    <a:pt x="8224" y="4285"/>
                    <a:pt x="7814" y="3876"/>
                  </a:cubicBezTo>
                  <a:lnTo>
                    <a:pt x="4412" y="284"/>
                  </a:lnTo>
                  <a:cubicBezTo>
                    <a:pt x="4223" y="95"/>
                    <a:pt x="3963" y="0"/>
                    <a:pt x="3699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cxnSp>
        <p:nvCxnSpPr>
          <p:cNvPr id="1824" name="Google Shape;1824;p80"/>
          <p:cNvCxnSpPr/>
          <p:nvPr/>
        </p:nvCxnSpPr>
        <p:spPr>
          <a:xfrm>
            <a:off x="1242688" y="2330800"/>
            <a:ext cx="4842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5" name="Google Shape;1825;p80"/>
          <p:cNvCxnSpPr/>
          <p:nvPr/>
        </p:nvCxnSpPr>
        <p:spPr>
          <a:xfrm>
            <a:off x="3300813" y="3301950"/>
            <a:ext cx="4842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6" name="Google Shape;1826;p80"/>
          <p:cNvCxnSpPr/>
          <p:nvPr/>
        </p:nvCxnSpPr>
        <p:spPr>
          <a:xfrm>
            <a:off x="5358963" y="2330800"/>
            <a:ext cx="4842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827" name="Google Shape;1827;p80"/>
          <p:cNvCxnSpPr/>
          <p:nvPr/>
        </p:nvCxnSpPr>
        <p:spPr>
          <a:xfrm>
            <a:off x="7417063" y="3328925"/>
            <a:ext cx="4842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8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2" name="Google Shape;1832;p81"/>
          <p:cNvSpPr txBox="1">
            <a:spLocks noGrp="1"/>
          </p:cNvSpPr>
          <p:nvPr>
            <p:ph type="title"/>
          </p:nvPr>
        </p:nvSpPr>
        <p:spPr>
          <a:xfrm>
            <a:off x="713250" y="4174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STRATEGIC ALLIANCES</a:t>
            </a:r>
            <a:endParaRPr/>
          </a:p>
        </p:txBody>
      </p:sp>
      <p:grpSp>
        <p:nvGrpSpPr>
          <p:cNvPr id="1833" name="Google Shape;1833;p81"/>
          <p:cNvGrpSpPr/>
          <p:nvPr/>
        </p:nvGrpSpPr>
        <p:grpSpPr>
          <a:xfrm>
            <a:off x="742242" y="1487008"/>
            <a:ext cx="4448892" cy="2638041"/>
            <a:chOff x="241275" y="740400"/>
            <a:chExt cx="7127350" cy="4226275"/>
          </a:xfrm>
        </p:grpSpPr>
        <p:sp>
          <p:nvSpPr>
            <p:cNvPr id="1834" name="Google Shape;1834;p81"/>
            <p:cNvSpPr/>
            <p:nvPr/>
          </p:nvSpPr>
          <p:spPr>
            <a:xfrm>
              <a:off x="3175800" y="1003350"/>
              <a:ext cx="3741725" cy="3331975"/>
            </a:xfrm>
            <a:custGeom>
              <a:avLst/>
              <a:gdLst/>
              <a:ahLst/>
              <a:cxnLst/>
              <a:rect l="l" t="t" r="r" b="b"/>
              <a:pathLst>
                <a:path w="149669" h="133279" extrusionOk="0">
                  <a:moveTo>
                    <a:pt x="81445" y="1"/>
                  </a:moveTo>
                  <a:lnTo>
                    <a:pt x="79450" y="1466"/>
                  </a:lnTo>
                  <a:lnTo>
                    <a:pt x="78288" y="3145"/>
                  </a:lnTo>
                  <a:lnTo>
                    <a:pt x="77341" y="834"/>
                  </a:lnTo>
                  <a:lnTo>
                    <a:pt x="75131" y="834"/>
                  </a:lnTo>
                  <a:lnTo>
                    <a:pt x="73868" y="2413"/>
                  </a:lnTo>
                  <a:lnTo>
                    <a:pt x="73161" y="4888"/>
                  </a:lnTo>
                  <a:lnTo>
                    <a:pt x="69891" y="7325"/>
                  </a:lnTo>
                  <a:lnTo>
                    <a:pt x="68313" y="10330"/>
                  </a:lnTo>
                  <a:lnTo>
                    <a:pt x="69474" y="11466"/>
                  </a:lnTo>
                  <a:lnTo>
                    <a:pt x="66318" y="13247"/>
                  </a:lnTo>
                  <a:lnTo>
                    <a:pt x="67782" y="14825"/>
                  </a:lnTo>
                  <a:lnTo>
                    <a:pt x="69790" y="15873"/>
                  </a:lnTo>
                  <a:lnTo>
                    <a:pt x="68729" y="16504"/>
                  </a:lnTo>
                  <a:lnTo>
                    <a:pt x="65888" y="14812"/>
                  </a:lnTo>
                  <a:lnTo>
                    <a:pt x="65257" y="16605"/>
                  </a:lnTo>
                  <a:lnTo>
                    <a:pt x="63994" y="17439"/>
                  </a:lnTo>
                  <a:lnTo>
                    <a:pt x="65358" y="21644"/>
                  </a:lnTo>
                  <a:lnTo>
                    <a:pt x="67050" y="21959"/>
                  </a:lnTo>
                  <a:lnTo>
                    <a:pt x="68199" y="22906"/>
                  </a:lnTo>
                  <a:cubicBezTo>
                    <a:pt x="67252" y="23336"/>
                    <a:pt x="65674" y="23651"/>
                    <a:pt x="65674" y="23651"/>
                  </a:cubicBezTo>
                  <a:lnTo>
                    <a:pt x="66419" y="25230"/>
                  </a:lnTo>
                  <a:lnTo>
                    <a:pt x="65358" y="26593"/>
                  </a:lnTo>
                  <a:lnTo>
                    <a:pt x="63577" y="25962"/>
                  </a:lnTo>
                  <a:lnTo>
                    <a:pt x="64625" y="23967"/>
                  </a:lnTo>
                  <a:lnTo>
                    <a:pt x="63262" y="20394"/>
                  </a:lnTo>
                  <a:lnTo>
                    <a:pt x="62214" y="17439"/>
                  </a:lnTo>
                  <a:lnTo>
                    <a:pt x="61368" y="15343"/>
                  </a:lnTo>
                  <a:lnTo>
                    <a:pt x="59688" y="14711"/>
                  </a:lnTo>
                  <a:lnTo>
                    <a:pt x="58842" y="18386"/>
                  </a:lnTo>
                  <a:lnTo>
                    <a:pt x="58792" y="21012"/>
                  </a:lnTo>
                  <a:lnTo>
                    <a:pt x="60951" y="22906"/>
                  </a:lnTo>
                  <a:lnTo>
                    <a:pt x="60951" y="24485"/>
                  </a:lnTo>
                  <a:lnTo>
                    <a:pt x="58009" y="23020"/>
                  </a:lnTo>
                  <a:lnTo>
                    <a:pt x="55319" y="22389"/>
                  </a:lnTo>
                  <a:lnTo>
                    <a:pt x="54978" y="23437"/>
                  </a:lnTo>
                  <a:lnTo>
                    <a:pt x="55547" y="24598"/>
                  </a:lnTo>
                  <a:lnTo>
                    <a:pt x="52516" y="25230"/>
                  </a:lnTo>
                  <a:lnTo>
                    <a:pt x="48526" y="27326"/>
                  </a:lnTo>
                  <a:lnTo>
                    <a:pt x="46632" y="29535"/>
                  </a:lnTo>
                  <a:lnTo>
                    <a:pt x="46114" y="26909"/>
                  </a:lnTo>
                  <a:lnTo>
                    <a:pt x="44852" y="26391"/>
                  </a:lnTo>
                  <a:lnTo>
                    <a:pt x="44536" y="29119"/>
                  </a:lnTo>
                  <a:lnTo>
                    <a:pt x="42326" y="30381"/>
                  </a:lnTo>
                  <a:lnTo>
                    <a:pt x="43488" y="32162"/>
                  </a:lnTo>
                  <a:lnTo>
                    <a:pt x="41379" y="32061"/>
                  </a:lnTo>
                  <a:lnTo>
                    <a:pt x="40647" y="33223"/>
                  </a:lnTo>
                  <a:lnTo>
                    <a:pt x="39169" y="30381"/>
                  </a:lnTo>
                  <a:lnTo>
                    <a:pt x="37490" y="29119"/>
                  </a:lnTo>
                  <a:lnTo>
                    <a:pt x="37490" y="29119"/>
                  </a:lnTo>
                  <a:lnTo>
                    <a:pt x="40748" y="29750"/>
                  </a:lnTo>
                  <a:lnTo>
                    <a:pt x="42225" y="28803"/>
                  </a:lnTo>
                  <a:lnTo>
                    <a:pt x="41379" y="26593"/>
                  </a:lnTo>
                  <a:lnTo>
                    <a:pt x="37806" y="24699"/>
                  </a:lnTo>
                  <a:lnTo>
                    <a:pt x="35078" y="23538"/>
                  </a:lnTo>
                  <a:lnTo>
                    <a:pt x="32654" y="22906"/>
                  </a:lnTo>
                  <a:lnTo>
                    <a:pt x="29181" y="24068"/>
                  </a:lnTo>
                  <a:lnTo>
                    <a:pt x="25292" y="28172"/>
                  </a:lnTo>
                  <a:lnTo>
                    <a:pt x="22767" y="31745"/>
                  </a:lnTo>
                  <a:lnTo>
                    <a:pt x="21403" y="34586"/>
                  </a:lnTo>
                  <a:lnTo>
                    <a:pt x="18878" y="37112"/>
                  </a:lnTo>
                  <a:lnTo>
                    <a:pt x="18082" y="38892"/>
                  </a:lnTo>
                  <a:lnTo>
                    <a:pt x="19130" y="42680"/>
                  </a:lnTo>
                  <a:lnTo>
                    <a:pt x="20923" y="42364"/>
                  </a:lnTo>
                  <a:lnTo>
                    <a:pt x="22186" y="40786"/>
                  </a:lnTo>
                  <a:lnTo>
                    <a:pt x="23651" y="43311"/>
                  </a:lnTo>
                  <a:lnTo>
                    <a:pt x="23449" y="44776"/>
                  </a:lnTo>
                  <a:lnTo>
                    <a:pt x="26441" y="45092"/>
                  </a:lnTo>
                  <a:cubicBezTo>
                    <a:pt x="26441" y="45092"/>
                    <a:pt x="28058" y="42882"/>
                    <a:pt x="28058" y="42566"/>
                  </a:cubicBezTo>
                  <a:cubicBezTo>
                    <a:pt x="28058" y="42251"/>
                    <a:pt x="28487" y="40256"/>
                    <a:pt x="28487" y="40256"/>
                  </a:cubicBezTo>
                  <a:lnTo>
                    <a:pt x="26909" y="37932"/>
                  </a:lnTo>
                  <a:lnTo>
                    <a:pt x="27111" y="35622"/>
                  </a:lnTo>
                  <a:lnTo>
                    <a:pt x="28904" y="34157"/>
                  </a:lnTo>
                  <a:lnTo>
                    <a:pt x="29535" y="32364"/>
                  </a:lnTo>
                  <a:lnTo>
                    <a:pt x="30899" y="31202"/>
                  </a:lnTo>
                  <a:lnTo>
                    <a:pt x="32376" y="32263"/>
                  </a:lnTo>
                  <a:lnTo>
                    <a:pt x="29535" y="35836"/>
                  </a:lnTo>
                  <a:lnTo>
                    <a:pt x="30684" y="39309"/>
                  </a:lnTo>
                  <a:lnTo>
                    <a:pt x="32477" y="39523"/>
                  </a:lnTo>
                  <a:lnTo>
                    <a:pt x="35002" y="38778"/>
                  </a:lnTo>
                  <a:lnTo>
                    <a:pt x="36467" y="39725"/>
                  </a:lnTo>
                  <a:lnTo>
                    <a:pt x="34257" y="41089"/>
                  </a:lnTo>
                  <a:lnTo>
                    <a:pt x="31416" y="41203"/>
                  </a:lnTo>
                  <a:lnTo>
                    <a:pt x="31101" y="42983"/>
                  </a:lnTo>
                  <a:lnTo>
                    <a:pt x="29952" y="44360"/>
                  </a:lnTo>
                  <a:lnTo>
                    <a:pt x="29219" y="46822"/>
                  </a:lnTo>
                  <a:lnTo>
                    <a:pt x="25532" y="47504"/>
                  </a:lnTo>
                  <a:lnTo>
                    <a:pt x="21555" y="47504"/>
                  </a:lnTo>
                  <a:lnTo>
                    <a:pt x="22287" y="45092"/>
                  </a:lnTo>
                  <a:lnTo>
                    <a:pt x="21239" y="43880"/>
                  </a:lnTo>
                  <a:lnTo>
                    <a:pt x="19976" y="45382"/>
                  </a:lnTo>
                  <a:lnTo>
                    <a:pt x="19762" y="48072"/>
                  </a:lnTo>
                  <a:lnTo>
                    <a:pt x="17022" y="49208"/>
                  </a:lnTo>
                  <a:lnTo>
                    <a:pt x="16075" y="52618"/>
                  </a:lnTo>
                  <a:lnTo>
                    <a:pt x="14294" y="54448"/>
                  </a:lnTo>
                  <a:lnTo>
                    <a:pt x="12716" y="54448"/>
                  </a:lnTo>
                  <a:lnTo>
                    <a:pt x="10822" y="54764"/>
                  </a:lnTo>
                  <a:lnTo>
                    <a:pt x="12501" y="55648"/>
                  </a:lnTo>
                  <a:lnTo>
                    <a:pt x="13448" y="57681"/>
                  </a:lnTo>
                  <a:lnTo>
                    <a:pt x="11971" y="59209"/>
                  </a:lnTo>
                  <a:lnTo>
                    <a:pt x="8460" y="58780"/>
                  </a:lnTo>
                  <a:lnTo>
                    <a:pt x="6087" y="60017"/>
                  </a:lnTo>
                  <a:lnTo>
                    <a:pt x="6087" y="65484"/>
                  </a:lnTo>
                  <a:lnTo>
                    <a:pt x="8612" y="66217"/>
                  </a:lnTo>
                  <a:lnTo>
                    <a:pt x="9723" y="67164"/>
                  </a:lnTo>
                  <a:lnTo>
                    <a:pt x="11150" y="66318"/>
                  </a:lnTo>
                  <a:lnTo>
                    <a:pt x="13233" y="66431"/>
                  </a:lnTo>
                  <a:lnTo>
                    <a:pt x="15115" y="63691"/>
                  </a:lnTo>
                  <a:lnTo>
                    <a:pt x="16176" y="61797"/>
                  </a:lnTo>
                  <a:lnTo>
                    <a:pt x="17123" y="61381"/>
                  </a:lnTo>
                  <a:lnTo>
                    <a:pt x="17438" y="59600"/>
                  </a:lnTo>
                  <a:lnTo>
                    <a:pt x="19850" y="60232"/>
                  </a:lnTo>
                  <a:lnTo>
                    <a:pt x="21226" y="59487"/>
                  </a:lnTo>
                  <a:lnTo>
                    <a:pt x="22805" y="59487"/>
                  </a:lnTo>
                  <a:lnTo>
                    <a:pt x="24699" y="61595"/>
                  </a:lnTo>
                  <a:lnTo>
                    <a:pt x="26113" y="62909"/>
                  </a:lnTo>
                  <a:lnTo>
                    <a:pt x="26896" y="64222"/>
                  </a:lnTo>
                  <a:lnTo>
                    <a:pt x="26896" y="65484"/>
                  </a:lnTo>
                  <a:lnTo>
                    <a:pt x="28159" y="64752"/>
                  </a:lnTo>
                  <a:lnTo>
                    <a:pt x="28159" y="62959"/>
                  </a:lnTo>
                  <a:lnTo>
                    <a:pt x="29421" y="63376"/>
                  </a:lnTo>
                  <a:lnTo>
                    <a:pt x="29787" y="62542"/>
                  </a:lnTo>
                  <a:lnTo>
                    <a:pt x="27035" y="60964"/>
                  </a:lnTo>
                  <a:lnTo>
                    <a:pt x="24661" y="58653"/>
                  </a:lnTo>
                  <a:lnTo>
                    <a:pt x="25103" y="57075"/>
                  </a:lnTo>
                  <a:lnTo>
                    <a:pt x="27527" y="58754"/>
                  </a:lnTo>
                  <a:lnTo>
                    <a:pt x="30368" y="61595"/>
                  </a:lnTo>
                  <a:lnTo>
                    <a:pt x="31846" y="65383"/>
                  </a:lnTo>
                  <a:lnTo>
                    <a:pt x="33525" y="66671"/>
                  </a:lnTo>
                  <a:lnTo>
                    <a:pt x="34889" y="65383"/>
                  </a:lnTo>
                  <a:lnTo>
                    <a:pt x="33740" y="64020"/>
                  </a:lnTo>
                  <a:lnTo>
                    <a:pt x="35002" y="62643"/>
                  </a:lnTo>
                  <a:lnTo>
                    <a:pt x="36366" y="62441"/>
                  </a:lnTo>
                  <a:lnTo>
                    <a:pt x="37945" y="62126"/>
                  </a:lnTo>
                  <a:lnTo>
                    <a:pt x="37831" y="59701"/>
                  </a:lnTo>
                  <a:lnTo>
                    <a:pt x="39409" y="56343"/>
                  </a:lnTo>
                  <a:lnTo>
                    <a:pt x="41101" y="55913"/>
                  </a:lnTo>
                  <a:lnTo>
                    <a:pt x="41733" y="58237"/>
                  </a:lnTo>
                  <a:lnTo>
                    <a:pt x="43627" y="58237"/>
                  </a:lnTo>
                  <a:lnTo>
                    <a:pt x="43513" y="56759"/>
                  </a:lnTo>
                  <a:lnTo>
                    <a:pt x="45407" y="55547"/>
                  </a:lnTo>
                  <a:lnTo>
                    <a:pt x="44776" y="57466"/>
                  </a:lnTo>
                  <a:lnTo>
                    <a:pt x="47402" y="60168"/>
                  </a:lnTo>
                  <a:lnTo>
                    <a:pt x="49195" y="61507"/>
                  </a:lnTo>
                  <a:lnTo>
                    <a:pt x="45306" y="62340"/>
                  </a:lnTo>
                  <a:lnTo>
                    <a:pt x="42149" y="61494"/>
                  </a:lnTo>
                  <a:lnTo>
                    <a:pt x="39624" y="62126"/>
                  </a:lnTo>
                  <a:lnTo>
                    <a:pt x="38147" y="62972"/>
                  </a:lnTo>
                  <a:lnTo>
                    <a:pt x="37099" y="65497"/>
                  </a:lnTo>
                  <a:lnTo>
                    <a:pt x="38892" y="66671"/>
                  </a:lnTo>
                  <a:lnTo>
                    <a:pt x="41619" y="67366"/>
                  </a:lnTo>
                  <a:lnTo>
                    <a:pt x="44031" y="66002"/>
                  </a:lnTo>
                  <a:lnTo>
                    <a:pt x="44978" y="67366"/>
                  </a:lnTo>
                  <a:lnTo>
                    <a:pt x="44144" y="70523"/>
                  </a:lnTo>
                  <a:lnTo>
                    <a:pt x="41404" y="71785"/>
                  </a:lnTo>
                  <a:lnTo>
                    <a:pt x="38046" y="72316"/>
                  </a:lnTo>
                  <a:lnTo>
                    <a:pt x="32578" y="70737"/>
                  </a:lnTo>
                  <a:lnTo>
                    <a:pt x="30684" y="71053"/>
                  </a:lnTo>
                  <a:lnTo>
                    <a:pt x="29005" y="72518"/>
                  </a:lnTo>
                  <a:lnTo>
                    <a:pt x="26441" y="70422"/>
                  </a:lnTo>
                  <a:lnTo>
                    <a:pt x="23966" y="69891"/>
                  </a:lnTo>
                  <a:lnTo>
                    <a:pt x="23600" y="67139"/>
                  </a:lnTo>
                  <a:lnTo>
                    <a:pt x="22186" y="66823"/>
                  </a:lnTo>
                  <a:lnTo>
                    <a:pt x="20077" y="67164"/>
                  </a:lnTo>
                  <a:lnTo>
                    <a:pt x="15948" y="67139"/>
                  </a:lnTo>
                  <a:lnTo>
                    <a:pt x="11554" y="68742"/>
                  </a:lnTo>
                  <a:lnTo>
                    <a:pt x="10291" y="68111"/>
                  </a:lnTo>
                  <a:lnTo>
                    <a:pt x="8511" y="69891"/>
                  </a:lnTo>
                  <a:lnTo>
                    <a:pt x="6718" y="71785"/>
                  </a:lnTo>
                  <a:lnTo>
                    <a:pt x="6087" y="73793"/>
                  </a:lnTo>
                  <a:lnTo>
                    <a:pt x="3460" y="75687"/>
                  </a:lnTo>
                  <a:lnTo>
                    <a:pt x="1048" y="79564"/>
                  </a:lnTo>
                  <a:lnTo>
                    <a:pt x="0" y="82089"/>
                  </a:lnTo>
                  <a:lnTo>
                    <a:pt x="518" y="84501"/>
                  </a:lnTo>
                  <a:lnTo>
                    <a:pt x="0" y="87342"/>
                  </a:lnTo>
                  <a:lnTo>
                    <a:pt x="834" y="90814"/>
                  </a:lnTo>
                  <a:lnTo>
                    <a:pt x="3258" y="93340"/>
                  </a:lnTo>
                  <a:lnTo>
                    <a:pt x="5038" y="95234"/>
                  </a:lnTo>
                  <a:lnTo>
                    <a:pt x="8094" y="97027"/>
                  </a:lnTo>
                  <a:lnTo>
                    <a:pt x="10822" y="96711"/>
                  </a:lnTo>
                  <a:lnTo>
                    <a:pt x="13347" y="96711"/>
                  </a:lnTo>
                  <a:lnTo>
                    <a:pt x="16075" y="95335"/>
                  </a:lnTo>
                  <a:lnTo>
                    <a:pt x="18398" y="95600"/>
                  </a:lnTo>
                  <a:lnTo>
                    <a:pt x="19345" y="97203"/>
                  </a:lnTo>
                  <a:lnTo>
                    <a:pt x="22186" y="97052"/>
                  </a:lnTo>
                  <a:lnTo>
                    <a:pt x="23335" y="98921"/>
                  </a:lnTo>
                  <a:lnTo>
                    <a:pt x="22918" y="103012"/>
                  </a:lnTo>
                  <a:lnTo>
                    <a:pt x="25040" y="106169"/>
                  </a:lnTo>
                  <a:lnTo>
                    <a:pt x="25646" y="109325"/>
                  </a:lnTo>
                  <a:lnTo>
                    <a:pt x="25646" y="112166"/>
                  </a:lnTo>
                  <a:lnTo>
                    <a:pt x="23752" y="114793"/>
                  </a:lnTo>
                  <a:lnTo>
                    <a:pt x="23752" y="117205"/>
                  </a:lnTo>
                  <a:lnTo>
                    <a:pt x="25646" y="119945"/>
                  </a:lnTo>
                  <a:lnTo>
                    <a:pt x="25646" y="123505"/>
                  </a:lnTo>
                  <a:lnTo>
                    <a:pt x="27641" y="126132"/>
                  </a:lnTo>
                  <a:lnTo>
                    <a:pt x="28752" y="128228"/>
                  </a:lnTo>
                  <a:lnTo>
                    <a:pt x="29143" y="130539"/>
                  </a:lnTo>
                  <a:lnTo>
                    <a:pt x="30899" y="133279"/>
                  </a:lnTo>
                  <a:lnTo>
                    <a:pt x="35419" y="133279"/>
                  </a:lnTo>
                  <a:lnTo>
                    <a:pt x="37945" y="131385"/>
                  </a:lnTo>
                  <a:lnTo>
                    <a:pt x="39624" y="129541"/>
                  </a:lnTo>
                  <a:lnTo>
                    <a:pt x="42149" y="126675"/>
                  </a:lnTo>
                  <a:lnTo>
                    <a:pt x="42781" y="123808"/>
                  </a:lnTo>
                  <a:lnTo>
                    <a:pt x="44258" y="123808"/>
                  </a:lnTo>
                  <a:lnTo>
                    <a:pt x="44574" y="119705"/>
                  </a:lnTo>
                  <a:lnTo>
                    <a:pt x="44574" y="118442"/>
                  </a:lnTo>
                  <a:lnTo>
                    <a:pt x="48678" y="115285"/>
                  </a:lnTo>
                  <a:lnTo>
                    <a:pt x="50256" y="112874"/>
                  </a:lnTo>
                  <a:lnTo>
                    <a:pt x="50256" y="110260"/>
                  </a:lnTo>
                  <a:lnTo>
                    <a:pt x="49410" y="108265"/>
                  </a:lnTo>
                  <a:lnTo>
                    <a:pt x="49460" y="105954"/>
                  </a:lnTo>
                  <a:lnTo>
                    <a:pt x="48905" y="104477"/>
                  </a:lnTo>
                  <a:lnTo>
                    <a:pt x="51683" y="101951"/>
                  </a:lnTo>
                  <a:lnTo>
                    <a:pt x="54334" y="99009"/>
                  </a:lnTo>
                  <a:lnTo>
                    <a:pt x="57592" y="97014"/>
                  </a:lnTo>
                  <a:cubicBezTo>
                    <a:pt x="57592" y="97014"/>
                    <a:pt x="59070" y="94388"/>
                    <a:pt x="59070" y="93958"/>
                  </a:cubicBezTo>
                  <a:cubicBezTo>
                    <a:pt x="59070" y="93542"/>
                    <a:pt x="59916" y="91433"/>
                    <a:pt x="59916" y="91433"/>
                  </a:cubicBezTo>
                  <a:lnTo>
                    <a:pt x="59398" y="89754"/>
                  </a:lnTo>
                  <a:lnTo>
                    <a:pt x="57921" y="90498"/>
                  </a:lnTo>
                  <a:lnTo>
                    <a:pt x="54132" y="91016"/>
                  </a:lnTo>
                  <a:lnTo>
                    <a:pt x="52870" y="91648"/>
                  </a:lnTo>
                  <a:lnTo>
                    <a:pt x="52238" y="89754"/>
                  </a:lnTo>
                  <a:lnTo>
                    <a:pt x="51721" y="88604"/>
                  </a:lnTo>
                  <a:lnTo>
                    <a:pt x="49612" y="86597"/>
                  </a:lnTo>
                  <a:lnTo>
                    <a:pt x="48248" y="85650"/>
                  </a:lnTo>
                  <a:lnTo>
                    <a:pt x="46139" y="80826"/>
                  </a:lnTo>
                  <a:lnTo>
                    <a:pt x="45306" y="79665"/>
                  </a:lnTo>
                  <a:lnTo>
                    <a:pt x="44258" y="76823"/>
                  </a:lnTo>
                  <a:lnTo>
                    <a:pt x="43513" y="75561"/>
                  </a:lnTo>
                  <a:lnTo>
                    <a:pt x="44675" y="75144"/>
                  </a:lnTo>
                  <a:lnTo>
                    <a:pt x="47200" y="78617"/>
                  </a:lnTo>
                  <a:lnTo>
                    <a:pt x="48665" y="80927"/>
                  </a:lnTo>
                  <a:lnTo>
                    <a:pt x="49511" y="83339"/>
                  </a:lnTo>
                  <a:lnTo>
                    <a:pt x="51506" y="84917"/>
                  </a:lnTo>
                  <a:lnTo>
                    <a:pt x="52769" y="87973"/>
                  </a:lnTo>
                  <a:lnTo>
                    <a:pt x="53299" y="89438"/>
                  </a:lnTo>
                  <a:lnTo>
                    <a:pt x="56771" y="87859"/>
                  </a:lnTo>
                  <a:lnTo>
                    <a:pt x="60560" y="87026"/>
                  </a:lnTo>
                  <a:lnTo>
                    <a:pt x="64449" y="85018"/>
                  </a:lnTo>
                  <a:lnTo>
                    <a:pt x="65585" y="82922"/>
                  </a:lnTo>
                  <a:lnTo>
                    <a:pt x="66431" y="80814"/>
                  </a:lnTo>
                  <a:lnTo>
                    <a:pt x="64853" y="79235"/>
                  </a:lnTo>
                  <a:lnTo>
                    <a:pt x="63476" y="77771"/>
                  </a:lnTo>
                  <a:lnTo>
                    <a:pt x="61065" y="78503"/>
                  </a:lnTo>
                  <a:lnTo>
                    <a:pt x="58956" y="78604"/>
                  </a:lnTo>
                  <a:lnTo>
                    <a:pt x="57693" y="76293"/>
                  </a:lnTo>
                  <a:lnTo>
                    <a:pt x="55799" y="74740"/>
                  </a:lnTo>
                  <a:lnTo>
                    <a:pt x="56746" y="73149"/>
                  </a:lnTo>
                  <a:lnTo>
                    <a:pt x="59587" y="75460"/>
                  </a:lnTo>
                  <a:lnTo>
                    <a:pt x="61696" y="76609"/>
                  </a:lnTo>
                  <a:lnTo>
                    <a:pt x="63476" y="76722"/>
                  </a:lnTo>
                  <a:lnTo>
                    <a:pt x="65269" y="77669"/>
                  </a:lnTo>
                  <a:lnTo>
                    <a:pt x="67997" y="78086"/>
                  </a:lnTo>
                  <a:lnTo>
                    <a:pt x="71368" y="77669"/>
                  </a:lnTo>
                  <a:lnTo>
                    <a:pt x="73995" y="79564"/>
                  </a:lnTo>
                  <a:lnTo>
                    <a:pt x="75358" y="81874"/>
                  </a:lnTo>
                  <a:lnTo>
                    <a:pt x="76621" y="82076"/>
                  </a:lnTo>
                  <a:lnTo>
                    <a:pt x="77884" y="80612"/>
                  </a:lnTo>
                  <a:lnTo>
                    <a:pt x="78515" y="83137"/>
                  </a:lnTo>
                  <a:lnTo>
                    <a:pt x="79147" y="85864"/>
                  </a:lnTo>
                  <a:lnTo>
                    <a:pt x="80510" y="88806"/>
                  </a:lnTo>
                  <a:lnTo>
                    <a:pt x="81988" y="92178"/>
                  </a:lnTo>
                  <a:lnTo>
                    <a:pt x="82505" y="94072"/>
                  </a:lnTo>
                  <a:lnTo>
                    <a:pt x="84298" y="91231"/>
                  </a:lnTo>
                  <a:lnTo>
                    <a:pt x="84298" y="88188"/>
                  </a:lnTo>
                  <a:lnTo>
                    <a:pt x="85245" y="86609"/>
                  </a:lnTo>
                  <a:lnTo>
                    <a:pt x="87291" y="84816"/>
                  </a:lnTo>
                  <a:lnTo>
                    <a:pt x="90322" y="82089"/>
                  </a:lnTo>
                  <a:lnTo>
                    <a:pt x="91622" y="80296"/>
                  </a:lnTo>
                  <a:lnTo>
                    <a:pt x="94375" y="79665"/>
                  </a:lnTo>
                  <a:lnTo>
                    <a:pt x="95120" y="82720"/>
                  </a:lnTo>
                  <a:lnTo>
                    <a:pt x="96913" y="83554"/>
                  </a:lnTo>
                  <a:lnTo>
                    <a:pt x="96913" y="86925"/>
                  </a:lnTo>
                  <a:lnTo>
                    <a:pt x="98857" y="85763"/>
                  </a:lnTo>
                  <a:lnTo>
                    <a:pt x="100701" y="89652"/>
                  </a:lnTo>
                  <a:lnTo>
                    <a:pt x="100701" y="93857"/>
                  </a:lnTo>
                  <a:lnTo>
                    <a:pt x="102696" y="94905"/>
                  </a:lnTo>
                  <a:lnTo>
                    <a:pt x="103694" y="97014"/>
                  </a:lnTo>
                  <a:lnTo>
                    <a:pt x="105133" y="98908"/>
                  </a:lnTo>
                  <a:lnTo>
                    <a:pt x="107179" y="99741"/>
                  </a:lnTo>
                  <a:lnTo>
                    <a:pt x="107179" y="99741"/>
                  </a:lnTo>
                  <a:lnTo>
                    <a:pt x="106560" y="97746"/>
                  </a:lnTo>
                  <a:lnTo>
                    <a:pt x="106257" y="96067"/>
                  </a:lnTo>
                  <a:lnTo>
                    <a:pt x="104577" y="94804"/>
                  </a:lnTo>
                  <a:lnTo>
                    <a:pt x="103428" y="93226"/>
                  </a:lnTo>
                  <a:lnTo>
                    <a:pt x="102797" y="91761"/>
                  </a:lnTo>
                  <a:lnTo>
                    <a:pt x="103113" y="89551"/>
                  </a:lnTo>
                  <a:lnTo>
                    <a:pt x="103845" y="88604"/>
                  </a:lnTo>
                  <a:lnTo>
                    <a:pt x="105537" y="90183"/>
                  </a:lnTo>
                  <a:lnTo>
                    <a:pt x="107217" y="91963"/>
                  </a:lnTo>
                  <a:lnTo>
                    <a:pt x="108050" y="92393"/>
                  </a:lnTo>
                  <a:cubicBezTo>
                    <a:pt x="108050" y="92393"/>
                    <a:pt x="110146" y="90814"/>
                    <a:pt x="110146" y="90498"/>
                  </a:cubicBezTo>
                  <a:lnTo>
                    <a:pt x="110146" y="86925"/>
                  </a:lnTo>
                  <a:lnTo>
                    <a:pt x="108252" y="85132"/>
                  </a:lnTo>
                  <a:lnTo>
                    <a:pt x="107469" y="83554"/>
                  </a:lnTo>
                  <a:cubicBezTo>
                    <a:pt x="107469" y="83554"/>
                    <a:pt x="107747" y="81975"/>
                    <a:pt x="108063" y="81773"/>
                  </a:cubicBezTo>
                  <a:cubicBezTo>
                    <a:pt x="108378" y="81559"/>
                    <a:pt x="110209" y="80927"/>
                    <a:pt x="110209" y="80927"/>
                  </a:cubicBezTo>
                  <a:lnTo>
                    <a:pt x="110752" y="82190"/>
                  </a:lnTo>
                  <a:lnTo>
                    <a:pt x="112646" y="80826"/>
                  </a:lnTo>
                  <a:lnTo>
                    <a:pt x="116434" y="78932"/>
                  </a:lnTo>
                  <a:lnTo>
                    <a:pt x="118177" y="75775"/>
                  </a:lnTo>
                  <a:lnTo>
                    <a:pt x="118960" y="73566"/>
                  </a:lnTo>
                  <a:lnTo>
                    <a:pt x="118960" y="69891"/>
                  </a:lnTo>
                  <a:lnTo>
                    <a:pt x="117520" y="66949"/>
                  </a:lnTo>
                  <a:lnTo>
                    <a:pt x="116093" y="65169"/>
                  </a:lnTo>
                  <a:lnTo>
                    <a:pt x="118278" y="63691"/>
                  </a:lnTo>
                  <a:lnTo>
                    <a:pt x="118947" y="63174"/>
                  </a:lnTo>
                  <a:lnTo>
                    <a:pt x="117280" y="62643"/>
                  </a:lnTo>
                  <a:lnTo>
                    <a:pt x="115816" y="63174"/>
                  </a:lnTo>
                  <a:lnTo>
                    <a:pt x="114868" y="62113"/>
                  </a:lnTo>
                  <a:lnTo>
                    <a:pt x="114237" y="61280"/>
                  </a:lnTo>
                  <a:lnTo>
                    <a:pt x="116030" y="60219"/>
                  </a:lnTo>
                  <a:lnTo>
                    <a:pt x="116876" y="58540"/>
                  </a:lnTo>
                  <a:lnTo>
                    <a:pt x="117924" y="59070"/>
                  </a:lnTo>
                  <a:lnTo>
                    <a:pt x="117394" y="60964"/>
                  </a:lnTo>
                  <a:lnTo>
                    <a:pt x="117394" y="60964"/>
                  </a:lnTo>
                  <a:lnTo>
                    <a:pt x="119086" y="60118"/>
                  </a:lnTo>
                  <a:lnTo>
                    <a:pt x="120235" y="61065"/>
                  </a:lnTo>
                  <a:lnTo>
                    <a:pt x="121182" y="62744"/>
                  </a:lnTo>
                  <a:lnTo>
                    <a:pt x="122129" y="63906"/>
                  </a:lnTo>
                  <a:lnTo>
                    <a:pt x="122129" y="65484"/>
                  </a:lnTo>
                  <a:lnTo>
                    <a:pt x="122975" y="66318"/>
                  </a:lnTo>
                  <a:lnTo>
                    <a:pt x="124806" y="64853"/>
                  </a:lnTo>
                  <a:lnTo>
                    <a:pt x="124263" y="62542"/>
                  </a:lnTo>
                  <a:lnTo>
                    <a:pt x="122621" y="60850"/>
                  </a:lnTo>
                  <a:lnTo>
                    <a:pt x="122116" y="59802"/>
                  </a:lnTo>
                  <a:lnTo>
                    <a:pt x="123594" y="58540"/>
                  </a:lnTo>
                  <a:lnTo>
                    <a:pt x="123707" y="55699"/>
                  </a:lnTo>
                  <a:lnTo>
                    <a:pt x="124970" y="54651"/>
                  </a:lnTo>
                  <a:lnTo>
                    <a:pt x="126233" y="55383"/>
                  </a:lnTo>
                  <a:lnTo>
                    <a:pt x="128127" y="52125"/>
                  </a:lnTo>
                  <a:lnTo>
                    <a:pt x="129705" y="47289"/>
                  </a:lnTo>
                  <a:lnTo>
                    <a:pt x="128544" y="44031"/>
                  </a:lnTo>
                  <a:lnTo>
                    <a:pt x="127811" y="41102"/>
                  </a:lnTo>
                  <a:lnTo>
                    <a:pt x="126132" y="39523"/>
                  </a:lnTo>
                  <a:lnTo>
                    <a:pt x="123922" y="38892"/>
                  </a:lnTo>
                  <a:lnTo>
                    <a:pt x="122558" y="38362"/>
                  </a:lnTo>
                  <a:lnTo>
                    <a:pt x="121498" y="37516"/>
                  </a:lnTo>
                  <a:lnTo>
                    <a:pt x="123606" y="33311"/>
                  </a:lnTo>
                  <a:lnTo>
                    <a:pt x="124440" y="30533"/>
                  </a:lnTo>
                  <a:lnTo>
                    <a:pt x="126650" y="29220"/>
                  </a:lnTo>
                  <a:lnTo>
                    <a:pt x="130021" y="29220"/>
                  </a:lnTo>
                  <a:lnTo>
                    <a:pt x="132332" y="28588"/>
                  </a:lnTo>
                  <a:lnTo>
                    <a:pt x="132231" y="28588"/>
                  </a:lnTo>
                  <a:lnTo>
                    <a:pt x="132231" y="23222"/>
                  </a:lnTo>
                  <a:lnTo>
                    <a:pt x="135072" y="21959"/>
                  </a:lnTo>
                  <a:lnTo>
                    <a:pt x="135804" y="23853"/>
                  </a:lnTo>
                  <a:lnTo>
                    <a:pt x="136650" y="21959"/>
                  </a:lnTo>
                  <a:lnTo>
                    <a:pt x="136650" y="20065"/>
                  </a:lnTo>
                  <a:lnTo>
                    <a:pt x="138115" y="20899"/>
                  </a:lnTo>
                  <a:lnTo>
                    <a:pt x="137433" y="24788"/>
                  </a:lnTo>
                  <a:lnTo>
                    <a:pt x="136006" y="30571"/>
                  </a:lnTo>
                  <a:lnTo>
                    <a:pt x="136006" y="33942"/>
                  </a:lnTo>
                  <a:lnTo>
                    <a:pt x="139428" y="38677"/>
                  </a:lnTo>
                  <a:lnTo>
                    <a:pt x="140426" y="42049"/>
                  </a:lnTo>
                  <a:lnTo>
                    <a:pt x="140426" y="43412"/>
                  </a:lnTo>
                  <a:lnTo>
                    <a:pt x="141688" y="42364"/>
                  </a:lnTo>
                  <a:lnTo>
                    <a:pt x="141688" y="38993"/>
                  </a:lnTo>
                  <a:lnTo>
                    <a:pt x="143166" y="35622"/>
                  </a:lnTo>
                  <a:lnTo>
                    <a:pt x="142370" y="32894"/>
                  </a:lnTo>
                  <a:lnTo>
                    <a:pt x="142244" y="31316"/>
                  </a:lnTo>
                  <a:lnTo>
                    <a:pt x="141966" y="29220"/>
                  </a:lnTo>
                  <a:lnTo>
                    <a:pt x="140085" y="27742"/>
                  </a:lnTo>
                  <a:lnTo>
                    <a:pt x="139782" y="24800"/>
                  </a:lnTo>
                  <a:lnTo>
                    <a:pt x="142522" y="23020"/>
                  </a:lnTo>
                  <a:lnTo>
                    <a:pt x="144832" y="23336"/>
                  </a:lnTo>
                  <a:lnTo>
                    <a:pt x="144832" y="20697"/>
                  </a:lnTo>
                  <a:lnTo>
                    <a:pt x="145881" y="18967"/>
                  </a:lnTo>
                  <a:lnTo>
                    <a:pt x="148090" y="17855"/>
                  </a:lnTo>
                  <a:lnTo>
                    <a:pt x="148936" y="17855"/>
                  </a:lnTo>
                  <a:lnTo>
                    <a:pt x="147573" y="14067"/>
                  </a:lnTo>
                  <a:lnTo>
                    <a:pt x="144315" y="12868"/>
                  </a:lnTo>
                  <a:lnTo>
                    <a:pt x="144832" y="10784"/>
                  </a:lnTo>
                  <a:lnTo>
                    <a:pt x="144517" y="8751"/>
                  </a:lnTo>
                  <a:lnTo>
                    <a:pt x="144315" y="7577"/>
                  </a:lnTo>
                  <a:lnTo>
                    <a:pt x="146310" y="8613"/>
                  </a:lnTo>
                  <a:lnTo>
                    <a:pt x="147674" y="7565"/>
                  </a:lnTo>
                  <a:lnTo>
                    <a:pt x="148936" y="8398"/>
                  </a:lnTo>
                  <a:lnTo>
                    <a:pt x="149669" y="6188"/>
                  </a:lnTo>
                  <a:lnTo>
                    <a:pt x="148406" y="4509"/>
                  </a:lnTo>
                  <a:lnTo>
                    <a:pt x="147775" y="2084"/>
                  </a:lnTo>
                  <a:lnTo>
                    <a:pt x="144201" y="1567"/>
                  </a:lnTo>
                  <a:lnTo>
                    <a:pt x="144201" y="3031"/>
                  </a:lnTo>
                  <a:lnTo>
                    <a:pt x="142623" y="2981"/>
                  </a:lnTo>
                  <a:lnTo>
                    <a:pt x="141890" y="2084"/>
                  </a:lnTo>
                  <a:lnTo>
                    <a:pt x="134440" y="2084"/>
                  </a:lnTo>
                  <a:lnTo>
                    <a:pt x="131069" y="2400"/>
                  </a:lnTo>
                  <a:lnTo>
                    <a:pt x="133493" y="4774"/>
                  </a:lnTo>
                  <a:lnTo>
                    <a:pt x="130867" y="4799"/>
                  </a:lnTo>
                  <a:lnTo>
                    <a:pt x="130337" y="3499"/>
                  </a:lnTo>
                  <a:lnTo>
                    <a:pt x="127294" y="4837"/>
                  </a:lnTo>
                  <a:lnTo>
                    <a:pt x="124654" y="6504"/>
                  </a:lnTo>
                  <a:lnTo>
                    <a:pt x="123076" y="6504"/>
                  </a:lnTo>
                  <a:lnTo>
                    <a:pt x="122028" y="4294"/>
                  </a:lnTo>
                  <a:lnTo>
                    <a:pt x="119503" y="3928"/>
                  </a:lnTo>
                  <a:lnTo>
                    <a:pt x="117407" y="5115"/>
                  </a:lnTo>
                  <a:lnTo>
                    <a:pt x="114149" y="4016"/>
                  </a:lnTo>
                  <a:lnTo>
                    <a:pt x="112040" y="3158"/>
                  </a:lnTo>
                  <a:lnTo>
                    <a:pt x="107835" y="3461"/>
                  </a:lnTo>
                  <a:lnTo>
                    <a:pt x="106055" y="4610"/>
                  </a:lnTo>
                  <a:lnTo>
                    <a:pt x="107204" y="7767"/>
                  </a:lnTo>
                  <a:lnTo>
                    <a:pt x="104792" y="7767"/>
                  </a:lnTo>
                  <a:lnTo>
                    <a:pt x="103529" y="7653"/>
                  </a:lnTo>
                  <a:lnTo>
                    <a:pt x="101951" y="8448"/>
                  </a:lnTo>
                  <a:lnTo>
                    <a:pt x="102898" y="10153"/>
                  </a:lnTo>
                  <a:lnTo>
                    <a:pt x="100587" y="9484"/>
                  </a:lnTo>
                  <a:lnTo>
                    <a:pt x="99741" y="6529"/>
                  </a:lnTo>
                  <a:lnTo>
                    <a:pt x="97115" y="4319"/>
                  </a:lnTo>
                  <a:lnTo>
                    <a:pt x="93327" y="4837"/>
                  </a:lnTo>
                  <a:lnTo>
                    <a:pt x="94173" y="7577"/>
                  </a:lnTo>
                  <a:lnTo>
                    <a:pt x="91016" y="7463"/>
                  </a:lnTo>
                  <a:lnTo>
                    <a:pt x="89968" y="6100"/>
                  </a:lnTo>
                  <a:lnTo>
                    <a:pt x="87758" y="7249"/>
                  </a:lnTo>
                  <a:lnTo>
                    <a:pt x="86066" y="7779"/>
                  </a:lnTo>
                  <a:lnTo>
                    <a:pt x="83541" y="10822"/>
                  </a:lnTo>
                  <a:lnTo>
                    <a:pt x="83023" y="8827"/>
                  </a:lnTo>
                  <a:lnTo>
                    <a:pt x="85233" y="5468"/>
                  </a:lnTo>
                  <a:lnTo>
                    <a:pt x="84601" y="2312"/>
                  </a:lnTo>
                  <a:lnTo>
                    <a:pt x="81445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5" name="Google Shape;1835;p81"/>
            <p:cNvSpPr/>
            <p:nvPr/>
          </p:nvSpPr>
          <p:spPr>
            <a:xfrm>
              <a:off x="4467225" y="3815075"/>
              <a:ext cx="177425" cy="289800"/>
            </a:xfrm>
            <a:custGeom>
              <a:avLst/>
              <a:gdLst/>
              <a:ahLst/>
              <a:cxnLst/>
              <a:rect l="l" t="t" r="r" b="b"/>
              <a:pathLst>
                <a:path w="7097" h="11592" extrusionOk="0">
                  <a:moveTo>
                    <a:pt x="5683" y="0"/>
                  </a:moveTo>
                  <a:lnTo>
                    <a:pt x="4572" y="1339"/>
                  </a:lnTo>
                  <a:lnTo>
                    <a:pt x="2602" y="2513"/>
                  </a:lnTo>
                  <a:lnTo>
                    <a:pt x="1023" y="3271"/>
                  </a:lnTo>
                  <a:lnTo>
                    <a:pt x="1415" y="5809"/>
                  </a:lnTo>
                  <a:lnTo>
                    <a:pt x="1023" y="7362"/>
                  </a:lnTo>
                  <a:lnTo>
                    <a:pt x="1" y="8524"/>
                  </a:lnTo>
                  <a:lnTo>
                    <a:pt x="556" y="10809"/>
                  </a:lnTo>
                  <a:lnTo>
                    <a:pt x="2134" y="11592"/>
                  </a:lnTo>
                  <a:lnTo>
                    <a:pt x="3864" y="9849"/>
                  </a:lnTo>
                  <a:lnTo>
                    <a:pt x="5203" y="6541"/>
                  </a:lnTo>
                  <a:lnTo>
                    <a:pt x="6226" y="3384"/>
                  </a:lnTo>
                  <a:lnTo>
                    <a:pt x="7097" y="1655"/>
                  </a:lnTo>
                  <a:lnTo>
                    <a:pt x="6150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6" name="Google Shape;1836;p81"/>
            <p:cNvSpPr/>
            <p:nvPr/>
          </p:nvSpPr>
          <p:spPr>
            <a:xfrm>
              <a:off x="5304725" y="3312525"/>
              <a:ext cx="45475" cy="78625"/>
            </a:xfrm>
            <a:custGeom>
              <a:avLst/>
              <a:gdLst/>
              <a:ahLst/>
              <a:cxnLst/>
              <a:rect l="l" t="t" r="r" b="b"/>
              <a:pathLst>
                <a:path w="1819" h="3145" extrusionOk="0">
                  <a:moveTo>
                    <a:pt x="480" y="0"/>
                  </a:moveTo>
                  <a:lnTo>
                    <a:pt x="0" y="1654"/>
                  </a:lnTo>
                  <a:lnTo>
                    <a:pt x="480" y="3144"/>
                  </a:lnTo>
                  <a:lnTo>
                    <a:pt x="1503" y="2753"/>
                  </a:lnTo>
                  <a:lnTo>
                    <a:pt x="1818" y="1566"/>
                  </a:lnTo>
                  <a:lnTo>
                    <a:pt x="480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7" name="Google Shape;1837;p81"/>
            <p:cNvSpPr/>
            <p:nvPr/>
          </p:nvSpPr>
          <p:spPr>
            <a:xfrm>
              <a:off x="5643750" y="3420800"/>
              <a:ext cx="232675" cy="252250"/>
            </a:xfrm>
            <a:custGeom>
              <a:avLst/>
              <a:gdLst/>
              <a:ahLst/>
              <a:cxnLst/>
              <a:rect l="l" t="t" r="r" b="b"/>
              <a:pathLst>
                <a:path w="9307" h="10090" extrusionOk="0">
                  <a:moveTo>
                    <a:pt x="1" y="0"/>
                  </a:moveTo>
                  <a:lnTo>
                    <a:pt x="948" y="1301"/>
                  </a:lnTo>
                  <a:lnTo>
                    <a:pt x="2337" y="1553"/>
                  </a:lnTo>
                  <a:cubicBezTo>
                    <a:pt x="2337" y="1553"/>
                    <a:pt x="3536" y="3852"/>
                    <a:pt x="3688" y="4091"/>
                  </a:cubicBezTo>
                  <a:cubicBezTo>
                    <a:pt x="3852" y="4331"/>
                    <a:pt x="5897" y="8233"/>
                    <a:pt x="5897" y="8233"/>
                  </a:cubicBezTo>
                  <a:lnTo>
                    <a:pt x="7804" y="10089"/>
                  </a:lnTo>
                  <a:lnTo>
                    <a:pt x="8587" y="10089"/>
                  </a:lnTo>
                  <a:lnTo>
                    <a:pt x="9307" y="8119"/>
                  </a:lnTo>
                  <a:lnTo>
                    <a:pt x="7880" y="5039"/>
                  </a:lnTo>
                  <a:lnTo>
                    <a:pt x="4647" y="1882"/>
                  </a:lnTo>
                  <a:lnTo>
                    <a:pt x="3473" y="1061"/>
                  </a:lnTo>
                  <a:lnTo>
                    <a:pt x="1970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8" name="Google Shape;1838;p81"/>
            <p:cNvSpPr/>
            <p:nvPr/>
          </p:nvSpPr>
          <p:spPr>
            <a:xfrm>
              <a:off x="5873550" y="3662925"/>
              <a:ext cx="284775" cy="73250"/>
            </a:xfrm>
            <a:custGeom>
              <a:avLst/>
              <a:gdLst/>
              <a:ahLst/>
              <a:cxnLst/>
              <a:rect l="l" t="t" r="r" b="b"/>
              <a:pathLst>
                <a:path w="11391" h="2930" extrusionOk="0">
                  <a:moveTo>
                    <a:pt x="1150" y="0"/>
                  </a:moveTo>
                  <a:lnTo>
                    <a:pt x="1" y="998"/>
                  </a:lnTo>
                  <a:lnTo>
                    <a:pt x="2324" y="2058"/>
                  </a:lnTo>
                  <a:lnTo>
                    <a:pt x="5696" y="2930"/>
                  </a:lnTo>
                  <a:lnTo>
                    <a:pt x="11391" y="2930"/>
                  </a:lnTo>
                  <a:lnTo>
                    <a:pt x="8082" y="1667"/>
                  </a:lnTo>
                  <a:lnTo>
                    <a:pt x="5708" y="1667"/>
                  </a:lnTo>
                  <a:lnTo>
                    <a:pt x="1150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39" name="Google Shape;1839;p81"/>
            <p:cNvSpPr/>
            <p:nvPr/>
          </p:nvSpPr>
          <p:spPr>
            <a:xfrm>
              <a:off x="6185775" y="3706475"/>
              <a:ext cx="137975" cy="31600"/>
            </a:xfrm>
            <a:custGeom>
              <a:avLst/>
              <a:gdLst/>
              <a:ahLst/>
              <a:cxnLst/>
              <a:rect l="l" t="t" r="r" b="b"/>
              <a:pathLst>
                <a:path w="5519" h="1264" extrusionOk="0">
                  <a:moveTo>
                    <a:pt x="3397" y="1"/>
                  </a:moveTo>
                  <a:lnTo>
                    <a:pt x="0" y="556"/>
                  </a:lnTo>
                  <a:lnTo>
                    <a:pt x="1818" y="1263"/>
                  </a:lnTo>
                  <a:lnTo>
                    <a:pt x="5518" y="556"/>
                  </a:lnTo>
                  <a:lnTo>
                    <a:pt x="3397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0" name="Google Shape;1840;p81"/>
            <p:cNvSpPr/>
            <p:nvPr/>
          </p:nvSpPr>
          <p:spPr>
            <a:xfrm>
              <a:off x="6158300" y="3493725"/>
              <a:ext cx="139875" cy="161950"/>
            </a:xfrm>
            <a:custGeom>
              <a:avLst/>
              <a:gdLst/>
              <a:ahLst/>
              <a:cxnLst/>
              <a:rect l="l" t="t" r="r" b="b"/>
              <a:pathLst>
                <a:path w="5595" h="6478" extrusionOk="0">
                  <a:moveTo>
                    <a:pt x="3864" y="0"/>
                  </a:moveTo>
                  <a:lnTo>
                    <a:pt x="632" y="1579"/>
                  </a:lnTo>
                  <a:lnTo>
                    <a:pt x="1" y="4925"/>
                  </a:lnTo>
                  <a:lnTo>
                    <a:pt x="1099" y="6478"/>
                  </a:lnTo>
                  <a:lnTo>
                    <a:pt x="1730" y="4420"/>
                  </a:lnTo>
                  <a:lnTo>
                    <a:pt x="3473" y="6225"/>
                  </a:lnTo>
                  <a:lnTo>
                    <a:pt x="3473" y="4331"/>
                  </a:lnTo>
                  <a:lnTo>
                    <a:pt x="2678" y="3510"/>
                  </a:lnTo>
                  <a:lnTo>
                    <a:pt x="4104" y="2765"/>
                  </a:lnTo>
                  <a:lnTo>
                    <a:pt x="1895" y="2765"/>
                  </a:lnTo>
                  <a:lnTo>
                    <a:pt x="5594" y="1023"/>
                  </a:lnTo>
                  <a:lnTo>
                    <a:pt x="3864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1" name="Google Shape;1841;p81"/>
            <p:cNvSpPr/>
            <p:nvPr/>
          </p:nvSpPr>
          <p:spPr>
            <a:xfrm>
              <a:off x="5945525" y="3367450"/>
              <a:ext cx="213125" cy="254775"/>
            </a:xfrm>
            <a:custGeom>
              <a:avLst/>
              <a:gdLst/>
              <a:ahLst/>
              <a:cxnLst/>
              <a:rect l="l" t="t" r="r" b="b"/>
              <a:pathLst>
                <a:path w="8525" h="10191" extrusionOk="0">
                  <a:moveTo>
                    <a:pt x="6542" y="0"/>
                  </a:moveTo>
                  <a:lnTo>
                    <a:pt x="3941" y="3119"/>
                  </a:lnTo>
                  <a:lnTo>
                    <a:pt x="2817" y="5291"/>
                  </a:lnTo>
                  <a:lnTo>
                    <a:pt x="935" y="5291"/>
                  </a:lnTo>
                  <a:lnTo>
                    <a:pt x="1" y="6869"/>
                  </a:lnTo>
                  <a:lnTo>
                    <a:pt x="1491" y="9067"/>
                  </a:lnTo>
                  <a:lnTo>
                    <a:pt x="2817" y="9546"/>
                  </a:lnTo>
                  <a:lnTo>
                    <a:pt x="4686" y="9344"/>
                  </a:lnTo>
                  <a:lnTo>
                    <a:pt x="6049" y="10190"/>
                  </a:lnTo>
                  <a:lnTo>
                    <a:pt x="7363" y="6516"/>
                  </a:lnTo>
                  <a:lnTo>
                    <a:pt x="8524" y="4874"/>
                  </a:lnTo>
                  <a:lnTo>
                    <a:pt x="7653" y="3384"/>
                  </a:lnTo>
                  <a:lnTo>
                    <a:pt x="8512" y="2134"/>
                  </a:lnTo>
                  <a:lnTo>
                    <a:pt x="6542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2" name="Google Shape;1842;p81"/>
            <p:cNvSpPr/>
            <p:nvPr/>
          </p:nvSpPr>
          <p:spPr>
            <a:xfrm>
              <a:off x="6429775" y="3529075"/>
              <a:ext cx="453650" cy="254450"/>
            </a:xfrm>
            <a:custGeom>
              <a:avLst/>
              <a:gdLst/>
              <a:ahLst/>
              <a:cxnLst/>
              <a:rect l="l" t="t" r="r" b="b"/>
              <a:pathLst>
                <a:path w="18146" h="10178" extrusionOk="0">
                  <a:moveTo>
                    <a:pt x="1794" y="0"/>
                  </a:moveTo>
                  <a:lnTo>
                    <a:pt x="1" y="745"/>
                  </a:lnTo>
                  <a:lnTo>
                    <a:pt x="1705" y="2576"/>
                  </a:lnTo>
                  <a:lnTo>
                    <a:pt x="2223" y="4496"/>
                  </a:lnTo>
                  <a:lnTo>
                    <a:pt x="4281" y="4496"/>
                  </a:lnTo>
                  <a:lnTo>
                    <a:pt x="5847" y="5039"/>
                  </a:lnTo>
                  <a:lnTo>
                    <a:pt x="5847" y="6705"/>
                  </a:lnTo>
                  <a:lnTo>
                    <a:pt x="8764" y="8915"/>
                  </a:lnTo>
                  <a:lnTo>
                    <a:pt x="11214" y="8915"/>
                  </a:lnTo>
                  <a:lnTo>
                    <a:pt x="12236" y="7412"/>
                  </a:lnTo>
                  <a:lnTo>
                    <a:pt x="14055" y="8120"/>
                  </a:lnTo>
                  <a:lnTo>
                    <a:pt x="15633" y="10178"/>
                  </a:lnTo>
                  <a:lnTo>
                    <a:pt x="18146" y="10178"/>
                  </a:lnTo>
                  <a:lnTo>
                    <a:pt x="14522" y="5443"/>
                  </a:lnTo>
                  <a:lnTo>
                    <a:pt x="10431" y="3157"/>
                  </a:lnTo>
                  <a:lnTo>
                    <a:pt x="5531" y="1819"/>
                  </a:lnTo>
                  <a:lnTo>
                    <a:pt x="3650" y="2652"/>
                  </a:lnTo>
                  <a:lnTo>
                    <a:pt x="3094" y="733"/>
                  </a:lnTo>
                  <a:lnTo>
                    <a:pt x="1794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3" name="Google Shape;1843;p81"/>
            <p:cNvSpPr/>
            <p:nvPr/>
          </p:nvSpPr>
          <p:spPr>
            <a:xfrm>
              <a:off x="5992575" y="3785400"/>
              <a:ext cx="867500" cy="764650"/>
            </a:xfrm>
            <a:custGeom>
              <a:avLst/>
              <a:gdLst/>
              <a:ahLst/>
              <a:cxnLst/>
              <a:rect l="l" t="t" r="r" b="b"/>
              <a:pathLst>
                <a:path w="34700" h="30586" extrusionOk="0">
                  <a:moveTo>
                    <a:pt x="18082" y="1"/>
                  </a:moveTo>
                  <a:lnTo>
                    <a:pt x="15494" y="2602"/>
                  </a:lnTo>
                  <a:lnTo>
                    <a:pt x="13953" y="3574"/>
                  </a:lnTo>
                  <a:lnTo>
                    <a:pt x="12577" y="3006"/>
                  </a:lnTo>
                  <a:lnTo>
                    <a:pt x="9976" y="5430"/>
                  </a:lnTo>
                  <a:lnTo>
                    <a:pt x="8195" y="7627"/>
                  </a:lnTo>
                  <a:lnTo>
                    <a:pt x="4950" y="9572"/>
                  </a:lnTo>
                  <a:lnTo>
                    <a:pt x="1617" y="10228"/>
                  </a:lnTo>
                  <a:lnTo>
                    <a:pt x="0" y="12779"/>
                  </a:lnTo>
                  <a:lnTo>
                    <a:pt x="0" y="15999"/>
                  </a:lnTo>
                  <a:lnTo>
                    <a:pt x="973" y="20835"/>
                  </a:lnTo>
                  <a:lnTo>
                    <a:pt x="480" y="22704"/>
                  </a:lnTo>
                  <a:lnTo>
                    <a:pt x="1857" y="24244"/>
                  </a:lnTo>
                  <a:lnTo>
                    <a:pt x="5481" y="23424"/>
                  </a:lnTo>
                  <a:lnTo>
                    <a:pt x="9408" y="22211"/>
                  </a:lnTo>
                  <a:lnTo>
                    <a:pt x="12223" y="20999"/>
                  </a:lnTo>
                  <a:lnTo>
                    <a:pt x="16214" y="21365"/>
                  </a:lnTo>
                  <a:lnTo>
                    <a:pt x="18070" y="24964"/>
                  </a:lnTo>
                  <a:lnTo>
                    <a:pt x="20103" y="23184"/>
                  </a:lnTo>
                  <a:lnTo>
                    <a:pt x="20911" y="26833"/>
                  </a:lnTo>
                  <a:cubicBezTo>
                    <a:pt x="20911" y="26833"/>
                    <a:pt x="21719" y="29421"/>
                    <a:pt x="22047" y="29421"/>
                  </a:cubicBezTo>
                  <a:cubicBezTo>
                    <a:pt x="22349" y="29421"/>
                    <a:pt x="23677" y="30586"/>
                    <a:pt x="24015" y="30586"/>
                  </a:cubicBezTo>
                  <a:cubicBezTo>
                    <a:pt x="24045" y="30586"/>
                    <a:pt x="24067" y="30577"/>
                    <a:pt x="24080" y="30558"/>
                  </a:cubicBezTo>
                  <a:cubicBezTo>
                    <a:pt x="24232" y="30318"/>
                    <a:pt x="25621" y="29990"/>
                    <a:pt x="25621" y="29990"/>
                  </a:cubicBezTo>
                  <a:lnTo>
                    <a:pt x="28133" y="30229"/>
                  </a:lnTo>
                  <a:cubicBezTo>
                    <a:pt x="28133" y="30229"/>
                    <a:pt x="30735" y="28045"/>
                    <a:pt x="30735" y="27729"/>
                  </a:cubicBezTo>
                  <a:cubicBezTo>
                    <a:pt x="30735" y="27401"/>
                    <a:pt x="32831" y="23348"/>
                    <a:pt x="32831" y="23348"/>
                  </a:cubicBezTo>
                  <a:lnTo>
                    <a:pt x="34371" y="19699"/>
                  </a:lnTo>
                  <a:lnTo>
                    <a:pt x="34700" y="14193"/>
                  </a:lnTo>
                  <a:lnTo>
                    <a:pt x="31303" y="8107"/>
                  </a:lnTo>
                  <a:lnTo>
                    <a:pt x="30078" y="5114"/>
                  </a:lnTo>
                  <a:lnTo>
                    <a:pt x="29434" y="3081"/>
                  </a:lnTo>
                  <a:lnTo>
                    <a:pt x="27654" y="1"/>
                  </a:lnTo>
                  <a:lnTo>
                    <a:pt x="26025" y="3410"/>
                  </a:lnTo>
                  <a:lnTo>
                    <a:pt x="26113" y="4950"/>
                  </a:lnTo>
                  <a:lnTo>
                    <a:pt x="24333" y="6251"/>
                  </a:lnTo>
                  <a:lnTo>
                    <a:pt x="21971" y="4054"/>
                  </a:lnTo>
                  <a:lnTo>
                    <a:pt x="22224" y="1301"/>
                  </a:lnTo>
                  <a:lnTo>
                    <a:pt x="1808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4" name="Google Shape;1844;p81"/>
            <p:cNvSpPr/>
            <p:nvPr/>
          </p:nvSpPr>
          <p:spPr>
            <a:xfrm>
              <a:off x="6575950" y="4616250"/>
              <a:ext cx="97550" cy="109575"/>
            </a:xfrm>
            <a:custGeom>
              <a:avLst/>
              <a:gdLst/>
              <a:ahLst/>
              <a:cxnLst/>
              <a:rect l="l" t="t" r="r" b="b"/>
              <a:pathLst>
                <a:path w="3902" h="4383" extrusionOk="0">
                  <a:moveTo>
                    <a:pt x="303" y="1"/>
                  </a:moveTo>
                  <a:lnTo>
                    <a:pt x="0" y="430"/>
                  </a:lnTo>
                  <a:lnTo>
                    <a:pt x="0" y="2955"/>
                  </a:lnTo>
                  <a:lnTo>
                    <a:pt x="1326" y="4382"/>
                  </a:lnTo>
                  <a:lnTo>
                    <a:pt x="3498" y="2753"/>
                  </a:lnTo>
                  <a:lnTo>
                    <a:pt x="3902" y="430"/>
                  </a:lnTo>
                  <a:lnTo>
                    <a:pt x="2273" y="1213"/>
                  </a:lnTo>
                  <a:lnTo>
                    <a:pt x="30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5" name="Google Shape;1845;p81"/>
            <p:cNvSpPr/>
            <p:nvPr/>
          </p:nvSpPr>
          <p:spPr>
            <a:xfrm>
              <a:off x="6568050" y="4609625"/>
              <a:ext cx="115875" cy="126600"/>
            </a:xfrm>
            <a:custGeom>
              <a:avLst/>
              <a:gdLst/>
              <a:ahLst/>
              <a:cxnLst/>
              <a:rect l="l" t="t" r="r" b="b"/>
              <a:pathLst>
                <a:path w="4635" h="5064" extrusionOk="0">
                  <a:moveTo>
                    <a:pt x="783" y="1"/>
                  </a:moveTo>
                  <a:lnTo>
                    <a:pt x="455" y="531"/>
                  </a:lnTo>
                  <a:lnTo>
                    <a:pt x="2564" y="1844"/>
                  </a:lnTo>
                  <a:lnTo>
                    <a:pt x="3814" y="1251"/>
                  </a:lnTo>
                  <a:lnTo>
                    <a:pt x="3536" y="2842"/>
                  </a:lnTo>
                  <a:lnTo>
                    <a:pt x="1680" y="4218"/>
                  </a:lnTo>
                  <a:lnTo>
                    <a:pt x="632" y="3094"/>
                  </a:lnTo>
                  <a:lnTo>
                    <a:pt x="632" y="695"/>
                  </a:lnTo>
                  <a:lnTo>
                    <a:pt x="0" y="695"/>
                  </a:lnTo>
                  <a:lnTo>
                    <a:pt x="0" y="3347"/>
                  </a:lnTo>
                  <a:lnTo>
                    <a:pt x="1592" y="5064"/>
                  </a:lnTo>
                  <a:lnTo>
                    <a:pt x="4104" y="3208"/>
                  </a:lnTo>
                  <a:lnTo>
                    <a:pt x="4635" y="139"/>
                  </a:lnTo>
                  <a:lnTo>
                    <a:pt x="2602" y="1124"/>
                  </a:lnTo>
                  <a:lnTo>
                    <a:pt x="78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6" name="Google Shape;1846;p81"/>
            <p:cNvSpPr/>
            <p:nvPr/>
          </p:nvSpPr>
          <p:spPr>
            <a:xfrm>
              <a:off x="6995150" y="4713800"/>
              <a:ext cx="195750" cy="190700"/>
            </a:xfrm>
            <a:custGeom>
              <a:avLst/>
              <a:gdLst/>
              <a:ahLst/>
              <a:cxnLst/>
              <a:rect l="l" t="t" r="r" b="b"/>
              <a:pathLst>
                <a:path w="7830" h="7628" extrusionOk="0">
                  <a:moveTo>
                    <a:pt x="6883" y="0"/>
                  </a:moveTo>
                  <a:lnTo>
                    <a:pt x="4648" y="1932"/>
                  </a:lnTo>
                  <a:lnTo>
                    <a:pt x="2615" y="2905"/>
                  </a:lnTo>
                  <a:lnTo>
                    <a:pt x="468" y="4660"/>
                  </a:lnTo>
                  <a:lnTo>
                    <a:pt x="1" y="5859"/>
                  </a:lnTo>
                  <a:lnTo>
                    <a:pt x="1958" y="7627"/>
                  </a:lnTo>
                  <a:lnTo>
                    <a:pt x="4471" y="4622"/>
                  </a:lnTo>
                  <a:lnTo>
                    <a:pt x="6921" y="2425"/>
                  </a:lnTo>
                  <a:lnTo>
                    <a:pt x="7830" y="1124"/>
                  </a:lnTo>
                  <a:lnTo>
                    <a:pt x="7830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7" name="Google Shape;1847;p81"/>
            <p:cNvSpPr/>
            <p:nvPr/>
          </p:nvSpPr>
          <p:spPr>
            <a:xfrm>
              <a:off x="6985700" y="4705900"/>
              <a:ext cx="213100" cy="209650"/>
            </a:xfrm>
            <a:custGeom>
              <a:avLst/>
              <a:gdLst/>
              <a:ahLst/>
              <a:cxnLst/>
              <a:rect l="l" t="t" r="r" b="b"/>
              <a:pathLst>
                <a:path w="8524" h="8386" extrusionOk="0">
                  <a:moveTo>
                    <a:pt x="7905" y="632"/>
                  </a:moveTo>
                  <a:lnTo>
                    <a:pt x="7905" y="1339"/>
                  </a:lnTo>
                  <a:lnTo>
                    <a:pt x="7071" y="2526"/>
                  </a:lnTo>
                  <a:lnTo>
                    <a:pt x="4609" y="4736"/>
                  </a:lnTo>
                  <a:lnTo>
                    <a:pt x="2311" y="7489"/>
                  </a:lnTo>
                  <a:lnTo>
                    <a:pt x="758" y="6074"/>
                  </a:lnTo>
                  <a:lnTo>
                    <a:pt x="1111" y="5165"/>
                  </a:lnTo>
                  <a:lnTo>
                    <a:pt x="3169" y="3486"/>
                  </a:lnTo>
                  <a:lnTo>
                    <a:pt x="5165" y="2526"/>
                  </a:lnTo>
                  <a:lnTo>
                    <a:pt x="7387" y="632"/>
                  </a:lnTo>
                  <a:close/>
                  <a:moveTo>
                    <a:pt x="7147" y="1"/>
                  </a:moveTo>
                  <a:lnTo>
                    <a:pt x="4836" y="1971"/>
                  </a:lnTo>
                  <a:lnTo>
                    <a:pt x="2854" y="2943"/>
                  </a:lnTo>
                  <a:lnTo>
                    <a:pt x="568" y="4786"/>
                  </a:lnTo>
                  <a:lnTo>
                    <a:pt x="0" y="6251"/>
                  </a:lnTo>
                  <a:lnTo>
                    <a:pt x="2374" y="8385"/>
                  </a:lnTo>
                  <a:lnTo>
                    <a:pt x="5064" y="5165"/>
                  </a:lnTo>
                  <a:lnTo>
                    <a:pt x="7513" y="2981"/>
                  </a:lnTo>
                  <a:lnTo>
                    <a:pt x="8523" y="1541"/>
                  </a:lnTo>
                  <a:lnTo>
                    <a:pt x="852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8" name="Google Shape;1848;p81"/>
            <p:cNvSpPr/>
            <p:nvPr/>
          </p:nvSpPr>
          <p:spPr>
            <a:xfrm>
              <a:off x="7223700" y="4478300"/>
              <a:ext cx="126625" cy="235850"/>
            </a:xfrm>
            <a:custGeom>
              <a:avLst/>
              <a:gdLst/>
              <a:ahLst/>
              <a:cxnLst/>
              <a:rect l="l" t="t" r="r" b="b"/>
              <a:pathLst>
                <a:path w="5065" h="9434" extrusionOk="0">
                  <a:moveTo>
                    <a:pt x="607" y="1"/>
                  </a:moveTo>
                  <a:lnTo>
                    <a:pt x="1099" y="3334"/>
                  </a:lnTo>
                  <a:lnTo>
                    <a:pt x="1175" y="5557"/>
                  </a:lnTo>
                  <a:lnTo>
                    <a:pt x="266" y="5948"/>
                  </a:lnTo>
                  <a:lnTo>
                    <a:pt x="1087" y="7792"/>
                  </a:lnTo>
                  <a:cubicBezTo>
                    <a:pt x="1087" y="7792"/>
                    <a:pt x="1" y="8612"/>
                    <a:pt x="317" y="8827"/>
                  </a:cubicBezTo>
                  <a:cubicBezTo>
                    <a:pt x="569" y="9004"/>
                    <a:pt x="809" y="9206"/>
                    <a:pt x="1036" y="9433"/>
                  </a:cubicBezTo>
                  <a:lnTo>
                    <a:pt x="2640" y="7716"/>
                  </a:lnTo>
                  <a:lnTo>
                    <a:pt x="3448" y="5531"/>
                  </a:lnTo>
                  <a:lnTo>
                    <a:pt x="5064" y="5026"/>
                  </a:lnTo>
                  <a:lnTo>
                    <a:pt x="4092" y="4370"/>
                  </a:lnTo>
                  <a:lnTo>
                    <a:pt x="2791" y="4370"/>
                  </a:lnTo>
                  <a:lnTo>
                    <a:pt x="2665" y="733"/>
                  </a:lnTo>
                  <a:lnTo>
                    <a:pt x="607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49" name="Google Shape;1849;p81"/>
            <p:cNvSpPr/>
            <p:nvPr/>
          </p:nvSpPr>
          <p:spPr>
            <a:xfrm>
              <a:off x="7219600" y="4466625"/>
              <a:ext cx="149025" cy="258875"/>
            </a:xfrm>
            <a:custGeom>
              <a:avLst/>
              <a:gdLst/>
              <a:ahLst/>
              <a:cxnLst/>
              <a:rect l="l" t="t" r="r" b="b"/>
              <a:pathLst>
                <a:path w="5961" h="10355" extrusionOk="0">
                  <a:moveTo>
                    <a:pt x="1162" y="948"/>
                  </a:moveTo>
                  <a:lnTo>
                    <a:pt x="2526" y="1427"/>
                  </a:lnTo>
                  <a:lnTo>
                    <a:pt x="2652" y="5152"/>
                  </a:lnTo>
                  <a:lnTo>
                    <a:pt x="4155" y="5152"/>
                  </a:lnTo>
                  <a:lnTo>
                    <a:pt x="4509" y="5392"/>
                  </a:lnTo>
                  <a:lnTo>
                    <a:pt x="3372" y="5733"/>
                  </a:lnTo>
                  <a:lnTo>
                    <a:pt x="2539" y="8019"/>
                  </a:lnTo>
                  <a:lnTo>
                    <a:pt x="1188" y="9458"/>
                  </a:lnTo>
                  <a:cubicBezTo>
                    <a:pt x="1074" y="9344"/>
                    <a:pt x="922" y="9231"/>
                    <a:pt x="784" y="9117"/>
                  </a:cubicBezTo>
                  <a:cubicBezTo>
                    <a:pt x="973" y="8903"/>
                    <a:pt x="1200" y="8701"/>
                    <a:pt x="1440" y="8524"/>
                  </a:cubicBezTo>
                  <a:lnTo>
                    <a:pt x="1642" y="8360"/>
                  </a:lnTo>
                  <a:lnTo>
                    <a:pt x="847" y="6579"/>
                  </a:lnTo>
                  <a:lnTo>
                    <a:pt x="1667" y="6238"/>
                  </a:lnTo>
                  <a:lnTo>
                    <a:pt x="1566" y="3751"/>
                  </a:lnTo>
                  <a:lnTo>
                    <a:pt x="1162" y="948"/>
                  </a:lnTo>
                  <a:close/>
                  <a:moveTo>
                    <a:pt x="380" y="1"/>
                  </a:moveTo>
                  <a:lnTo>
                    <a:pt x="948" y="3814"/>
                  </a:lnTo>
                  <a:lnTo>
                    <a:pt x="1011" y="5822"/>
                  </a:lnTo>
                  <a:lnTo>
                    <a:pt x="1" y="6251"/>
                  </a:lnTo>
                  <a:lnTo>
                    <a:pt x="859" y="8158"/>
                  </a:lnTo>
                  <a:cubicBezTo>
                    <a:pt x="481" y="8473"/>
                    <a:pt x="114" y="8865"/>
                    <a:pt x="114" y="9193"/>
                  </a:cubicBezTo>
                  <a:cubicBezTo>
                    <a:pt x="114" y="9332"/>
                    <a:pt x="190" y="9471"/>
                    <a:pt x="304" y="9559"/>
                  </a:cubicBezTo>
                  <a:cubicBezTo>
                    <a:pt x="544" y="9723"/>
                    <a:pt x="771" y="9913"/>
                    <a:pt x="973" y="10127"/>
                  </a:cubicBezTo>
                  <a:lnTo>
                    <a:pt x="1200" y="10355"/>
                  </a:lnTo>
                  <a:lnTo>
                    <a:pt x="3044" y="8397"/>
                  </a:lnTo>
                  <a:lnTo>
                    <a:pt x="3852" y="6251"/>
                  </a:lnTo>
                  <a:lnTo>
                    <a:pt x="5961" y="5607"/>
                  </a:lnTo>
                  <a:lnTo>
                    <a:pt x="4357" y="4521"/>
                  </a:lnTo>
                  <a:lnTo>
                    <a:pt x="3258" y="4521"/>
                  </a:lnTo>
                  <a:lnTo>
                    <a:pt x="3132" y="973"/>
                  </a:lnTo>
                  <a:lnTo>
                    <a:pt x="380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0" name="Google Shape;1850;p81"/>
            <p:cNvSpPr/>
            <p:nvPr/>
          </p:nvSpPr>
          <p:spPr>
            <a:xfrm>
              <a:off x="6134625" y="2921400"/>
              <a:ext cx="43275" cy="96300"/>
            </a:xfrm>
            <a:custGeom>
              <a:avLst/>
              <a:gdLst/>
              <a:ahLst/>
              <a:cxnLst/>
              <a:rect l="l" t="t" r="r" b="b"/>
              <a:pathLst>
                <a:path w="1731" h="3852" extrusionOk="0">
                  <a:moveTo>
                    <a:pt x="1415" y="0"/>
                  </a:moveTo>
                  <a:lnTo>
                    <a:pt x="1" y="682"/>
                  </a:lnTo>
                  <a:lnTo>
                    <a:pt x="1" y="2627"/>
                  </a:lnTo>
                  <a:lnTo>
                    <a:pt x="1415" y="3852"/>
                  </a:lnTo>
                  <a:lnTo>
                    <a:pt x="1730" y="1920"/>
                  </a:lnTo>
                  <a:lnTo>
                    <a:pt x="1415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1" name="Google Shape;1851;p81"/>
            <p:cNvSpPr/>
            <p:nvPr/>
          </p:nvSpPr>
          <p:spPr>
            <a:xfrm>
              <a:off x="5917450" y="3060600"/>
              <a:ext cx="65350" cy="60650"/>
            </a:xfrm>
            <a:custGeom>
              <a:avLst/>
              <a:gdLst/>
              <a:ahLst/>
              <a:cxnLst/>
              <a:rect l="l" t="t" r="r" b="b"/>
              <a:pathLst>
                <a:path w="2614" h="2426" extrusionOk="0">
                  <a:moveTo>
                    <a:pt x="1099" y="1"/>
                  </a:moveTo>
                  <a:lnTo>
                    <a:pt x="0" y="1175"/>
                  </a:lnTo>
                  <a:lnTo>
                    <a:pt x="568" y="2425"/>
                  </a:lnTo>
                  <a:lnTo>
                    <a:pt x="1440" y="2425"/>
                  </a:lnTo>
                  <a:lnTo>
                    <a:pt x="2614" y="708"/>
                  </a:lnTo>
                  <a:lnTo>
                    <a:pt x="1099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2" name="Google Shape;1852;p81"/>
            <p:cNvSpPr/>
            <p:nvPr/>
          </p:nvSpPr>
          <p:spPr>
            <a:xfrm>
              <a:off x="6168100" y="3083025"/>
              <a:ext cx="108300" cy="173650"/>
            </a:xfrm>
            <a:custGeom>
              <a:avLst/>
              <a:gdLst/>
              <a:ahLst/>
              <a:cxnLst/>
              <a:rect l="l" t="t" r="r" b="b"/>
              <a:pathLst>
                <a:path w="4332" h="6946" extrusionOk="0">
                  <a:moveTo>
                    <a:pt x="1578" y="0"/>
                  </a:moveTo>
                  <a:lnTo>
                    <a:pt x="707" y="1440"/>
                  </a:lnTo>
                  <a:lnTo>
                    <a:pt x="0" y="3132"/>
                  </a:lnTo>
                  <a:lnTo>
                    <a:pt x="783" y="5897"/>
                  </a:lnTo>
                  <a:lnTo>
                    <a:pt x="2399" y="5405"/>
                  </a:lnTo>
                  <a:lnTo>
                    <a:pt x="3472" y="6945"/>
                  </a:lnTo>
                  <a:lnTo>
                    <a:pt x="4331" y="5241"/>
                  </a:lnTo>
                  <a:lnTo>
                    <a:pt x="3472" y="3789"/>
                  </a:lnTo>
                  <a:lnTo>
                    <a:pt x="1818" y="2564"/>
                  </a:lnTo>
                  <a:lnTo>
                    <a:pt x="2399" y="1352"/>
                  </a:lnTo>
                  <a:lnTo>
                    <a:pt x="1578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3" name="Google Shape;1853;p81"/>
            <p:cNvSpPr/>
            <p:nvPr/>
          </p:nvSpPr>
          <p:spPr>
            <a:xfrm>
              <a:off x="6241950" y="3244650"/>
              <a:ext cx="111475" cy="160375"/>
            </a:xfrm>
            <a:custGeom>
              <a:avLst/>
              <a:gdLst/>
              <a:ahLst/>
              <a:cxnLst/>
              <a:rect l="l" t="t" r="r" b="b"/>
              <a:pathLst>
                <a:path w="4459" h="6415" extrusionOk="0">
                  <a:moveTo>
                    <a:pt x="2248" y="0"/>
                  </a:moveTo>
                  <a:lnTo>
                    <a:pt x="1781" y="1693"/>
                  </a:lnTo>
                  <a:lnTo>
                    <a:pt x="2021" y="3069"/>
                  </a:lnTo>
                  <a:lnTo>
                    <a:pt x="518" y="3965"/>
                  </a:lnTo>
                  <a:lnTo>
                    <a:pt x="1" y="4281"/>
                  </a:lnTo>
                  <a:lnTo>
                    <a:pt x="1377" y="4912"/>
                  </a:lnTo>
                  <a:lnTo>
                    <a:pt x="2842" y="6415"/>
                  </a:lnTo>
                  <a:lnTo>
                    <a:pt x="4458" y="4912"/>
                  </a:lnTo>
                  <a:lnTo>
                    <a:pt x="3271" y="3208"/>
                  </a:lnTo>
                  <a:lnTo>
                    <a:pt x="3650" y="1541"/>
                  </a:lnTo>
                  <a:lnTo>
                    <a:pt x="2248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4" name="Google Shape;1854;p81"/>
            <p:cNvSpPr/>
            <p:nvPr/>
          </p:nvSpPr>
          <p:spPr>
            <a:xfrm>
              <a:off x="6323400" y="2434950"/>
              <a:ext cx="220375" cy="347575"/>
            </a:xfrm>
            <a:custGeom>
              <a:avLst/>
              <a:gdLst/>
              <a:ahLst/>
              <a:cxnLst/>
              <a:rect l="l" t="t" r="r" b="b"/>
              <a:pathLst>
                <a:path w="8815" h="13903" extrusionOk="0">
                  <a:moveTo>
                    <a:pt x="7766" y="0"/>
                  </a:moveTo>
                  <a:lnTo>
                    <a:pt x="6718" y="392"/>
                  </a:lnTo>
                  <a:lnTo>
                    <a:pt x="6301" y="2235"/>
                  </a:lnTo>
                  <a:lnTo>
                    <a:pt x="6150" y="4836"/>
                  </a:lnTo>
                  <a:lnTo>
                    <a:pt x="4433" y="5960"/>
                  </a:lnTo>
                  <a:lnTo>
                    <a:pt x="3877" y="7337"/>
                  </a:lnTo>
                  <a:lnTo>
                    <a:pt x="2248" y="7425"/>
                  </a:lnTo>
                  <a:lnTo>
                    <a:pt x="847" y="9104"/>
                  </a:lnTo>
                  <a:lnTo>
                    <a:pt x="1" y="10367"/>
                  </a:lnTo>
                  <a:lnTo>
                    <a:pt x="1187" y="12640"/>
                  </a:lnTo>
                  <a:lnTo>
                    <a:pt x="1932" y="13903"/>
                  </a:lnTo>
                  <a:lnTo>
                    <a:pt x="2652" y="11478"/>
                  </a:lnTo>
                  <a:lnTo>
                    <a:pt x="2248" y="10304"/>
                  </a:lnTo>
                  <a:lnTo>
                    <a:pt x="4256" y="9799"/>
                  </a:lnTo>
                  <a:lnTo>
                    <a:pt x="6011" y="9799"/>
                  </a:lnTo>
                  <a:lnTo>
                    <a:pt x="8814" y="7576"/>
                  </a:lnTo>
                  <a:lnTo>
                    <a:pt x="8499" y="4660"/>
                  </a:lnTo>
                  <a:lnTo>
                    <a:pt x="8814" y="2639"/>
                  </a:lnTo>
                  <a:lnTo>
                    <a:pt x="7766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5" name="Google Shape;1855;p81"/>
            <p:cNvSpPr/>
            <p:nvPr/>
          </p:nvSpPr>
          <p:spPr>
            <a:xfrm>
              <a:off x="6470500" y="2285950"/>
              <a:ext cx="89675" cy="141450"/>
            </a:xfrm>
            <a:custGeom>
              <a:avLst/>
              <a:gdLst/>
              <a:ahLst/>
              <a:cxnLst/>
              <a:rect l="l" t="t" r="r" b="b"/>
              <a:pathLst>
                <a:path w="3587" h="5658" extrusionOk="0">
                  <a:moveTo>
                    <a:pt x="266" y="0"/>
                  </a:moveTo>
                  <a:lnTo>
                    <a:pt x="1" y="897"/>
                  </a:lnTo>
                  <a:lnTo>
                    <a:pt x="380" y="2677"/>
                  </a:lnTo>
                  <a:lnTo>
                    <a:pt x="76" y="3940"/>
                  </a:lnTo>
                  <a:lnTo>
                    <a:pt x="342" y="5657"/>
                  </a:lnTo>
                  <a:lnTo>
                    <a:pt x="2021" y="5657"/>
                  </a:lnTo>
                  <a:lnTo>
                    <a:pt x="1554" y="3801"/>
                  </a:lnTo>
                  <a:lnTo>
                    <a:pt x="1554" y="3801"/>
                  </a:lnTo>
                  <a:lnTo>
                    <a:pt x="2943" y="4420"/>
                  </a:lnTo>
                  <a:lnTo>
                    <a:pt x="3587" y="2677"/>
                  </a:lnTo>
                  <a:lnTo>
                    <a:pt x="3587" y="1566"/>
                  </a:lnTo>
                  <a:lnTo>
                    <a:pt x="1832" y="821"/>
                  </a:lnTo>
                  <a:lnTo>
                    <a:pt x="266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6" name="Google Shape;1856;p81"/>
            <p:cNvSpPr/>
            <p:nvPr/>
          </p:nvSpPr>
          <p:spPr>
            <a:xfrm>
              <a:off x="6378950" y="1950375"/>
              <a:ext cx="126300" cy="303725"/>
            </a:xfrm>
            <a:custGeom>
              <a:avLst/>
              <a:gdLst/>
              <a:ahLst/>
              <a:cxnLst/>
              <a:rect l="l" t="t" r="r" b="b"/>
              <a:pathLst>
                <a:path w="5052" h="12149" extrusionOk="0">
                  <a:moveTo>
                    <a:pt x="708" y="1"/>
                  </a:moveTo>
                  <a:lnTo>
                    <a:pt x="1" y="1365"/>
                  </a:lnTo>
                  <a:lnTo>
                    <a:pt x="1428" y="5456"/>
                  </a:lnTo>
                  <a:lnTo>
                    <a:pt x="2211" y="7021"/>
                  </a:lnTo>
                  <a:lnTo>
                    <a:pt x="2211" y="8676"/>
                  </a:lnTo>
                  <a:lnTo>
                    <a:pt x="3271" y="12148"/>
                  </a:lnTo>
                  <a:lnTo>
                    <a:pt x="5052" y="12148"/>
                  </a:lnTo>
                  <a:lnTo>
                    <a:pt x="4168" y="8878"/>
                  </a:lnTo>
                  <a:lnTo>
                    <a:pt x="5052" y="8398"/>
                  </a:lnTo>
                  <a:lnTo>
                    <a:pt x="3360" y="5317"/>
                  </a:lnTo>
                  <a:lnTo>
                    <a:pt x="2185" y="2198"/>
                  </a:lnTo>
                  <a:lnTo>
                    <a:pt x="708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7" name="Google Shape;1857;p81"/>
            <p:cNvSpPr/>
            <p:nvPr/>
          </p:nvSpPr>
          <p:spPr>
            <a:xfrm>
              <a:off x="5626075" y="893825"/>
              <a:ext cx="145875" cy="113350"/>
            </a:xfrm>
            <a:custGeom>
              <a:avLst/>
              <a:gdLst/>
              <a:ahLst/>
              <a:cxnLst/>
              <a:rect l="l" t="t" r="r" b="b"/>
              <a:pathLst>
                <a:path w="5835" h="4534" extrusionOk="0">
                  <a:moveTo>
                    <a:pt x="4142" y="0"/>
                  </a:moveTo>
                  <a:lnTo>
                    <a:pt x="2362" y="796"/>
                  </a:lnTo>
                  <a:lnTo>
                    <a:pt x="480" y="796"/>
                  </a:lnTo>
                  <a:lnTo>
                    <a:pt x="0" y="2425"/>
                  </a:lnTo>
                  <a:lnTo>
                    <a:pt x="2362" y="4533"/>
                  </a:lnTo>
                  <a:lnTo>
                    <a:pt x="4458" y="3334"/>
                  </a:lnTo>
                  <a:lnTo>
                    <a:pt x="5834" y="2273"/>
                  </a:lnTo>
                  <a:lnTo>
                    <a:pt x="5834" y="480"/>
                  </a:lnTo>
                  <a:lnTo>
                    <a:pt x="4142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8" name="Google Shape;1858;p81"/>
            <p:cNvSpPr/>
            <p:nvPr/>
          </p:nvSpPr>
          <p:spPr>
            <a:xfrm>
              <a:off x="5828725" y="897925"/>
              <a:ext cx="80850" cy="36650"/>
            </a:xfrm>
            <a:custGeom>
              <a:avLst/>
              <a:gdLst/>
              <a:ahLst/>
              <a:cxnLst/>
              <a:rect l="l" t="t" r="r" b="b"/>
              <a:pathLst>
                <a:path w="3234" h="1466" extrusionOk="0">
                  <a:moveTo>
                    <a:pt x="1" y="1"/>
                  </a:moveTo>
                  <a:lnTo>
                    <a:pt x="885" y="1465"/>
                  </a:lnTo>
                  <a:lnTo>
                    <a:pt x="3233" y="733"/>
                  </a:lnTo>
                  <a:lnTo>
                    <a:pt x="2350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59" name="Google Shape;1859;p81"/>
            <p:cNvSpPr/>
            <p:nvPr/>
          </p:nvSpPr>
          <p:spPr>
            <a:xfrm>
              <a:off x="5765925" y="1013475"/>
              <a:ext cx="80825" cy="48625"/>
            </a:xfrm>
            <a:custGeom>
              <a:avLst/>
              <a:gdLst/>
              <a:ahLst/>
              <a:cxnLst/>
              <a:rect l="l" t="t" r="r" b="b"/>
              <a:pathLst>
                <a:path w="3233" h="1945" extrusionOk="0">
                  <a:moveTo>
                    <a:pt x="0" y="0"/>
                  </a:moveTo>
                  <a:lnTo>
                    <a:pt x="871" y="1945"/>
                  </a:lnTo>
                  <a:lnTo>
                    <a:pt x="3233" y="972"/>
                  </a:lnTo>
                  <a:lnTo>
                    <a:pt x="1616" y="1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0" name="Google Shape;1860;p81"/>
            <p:cNvSpPr/>
            <p:nvPr/>
          </p:nvSpPr>
          <p:spPr>
            <a:xfrm>
              <a:off x="4952100" y="890350"/>
              <a:ext cx="78950" cy="112725"/>
            </a:xfrm>
            <a:custGeom>
              <a:avLst/>
              <a:gdLst/>
              <a:ahLst/>
              <a:cxnLst/>
              <a:rect l="l" t="t" r="r" b="b"/>
              <a:pathLst>
                <a:path w="3158" h="4509" extrusionOk="0">
                  <a:moveTo>
                    <a:pt x="1" y="0"/>
                  </a:moveTo>
                  <a:lnTo>
                    <a:pt x="1" y="1882"/>
                  </a:lnTo>
                  <a:lnTo>
                    <a:pt x="960" y="4508"/>
                  </a:lnTo>
                  <a:lnTo>
                    <a:pt x="3157" y="2576"/>
                  </a:lnTo>
                  <a:lnTo>
                    <a:pt x="3157" y="1251"/>
                  </a:lnTo>
                  <a:lnTo>
                    <a:pt x="1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1" name="Google Shape;1861;p81"/>
            <p:cNvSpPr/>
            <p:nvPr/>
          </p:nvSpPr>
          <p:spPr>
            <a:xfrm>
              <a:off x="4770275" y="799125"/>
              <a:ext cx="164800" cy="161950"/>
            </a:xfrm>
            <a:custGeom>
              <a:avLst/>
              <a:gdLst/>
              <a:ahLst/>
              <a:cxnLst/>
              <a:rect l="l" t="t" r="r" b="b"/>
              <a:pathLst>
                <a:path w="6592" h="6478" extrusionOk="0">
                  <a:moveTo>
                    <a:pt x="1049" y="0"/>
                  </a:moveTo>
                  <a:lnTo>
                    <a:pt x="0" y="1856"/>
                  </a:lnTo>
                  <a:lnTo>
                    <a:pt x="948" y="4546"/>
                  </a:lnTo>
                  <a:lnTo>
                    <a:pt x="2539" y="6478"/>
                  </a:lnTo>
                  <a:lnTo>
                    <a:pt x="5064" y="6478"/>
                  </a:lnTo>
                  <a:lnTo>
                    <a:pt x="6592" y="6213"/>
                  </a:lnTo>
                  <a:lnTo>
                    <a:pt x="5695" y="3801"/>
                  </a:lnTo>
                  <a:lnTo>
                    <a:pt x="3296" y="2500"/>
                  </a:lnTo>
                  <a:lnTo>
                    <a:pt x="1049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2" name="Google Shape;1862;p81"/>
            <p:cNvSpPr/>
            <p:nvPr/>
          </p:nvSpPr>
          <p:spPr>
            <a:xfrm>
              <a:off x="4392100" y="1174150"/>
              <a:ext cx="165750" cy="386075"/>
            </a:xfrm>
            <a:custGeom>
              <a:avLst/>
              <a:gdLst/>
              <a:ahLst/>
              <a:cxnLst/>
              <a:rect l="l" t="t" r="r" b="b"/>
              <a:pathLst>
                <a:path w="6630" h="15443" extrusionOk="0">
                  <a:moveTo>
                    <a:pt x="6629" y="0"/>
                  </a:moveTo>
                  <a:lnTo>
                    <a:pt x="4521" y="1036"/>
                  </a:lnTo>
                  <a:lnTo>
                    <a:pt x="2261" y="3056"/>
                  </a:lnTo>
                  <a:lnTo>
                    <a:pt x="0" y="6301"/>
                  </a:lnTo>
                  <a:lnTo>
                    <a:pt x="354" y="10594"/>
                  </a:lnTo>
                  <a:lnTo>
                    <a:pt x="51" y="12652"/>
                  </a:lnTo>
                  <a:lnTo>
                    <a:pt x="1288" y="15443"/>
                  </a:lnTo>
                  <a:lnTo>
                    <a:pt x="4357" y="15443"/>
                  </a:lnTo>
                  <a:lnTo>
                    <a:pt x="2425" y="11731"/>
                  </a:lnTo>
                  <a:lnTo>
                    <a:pt x="2955" y="7033"/>
                  </a:lnTo>
                  <a:lnTo>
                    <a:pt x="4634" y="4154"/>
                  </a:lnTo>
                  <a:lnTo>
                    <a:pt x="6629" y="1844"/>
                  </a:lnTo>
                  <a:lnTo>
                    <a:pt x="6629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3" name="Google Shape;1863;p81"/>
            <p:cNvSpPr/>
            <p:nvPr/>
          </p:nvSpPr>
          <p:spPr>
            <a:xfrm>
              <a:off x="3327950" y="2153675"/>
              <a:ext cx="78950" cy="116200"/>
            </a:xfrm>
            <a:custGeom>
              <a:avLst/>
              <a:gdLst/>
              <a:ahLst/>
              <a:cxnLst/>
              <a:rect l="l" t="t" r="r" b="b"/>
              <a:pathLst>
                <a:path w="3158" h="4648" extrusionOk="0">
                  <a:moveTo>
                    <a:pt x="1288" y="1"/>
                  </a:moveTo>
                  <a:lnTo>
                    <a:pt x="1" y="1655"/>
                  </a:lnTo>
                  <a:lnTo>
                    <a:pt x="1" y="3069"/>
                  </a:lnTo>
                  <a:lnTo>
                    <a:pt x="1" y="3700"/>
                  </a:lnTo>
                  <a:lnTo>
                    <a:pt x="884" y="4647"/>
                  </a:lnTo>
                  <a:lnTo>
                    <a:pt x="2677" y="3915"/>
                  </a:lnTo>
                  <a:lnTo>
                    <a:pt x="3157" y="1731"/>
                  </a:lnTo>
                  <a:lnTo>
                    <a:pt x="3157" y="544"/>
                  </a:lnTo>
                  <a:lnTo>
                    <a:pt x="1288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4" name="Google Shape;1864;p81"/>
            <p:cNvSpPr/>
            <p:nvPr/>
          </p:nvSpPr>
          <p:spPr>
            <a:xfrm>
              <a:off x="3404025" y="2057075"/>
              <a:ext cx="144925" cy="252250"/>
            </a:xfrm>
            <a:custGeom>
              <a:avLst/>
              <a:gdLst/>
              <a:ahLst/>
              <a:cxnLst/>
              <a:rect l="l" t="t" r="r" b="b"/>
              <a:pathLst>
                <a:path w="5797" h="10090" extrusionOk="0">
                  <a:moveTo>
                    <a:pt x="2602" y="1"/>
                  </a:moveTo>
                  <a:lnTo>
                    <a:pt x="834" y="443"/>
                  </a:lnTo>
                  <a:lnTo>
                    <a:pt x="1" y="1680"/>
                  </a:lnTo>
                  <a:lnTo>
                    <a:pt x="2097" y="4408"/>
                  </a:lnTo>
                  <a:lnTo>
                    <a:pt x="2311" y="6201"/>
                  </a:lnTo>
                  <a:lnTo>
                    <a:pt x="746" y="7703"/>
                  </a:lnTo>
                  <a:lnTo>
                    <a:pt x="746" y="10090"/>
                  </a:lnTo>
                  <a:lnTo>
                    <a:pt x="5796" y="9155"/>
                  </a:lnTo>
                  <a:lnTo>
                    <a:pt x="5796" y="7564"/>
                  </a:lnTo>
                  <a:lnTo>
                    <a:pt x="4837" y="5266"/>
                  </a:lnTo>
                  <a:lnTo>
                    <a:pt x="2728" y="2753"/>
                  </a:lnTo>
                  <a:lnTo>
                    <a:pt x="3700" y="1213"/>
                  </a:lnTo>
                  <a:lnTo>
                    <a:pt x="260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5" name="Google Shape;1865;p81"/>
            <p:cNvSpPr/>
            <p:nvPr/>
          </p:nvSpPr>
          <p:spPr>
            <a:xfrm>
              <a:off x="3658775" y="1084500"/>
              <a:ext cx="236775" cy="215300"/>
            </a:xfrm>
            <a:custGeom>
              <a:avLst/>
              <a:gdLst/>
              <a:ahLst/>
              <a:cxnLst/>
              <a:rect l="l" t="t" r="r" b="b"/>
              <a:pathLst>
                <a:path w="9471" h="8612" extrusionOk="0">
                  <a:moveTo>
                    <a:pt x="3498" y="0"/>
                  </a:moveTo>
                  <a:lnTo>
                    <a:pt x="1907" y="972"/>
                  </a:lnTo>
                  <a:lnTo>
                    <a:pt x="1907" y="1692"/>
                  </a:lnTo>
                  <a:lnTo>
                    <a:pt x="1" y="2273"/>
                  </a:lnTo>
                  <a:lnTo>
                    <a:pt x="2173" y="5026"/>
                  </a:lnTo>
                  <a:lnTo>
                    <a:pt x="3801" y="6162"/>
                  </a:lnTo>
                  <a:lnTo>
                    <a:pt x="3271" y="6970"/>
                  </a:lnTo>
                  <a:lnTo>
                    <a:pt x="5254" y="8612"/>
                  </a:lnTo>
                  <a:lnTo>
                    <a:pt x="6327" y="4028"/>
                  </a:lnTo>
                  <a:lnTo>
                    <a:pt x="7488" y="5278"/>
                  </a:lnTo>
                  <a:lnTo>
                    <a:pt x="7122" y="7046"/>
                  </a:lnTo>
                  <a:lnTo>
                    <a:pt x="8537" y="7046"/>
                  </a:lnTo>
                  <a:lnTo>
                    <a:pt x="9471" y="5177"/>
                  </a:lnTo>
                  <a:lnTo>
                    <a:pt x="6150" y="2513"/>
                  </a:lnTo>
                  <a:lnTo>
                    <a:pt x="3498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6" name="Google Shape;1866;p81"/>
            <p:cNvSpPr/>
            <p:nvPr/>
          </p:nvSpPr>
          <p:spPr>
            <a:xfrm>
              <a:off x="3098775" y="1751200"/>
              <a:ext cx="166375" cy="133550"/>
            </a:xfrm>
            <a:custGeom>
              <a:avLst/>
              <a:gdLst/>
              <a:ahLst/>
              <a:cxnLst/>
              <a:rect l="l" t="t" r="r" b="b"/>
              <a:pathLst>
                <a:path w="6655" h="5342" extrusionOk="0">
                  <a:moveTo>
                    <a:pt x="5619" y="0"/>
                  </a:moveTo>
                  <a:lnTo>
                    <a:pt x="4205" y="985"/>
                  </a:lnTo>
                  <a:lnTo>
                    <a:pt x="2475" y="1869"/>
                  </a:lnTo>
                  <a:lnTo>
                    <a:pt x="1288" y="404"/>
                  </a:lnTo>
                  <a:lnTo>
                    <a:pt x="0" y="1856"/>
                  </a:lnTo>
                  <a:lnTo>
                    <a:pt x="341" y="2829"/>
                  </a:lnTo>
                  <a:lnTo>
                    <a:pt x="341" y="4028"/>
                  </a:lnTo>
                  <a:lnTo>
                    <a:pt x="2766" y="5341"/>
                  </a:lnTo>
                  <a:lnTo>
                    <a:pt x="4963" y="4369"/>
                  </a:lnTo>
                  <a:lnTo>
                    <a:pt x="6655" y="2854"/>
                  </a:lnTo>
                  <a:lnTo>
                    <a:pt x="6655" y="1515"/>
                  </a:lnTo>
                  <a:lnTo>
                    <a:pt x="5619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7" name="Google Shape;1867;p81"/>
            <p:cNvSpPr/>
            <p:nvPr/>
          </p:nvSpPr>
          <p:spPr>
            <a:xfrm>
              <a:off x="3793250" y="2636350"/>
              <a:ext cx="57175" cy="35700"/>
            </a:xfrm>
            <a:custGeom>
              <a:avLst/>
              <a:gdLst/>
              <a:ahLst/>
              <a:cxnLst/>
              <a:rect l="l" t="t" r="r" b="b"/>
              <a:pathLst>
                <a:path w="2287" h="1428" extrusionOk="0">
                  <a:moveTo>
                    <a:pt x="1743" y="0"/>
                  </a:moveTo>
                  <a:lnTo>
                    <a:pt x="1" y="480"/>
                  </a:lnTo>
                  <a:lnTo>
                    <a:pt x="2286" y="1427"/>
                  </a:lnTo>
                  <a:lnTo>
                    <a:pt x="2286" y="1427"/>
                  </a:lnTo>
                  <a:lnTo>
                    <a:pt x="174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8" name="Google Shape;1868;p81"/>
            <p:cNvSpPr/>
            <p:nvPr/>
          </p:nvSpPr>
          <p:spPr>
            <a:xfrm>
              <a:off x="3702975" y="2517025"/>
              <a:ext cx="43275" cy="68200"/>
            </a:xfrm>
            <a:custGeom>
              <a:avLst/>
              <a:gdLst/>
              <a:ahLst/>
              <a:cxnLst/>
              <a:rect l="l" t="t" r="r" b="b"/>
              <a:pathLst>
                <a:path w="1731" h="2728" extrusionOk="0">
                  <a:moveTo>
                    <a:pt x="733" y="0"/>
                  </a:moveTo>
                  <a:cubicBezTo>
                    <a:pt x="493" y="164"/>
                    <a:pt x="0" y="1288"/>
                    <a:pt x="0" y="1288"/>
                  </a:cubicBezTo>
                  <a:lnTo>
                    <a:pt x="695" y="2728"/>
                  </a:lnTo>
                  <a:lnTo>
                    <a:pt x="1730" y="2728"/>
                  </a:lnTo>
                  <a:lnTo>
                    <a:pt x="733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69" name="Google Shape;1869;p81"/>
            <p:cNvSpPr/>
            <p:nvPr/>
          </p:nvSpPr>
          <p:spPr>
            <a:xfrm>
              <a:off x="3696975" y="2570375"/>
              <a:ext cx="25275" cy="78000"/>
            </a:xfrm>
            <a:custGeom>
              <a:avLst/>
              <a:gdLst/>
              <a:ahLst/>
              <a:cxnLst/>
              <a:rect l="l" t="t" r="r" b="b"/>
              <a:pathLst>
                <a:path w="1011" h="3120" extrusionOk="0">
                  <a:moveTo>
                    <a:pt x="455" y="0"/>
                  </a:moveTo>
                  <a:lnTo>
                    <a:pt x="1" y="1402"/>
                  </a:lnTo>
                  <a:lnTo>
                    <a:pt x="581" y="3119"/>
                  </a:lnTo>
                  <a:lnTo>
                    <a:pt x="1011" y="3119"/>
                  </a:lnTo>
                  <a:lnTo>
                    <a:pt x="1011" y="278"/>
                  </a:lnTo>
                  <a:lnTo>
                    <a:pt x="455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0" name="Google Shape;1870;p81"/>
            <p:cNvSpPr/>
            <p:nvPr/>
          </p:nvSpPr>
          <p:spPr>
            <a:xfrm>
              <a:off x="4360850" y="1623350"/>
              <a:ext cx="47375" cy="27475"/>
            </a:xfrm>
            <a:custGeom>
              <a:avLst/>
              <a:gdLst/>
              <a:ahLst/>
              <a:cxnLst/>
              <a:rect l="l" t="t" r="r" b="b"/>
              <a:pathLst>
                <a:path w="1895" h="1099" extrusionOk="0">
                  <a:moveTo>
                    <a:pt x="0" y="0"/>
                  </a:moveTo>
                  <a:lnTo>
                    <a:pt x="556" y="1099"/>
                  </a:lnTo>
                  <a:lnTo>
                    <a:pt x="1326" y="947"/>
                  </a:lnTo>
                  <a:lnTo>
                    <a:pt x="1894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1" name="Google Shape;1871;p81"/>
            <p:cNvSpPr/>
            <p:nvPr/>
          </p:nvSpPr>
          <p:spPr>
            <a:xfrm>
              <a:off x="2445000" y="785850"/>
              <a:ext cx="922425" cy="1196450"/>
            </a:xfrm>
            <a:custGeom>
              <a:avLst/>
              <a:gdLst/>
              <a:ahLst/>
              <a:cxnLst/>
              <a:rect l="l" t="t" r="r" b="b"/>
              <a:pathLst>
                <a:path w="36897" h="47858" extrusionOk="0">
                  <a:moveTo>
                    <a:pt x="27288" y="1"/>
                  </a:moveTo>
                  <a:lnTo>
                    <a:pt x="21921" y="2324"/>
                  </a:lnTo>
                  <a:lnTo>
                    <a:pt x="20027" y="2375"/>
                  </a:lnTo>
                  <a:lnTo>
                    <a:pt x="19396" y="4067"/>
                  </a:lnTo>
                  <a:lnTo>
                    <a:pt x="20179" y="6378"/>
                  </a:lnTo>
                  <a:lnTo>
                    <a:pt x="18600" y="6378"/>
                  </a:lnTo>
                  <a:lnTo>
                    <a:pt x="18285" y="4016"/>
                  </a:lnTo>
                  <a:lnTo>
                    <a:pt x="17262" y="3625"/>
                  </a:lnTo>
                  <a:lnTo>
                    <a:pt x="16782" y="5203"/>
                  </a:lnTo>
                  <a:lnTo>
                    <a:pt x="15620" y="4850"/>
                  </a:lnTo>
                  <a:lnTo>
                    <a:pt x="15305" y="3006"/>
                  </a:lnTo>
                  <a:lnTo>
                    <a:pt x="13411" y="3322"/>
                  </a:lnTo>
                  <a:lnTo>
                    <a:pt x="11277" y="4105"/>
                  </a:lnTo>
                  <a:lnTo>
                    <a:pt x="9698" y="5683"/>
                  </a:lnTo>
                  <a:lnTo>
                    <a:pt x="7489" y="6163"/>
                  </a:lnTo>
                  <a:lnTo>
                    <a:pt x="6150" y="7893"/>
                  </a:lnTo>
                  <a:lnTo>
                    <a:pt x="6933" y="9080"/>
                  </a:lnTo>
                  <a:lnTo>
                    <a:pt x="5355" y="10418"/>
                  </a:lnTo>
                  <a:lnTo>
                    <a:pt x="2678" y="11529"/>
                  </a:lnTo>
                  <a:lnTo>
                    <a:pt x="784" y="11883"/>
                  </a:lnTo>
                  <a:lnTo>
                    <a:pt x="1251" y="13575"/>
                  </a:lnTo>
                  <a:lnTo>
                    <a:pt x="2678" y="13726"/>
                  </a:lnTo>
                  <a:lnTo>
                    <a:pt x="3069" y="14598"/>
                  </a:lnTo>
                  <a:lnTo>
                    <a:pt x="1" y="14838"/>
                  </a:lnTo>
                  <a:lnTo>
                    <a:pt x="1" y="16176"/>
                  </a:lnTo>
                  <a:lnTo>
                    <a:pt x="1731" y="17363"/>
                  </a:lnTo>
                  <a:cubicBezTo>
                    <a:pt x="1731" y="17363"/>
                    <a:pt x="1944" y="16942"/>
                    <a:pt x="2599" y="16942"/>
                  </a:cubicBezTo>
                  <a:cubicBezTo>
                    <a:pt x="2926" y="16942"/>
                    <a:pt x="3364" y="17047"/>
                    <a:pt x="3940" y="17363"/>
                  </a:cubicBezTo>
                  <a:cubicBezTo>
                    <a:pt x="5683" y="18310"/>
                    <a:pt x="5759" y="18310"/>
                    <a:pt x="5759" y="18310"/>
                  </a:cubicBezTo>
                  <a:lnTo>
                    <a:pt x="7337" y="21378"/>
                  </a:lnTo>
                  <a:lnTo>
                    <a:pt x="6946" y="25331"/>
                  </a:lnTo>
                  <a:lnTo>
                    <a:pt x="6946" y="29434"/>
                  </a:lnTo>
                  <a:lnTo>
                    <a:pt x="8436" y="29902"/>
                  </a:lnTo>
                  <a:lnTo>
                    <a:pt x="7615" y="31164"/>
                  </a:lnTo>
                  <a:lnTo>
                    <a:pt x="5683" y="30849"/>
                  </a:lnTo>
                  <a:lnTo>
                    <a:pt x="5683" y="33223"/>
                  </a:lnTo>
                  <a:lnTo>
                    <a:pt x="7173" y="34321"/>
                  </a:lnTo>
                  <a:lnTo>
                    <a:pt x="6074" y="36695"/>
                  </a:lnTo>
                  <a:lnTo>
                    <a:pt x="6541" y="40546"/>
                  </a:lnTo>
                  <a:lnTo>
                    <a:pt x="7135" y="43463"/>
                  </a:lnTo>
                  <a:lnTo>
                    <a:pt x="7627" y="46153"/>
                  </a:lnTo>
                  <a:lnTo>
                    <a:pt x="9218" y="45913"/>
                  </a:lnTo>
                  <a:lnTo>
                    <a:pt x="10885" y="47857"/>
                  </a:lnTo>
                  <a:lnTo>
                    <a:pt x="12186" y="45647"/>
                  </a:lnTo>
                  <a:lnTo>
                    <a:pt x="13310" y="42175"/>
                  </a:lnTo>
                  <a:lnTo>
                    <a:pt x="14812" y="39776"/>
                  </a:lnTo>
                  <a:lnTo>
                    <a:pt x="16946" y="39195"/>
                  </a:lnTo>
                  <a:lnTo>
                    <a:pt x="20103" y="37857"/>
                  </a:lnTo>
                  <a:lnTo>
                    <a:pt x="21770" y="35798"/>
                  </a:lnTo>
                  <a:lnTo>
                    <a:pt x="24762" y="35407"/>
                  </a:lnTo>
                  <a:lnTo>
                    <a:pt x="28462" y="33071"/>
                  </a:lnTo>
                  <a:lnTo>
                    <a:pt x="26480" y="32869"/>
                  </a:lnTo>
                  <a:lnTo>
                    <a:pt x="25545" y="32869"/>
                  </a:lnTo>
                  <a:lnTo>
                    <a:pt x="26480" y="30659"/>
                  </a:lnTo>
                  <a:lnTo>
                    <a:pt x="28462" y="32478"/>
                  </a:lnTo>
                  <a:lnTo>
                    <a:pt x="29232" y="30735"/>
                  </a:lnTo>
                  <a:lnTo>
                    <a:pt x="28538" y="28487"/>
                  </a:lnTo>
                  <a:lnTo>
                    <a:pt x="28538" y="28487"/>
                  </a:lnTo>
                  <a:cubicBezTo>
                    <a:pt x="28538" y="28487"/>
                    <a:pt x="28571" y="28497"/>
                    <a:pt x="28628" y="28497"/>
                  </a:cubicBezTo>
                  <a:cubicBezTo>
                    <a:pt x="28850" y="28497"/>
                    <a:pt x="29441" y="28361"/>
                    <a:pt x="29952" y="27048"/>
                  </a:cubicBezTo>
                  <a:cubicBezTo>
                    <a:pt x="30176" y="26473"/>
                    <a:pt x="30217" y="26354"/>
                    <a:pt x="30211" y="26354"/>
                  </a:cubicBezTo>
                  <a:lnTo>
                    <a:pt x="30211" y="26354"/>
                  </a:lnTo>
                  <a:cubicBezTo>
                    <a:pt x="30207" y="26354"/>
                    <a:pt x="30180" y="26414"/>
                    <a:pt x="30178" y="26414"/>
                  </a:cubicBezTo>
                  <a:cubicBezTo>
                    <a:pt x="30175" y="26414"/>
                    <a:pt x="30241" y="26250"/>
                    <a:pt x="30596" y="25381"/>
                  </a:cubicBezTo>
                  <a:cubicBezTo>
                    <a:pt x="31467" y="23260"/>
                    <a:pt x="31455" y="23247"/>
                    <a:pt x="31455" y="23247"/>
                  </a:cubicBezTo>
                  <a:cubicBezTo>
                    <a:pt x="31455" y="23247"/>
                    <a:pt x="32086" y="23007"/>
                    <a:pt x="31455" y="21593"/>
                  </a:cubicBezTo>
                  <a:cubicBezTo>
                    <a:pt x="30823" y="20179"/>
                    <a:pt x="29876" y="20722"/>
                    <a:pt x="30823" y="20166"/>
                  </a:cubicBezTo>
                  <a:lnTo>
                    <a:pt x="31770" y="19623"/>
                  </a:lnTo>
                  <a:lnTo>
                    <a:pt x="32642" y="19068"/>
                  </a:lnTo>
                  <a:lnTo>
                    <a:pt x="32250" y="16694"/>
                  </a:lnTo>
                  <a:lnTo>
                    <a:pt x="32642" y="14042"/>
                  </a:lnTo>
                  <a:lnTo>
                    <a:pt x="34611" y="11858"/>
                  </a:lnTo>
                  <a:lnTo>
                    <a:pt x="36354" y="9762"/>
                  </a:lnTo>
                  <a:lnTo>
                    <a:pt x="36897" y="8032"/>
                  </a:lnTo>
                  <a:lnTo>
                    <a:pt x="34851" y="7085"/>
                  </a:lnTo>
                  <a:lnTo>
                    <a:pt x="32566" y="7943"/>
                  </a:lnTo>
                  <a:lnTo>
                    <a:pt x="30280" y="10090"/>
                  </a:lnTo>
                  <a:lnTo>
                    <a:pt x="31770" y="7451"/>
                  </a:lnTo>
                  <a:lnTo>
                    <a:pt x="31859" y="7009"/>
                  </a:lnTo>
                  <a:lnTo>
                    <a:pt x="27439" y="7009"/>
                  </a:lnTo>
                  <a:lnTo>
                    <a:pt x="27351" y="5986"/>
                  </a:lnTo>
                  <a:lnTo>
                    <a:pt x="29232" y="5759"/>
                  </a:lnTo>
                  <a:lnTo>
                    <a:pt x="31859" y="5759"/>
                  </a:lnTo>
                  <a:lnTo>
                    <a:pt x="31543" y="3625"/>
                  </a:lnTo>
                  <a:lnTo>
                    <a:pt x="30672" y="1655"/>
                  </a:lnTo>
                  <a:lnTo>
                    <a:pt x="27288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2" name="Google Shape;1872;p81"/>
            <p:cNvSpPr/>
            <p:nvPr/>
          </p:nvSpPr>
          <p:spPr>
            <a:xfrm>
              <a:off x="2067150" y="740400"/>
              <a:ext cx="667350" cy="530050"/>
            </a:xfrm>
            <a:custGeom>
              <a:avLst/>
              <a:gdLst/>
              <a:ahLst/>
              <a:cxnLst/>
              <a:rect l="l" t="t" r="r" b="b"/>
              <a:pathLst>
                <a:path w="26694" h="21202" extrusionOk="0">
                  <a:moveTo>
                    <a:pt x="19218" y="1"/>
                  </a:moveTo>
                  <a:lnTo>
                    <a:pt x="14635" y="556"/>
                  </a:lnTo>
                  <a:lnTo>
                    <a:pt x="11415" y="1895"/>
                  </a:lnTo>
                  <a:lnTo>
                    <a:pt x="10228" y="3157"/>
                  </a:lnTo>
                  <a:lnTo>
                    <a:pt x="12122" y="5165"/>
                  </a:lnTo>
                  <a:lnTo>
                    <a:pt x="14016" y="6100"/>
                  </a:lnTo>
                  <a:lnTo>
                    <a:pt x="11099" y="6163"/>
                  </a:lnTo>
                  <a:lnTo>
                    <a:pt x="9041" y="4660"/>
                  </a:lnTo>
                  <a:lnTo>
                    <a:pt x="8814" y="2766"/>
                  </a:lnTo>
                  <a:lnTo>
                    <a:pt x="7627" y="2286"/>
                  </a:lnTo>
                  <a:lnTo>
                    <a:pt x="5190" y="6706"/>
                  </a:lnTo>
                  <a:lnTo>
                    <a:pt x="4786" y="9711"/>
                  </a:lnTo>
                  <a:lnTo>
                    <a:pt x="5733" y="11756"/>
                  </a:lnTo>
                  <a:lnTo>
                    <a:pt x="7627" y="12236"/>
                  </a:lnTo>
                  <a:lnTo>
                    <a:pt x="8650" y="13688"/>
                  </a:lnTo>
                  <a:lnTo>
                    <a:pt x="6288" y="13082"/>
                  </a:lnTo>
                  <a:lnTo>
                    <a:pt x="5101" y="14509"/>
                  </a:lnTo>
                  <a:lnTo>
                    <a:pt x="2816" y="14509"/>
                  </a:lnTo>
                  <a:lnTo>
                    <a:pt x="1642" y="14004"/>
                  </a:lnTo>
                  <a:lnTo>
                    <a:pt x="417" y="12741"/>
                  </a:lnTo>
                  <a:cubicBezTo>
                    <a:pt x="177" y="12905"/>
                    <a:pt x="0" y="14332"/>
                    <a:pt x="0" y="14332"/>
                  </a:cubicBezTo>
                  <a:lnTo>
                    <a:pt x="1212" y="15822"/>
                  </a:lnTo>
                  <a:lnTo>
                    <a:pt x="631" y="18007"/>
                  </a:lnTo>
                  <a:lnTo>
                    <a:pt x="51" y="19459"/>
                  </a:lnTo>
                  <a:lnTo>
                    <a:pt x="3914" y="20494"/>
                  </a:lnTo>
                  <a:lnTo>
                    <a:pt x="6566" y="21201"/>
                  </a:lnTo>
                  <a:lnTo>
                    <a:pt x="7551" y="20810"/>
                  </a:lnTo>
                  <a:lnTo>
                    <a:pt x="7551" y="19232"/>
                  </a:lnTo>
                  <a:lnTo>
                    <a:pt x="5809" y="18689"/>
                  </a:lnTo>
                  <a:lnTo>
                    <a:pt x="3927" y="18032"/>
                  </a:lnTo>
                  <a:lnTo>
                    <a:pt x="3296" y="16403"/>
                  </a:lnTo>
                  <a:lnTo>
                    <a:pt x="4748" y="16138"/>
                  </a:lnTo>
                  <a:lnTo>
                    <a:pt x="7071" y="17653"/>
                  </a:lnTo>
                  <a:lnTo>
                    <a:pt x="9129" y="17653"/>
                  </a:lnTo>
                  <a:lnTo>
                    <a:pt x="11024" y="18348"/>
                  </a:lnTo>
                  <a:lnTo>
                    <a:pt x="11806" y="15140"/>
                  </a:lnTo>
                  <a:lnTo>
                    <a:pt x="13625" y="13398"/>
                  </a:lnTo>
                  <a:lnTo>
                    <a:pt x="15115" y="12224"/>
                  </a:lnTo>
                  <a:lnTo>
                    <a:pt x="15115" y="10405"/>
                  </a:lnTo>
                  <a:lnTo>
                    <a:pt x="18587" y="9231"/>
                  </a:lnTo>
                  <a:lnTo>
                    <a:pt x="21277" y="7728"/>
                  </a:lnTo>
                  <a:lnTo>
                    <a:pt x="23322" y="5986"/>
                  </a:lnTo>
                  <a:lnTo>
                    <a:pt x="25494" y="5216"/>
                  </a:lnTo>
                  <a:lnTo>
                    <a:pt x="26694" y="3322"/>
                  </a:lnTo>
                  <a:lnTo>
                    <a:pt x="25671" y="1390"/>
                  </a:lnTo>
                  <a:lnTo>
                    <a:pt x="22767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3" name="Google Shape;1873;p81"/>
            <p:cNvSpPr/>
            <p:nvPr/>
          </p:nvSpPr>
          <p:spPr>
            <a:xfrm>
              <a:off x="2007475" y="1152350"/>
              <a:ext cx="49275" cy="59075"/>
            </a:xfrm>
            <a:custGeom>
              <a:avLst/>
              <a:gdLst/>
              <a:ahLst/>
              <a:cxnLst/>
              <a:rect l="l" t="t" r="r" b="b"/>
              <a:pathLst>
                <a:path w="1971" h="2363" extrusionOk="0">
                  <a:moveTo>
                    <a:pt x="1339" y="1"/>
                  </a:moveTo>
                  <a:cubicBezTo>
                    <a:pt x="1023" y="241"/>
                    <a:pt x="1" y="1554"/>
                    <a:pt x="1" y="1554"/>
                  </a:cubicBezTo>
                  <a:lnTo>
                    <a:pt x="1339" y="2362"/>
                  </a:lnTo>
                  <a:lnTo>
                    <a:pt x="1970" y="1188"/>
                  </a:lnTo>
                  <a:lnTo>
                    <a:pt x="1339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4" name="Google Shape;1874;p81"/>
            <p:cNvSpPr/>
            <p:nvPr/>
          </p:nvSpPr>
          <p:spPr>
            <a:xfrm>
              <a:off x="2092700" y="954125"/>
              <a:ext cx="54950" cy="101675"/>
            </a:xfrm>
            <a:custGeom>
              <a:avLst/>
              <a:gdLst/>
              <a:ahLst/>
              <a:cxnLst/>
              <a:rect l="l" t="t" r="r" b="b"/>
              <a:pathLst>
                <a:path w="2198" h="4067" extrusionOk="0">
                  <a:moveTo>
                    <a:pt x="1125" y="0"/>
                  </a:moveTo>
                  <a:lnTo>
                    <a:pt x="1" y="2096"/>
                  </a:lnTo>
                  <a:lnTo>
                    <a:pt x="455" y="4066"/>
                  </a:lnTo>
                  <a:lnTo>
                    <a:pt x="847" y="4066"/>
                  </a:lnTo>
                  <a:lnTo>
                    <a:pt x="847" y="2488"/>
                  </a:lnTo>
                  <a:lnTo>
                    <a:pt x="2198" y="1717"/>
                  </a:lnTo>
                  <a:lnTo>
                    <a:pt x="1125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5" name="Google Shape;1875;p81"/>
            <p:cNvSpPr/>
            <p:nvPr/>
          </p:nvSpPr>
          <p:spPr>
            <a:xfrm>
              <a:off x="1999575" y="874575"/>
              <a:ext cx="83050" cy="141750"/>
            </a:xfrm>
            <a:custGeom>
              <a:avLst/>
              <a:gdLst/>
              <a:ahLst/>
              <a:cxnLst/>
              <a:rect l="l" t="t" r="r" b="b"/>
              <a:pathLst>
                <a:path w="3322" h="5670" extrusionOk="0">
                  <a:moveTo>
                    <a:pt x="796" y="0"/>
                  </a:moveTo>
                  <a:lnTo>
                    <a:pt x="796" y="1882"/>
                  </a:lnTo>
                  <a:lnTo>
                    <a:pt x="1" y="2601"/>
                  </a:lnTo>
                  <a:lnTo>
                    <a:pt x="1264" y="4407"/>
                  </a:lnTo>
                  <a:lnTo>
                    <a:pt x="1617" y="5670"/>
                  </a:lnTo>
                  <a:lnTo>
                    <a:pt x="3322" y="2286"/>
                  </a:lnTo>
                  <a:lnTo>
                    <a:pt x="3322" y="631"/>
                  </a:lnTo>
                  <a:lnTo>
                    <a:pt x="796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6" name="Google Shape;1876;p81"/>
            <p:cNvSpPr/>
            <p:nvPr/>
          </p:nvSpPr>
          <p:spPr>
            <a:xfrm>
              <a:off x="1924775" y="1047875"/>
              <a:ext cx="106400" cy="104500"/>
            </a:xfrm>
            <a:custGeom>
              <a:avLst/>
              <a:gdLst/>
              <a:ahLst/>
              <a:cxnLst/>
              <a:rect l="l" t="t" r="r" b="b"/>
              <a:pathLst>
                <a:path w="4256" h="4180" extrusionOk="0">
                  <a:moveTo>
                    <a:pt x="0" y="0"/>
                  </a:moveTo>
                  <a:lnTo>
                    <a:pt x="0" y="1894"/>
                  </a:lnTo>
                  <a:lnTo>
                    <a:pt x="1263" y="2690"/>
                  </a:lnTo>
                  <a:lnTo>
                    <a:pt x="947" y="4180"/>
                  </a:lnTo>
                  <a:cubicBezTo>
                    <a:pt x="947" y="4180"/>
                    <a:pt x="2481" y="3571"/>
                    <a:pt x="2595" y="3571"/>
                  </a:cubicBezTo>
                  <a:cubicBezTo>
                    <a:pt x="2599" y="3571"/>
                    <a:pt x="2601" y="3572"/>
                    <a:pt x="2601" y="3574"/>
                  </a:cubicBezTo>
                  <a:cubicBezTo>
                    <a:pt x="2601" y="3574"/>
                    <a:pt x="2602" y="3575"/>
                    <a:pt x="2602" y="3575"/>
                  </a:cubicBezTo>
                  <a:cubicBezTo>
                    <a:pt x="2638" y="3575"/>
                    <a:pt x="4256" y="1389"/>
                    <a:pt x="4256" y="1389"/>
                  </a:cubicBezTo>
                  <a:lnTo>
                    <a:pt x="3296" y="0"/>
                  </a:lnTo>
                  <a:lnTo>
                    <a:pt x="2147" y="796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7" name="Google Shape;1877;p81"/>
            <p:cNvSpPr/>
            <p:nvPr/>
          </p:nvSpPr>
          <p:spPr>
            <a:xfrm>
              <a:off x="1706650" y="1016300"/>
              <a:ext cx="192575" cy="136400"/>
            </a:xfrm>
            <a:custGeom>
              <a:avLst/>
              <a:gdLst/>
              <a:ahLst/>
              <a:cxnLst/>
              <a:rect l="l" t="t" r="r" b="b"/>
              <a:pathLst>
                <a:path w="7703" h="5456" extrusionOk="0">
                  <a:moveTo>
                    <a:pt x="2412" y="1"/>
                  </a:moveTo>
                  <a:lnTo>
                    <a:pt x="1616" y="518"/>
                  </a:lnTo>
                  <a:cubicBezTo>
                    <a:pt x="1376" y="594"/>
                    <a:pt x="0" y="2147"/>
                    <a:pt x="0" y="2147"/>
                  </a:cubicBezTo>
                  <a:lnTo>
                    <a:pt x="859" y="4029"/>
                  </a:lnTo>
                  <a:lnTo>
                    <a:pt x="1692" y="5456"/>
                  </a:lnTo>
                  <a:lnTo>
                    <a:pt x="4142" y="4849"/>
                  </a:lnTo>
                  <a:lnTo>
                    <a:pt x="5253" y="4269"/>
                  </a:lnTo>
                  <a:lnTo>
                    <a:pt x="7387" y="4837"/>
                  </a:lnTo>
                  <a:lnTo>
                    <a:pt x="7703" y="2652"/>
                  </a:lnTo>
                  <a:lnTo>
                    <a:pt x="6907" y="480"/>
                  </a:lnTo>
                  <a:lnTo>
                    <a:pt x="5013" y="1819"/>
                  </a:lnTo>
                  <a:lnTo>
                    <a:pt x="4520" y="2968"/>
                  </a:lnTo>
                  <a:lnTo>
                    <a:pt x="3043" y="2652"/>
                  </a:lnTo>
                  <a:lnTo>
                    <a:pt x="3043" y="1263"/>
                  </a:lnTo>
                  <a:lnTo>
                    <a:pt x="241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8" name="Google Shape;1878;p81"/>
            <p:cNvSpPr/>
            <p:nvPr/>
          </p:nvSpPr>
          <p:spPr>
            <a:xfrm>
              <a:off x="1640975" y="919700"/>
              <a:ext cx="161975" cy="96625"/>
            </a:xfrm>
            <a:custGeom>
              <a:avLst/>
              <a:gdLst/>
              <a:ahLst/>
              <a:cxnLst/>
              <a:rect l="l" t="t" r="r" b="b"/>
              <a:pathLst>
                <a:path w="6479" h="3865" extrusionOk="0">
                  <a:moveTo>
                    <a:pt x="5203" y="1"/>
                  </a:moveTo>
                  <a:lnTo>
                    <a:pt x="3549" y="632"/>
                  </a:lnTo>
                  <a:lnTo>
                    <a:pt x="783" y="1819"/>
                  </a:lnTo>
                  <a:lnTo>
                    <a:pt x="1" y="3334"/>
                  </a:lnTo>
                  <a:lnTo>
                    <a:pt x="1579" y="3865"/>
                  </a:lnTo>
                  <a:lnTo>
                    <a:pt x="3157" y="3334"/>
                  </a:lnTo>
                  <a:lnTo>
                    <a:pt x="4572" y="3094"/>
                  </a:lnTo>
                  <a:lnTo>
                    <a:pt x="5759" y="1933"/>
                  </a:lnTo>
                  <a:lnTo>
                    <a:pt x="6478" y="708"/>
                  </a:lnTo>
                  <a:lnTo>
                    <a:pt x="5203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79" name="Google Shape;1879;p81"/>
            <p:cNvSpPr/>
            <p:nvPr/>
          </p:nvSpPr>
          <p:spPr>
            <a:xfrm>
              <a:off x="1843950" y="961050"/>
              <a:ext cx="72950" cy="40125"/>
            </a:xfrm>
            <a:custGeom>
              <a:avLst/>
              <a:gdLst/>
              <a:ahLst/>
              <a:cxnLst/>
              <a:rect l="l" t="t" r="r" b="b"/>
              <a:pathLst>
                <a:path w="2918" h="1605" extrusionOk="0">
                  <a:moveTo>
                    <a:pt x="392" y="1"/>
                  </a:moveTo>
                  <a:lnTo>
                    <a:pt x="1" y="594"/>
                  </a:lnTo>
                  <a:lnTo>
                    <a:pt x="1024" y="1605"/>
                  </a:lnTo>
                  <a:lnTo>
                    <a:pt x="2211" y="670"/>
                  </a:lnTo>
                  <a:lnTo>
                    <a:pt x="2918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0" name="Google Shape;1880;p81"/>
            <p:cNvSpPr/>
            <p:nvPr/>
          </p:nvSpPr>
          <p:spPr>
            <a:xfrm>
              <a:off x="1900150" y="882450"/>
              <a:ext cx="40425" cy="51500"/>
            </a:xfrm>
            <a:custGeom>
              <a:avLst/>
              <a:gdLst/>
              <a:ahLst/>
              <a:cxnLst/>
              <a:rect l="l" t="t" r="r" b="b"/>
              <a:pathLst>
                <a:path w="1617" h="2060" extrusionOk="0">
                  <a:moveTo>
                    <a:pt x="354" y="1"/>
                  </a:moveTo>
                  <a:lnTo>
                    <a:pt x="0" y="708"/>
                  </a:lnTo>
                  <a:lnTo>
                    <a:pt x="695" y="1137"/>
                  </a:lnTo>
                  <a:lnTo>
                    <a:pt x="1351" y="2059"/>
                  </a:lnTo>
                  <a:lnTo>
                    <a:pt x="1617" y="1339"/>
                  </a:lnTo>
                  <a:lnTo>
                    <a:pt x="1617" y="316"/>
                  </a:lnTo>
                  <a:lnTo>
                    <a:pt x="354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1" name="Google Shape;1881;p81"/>
            <p:cNvSpPr/>
            <p:nvPr/>
          </p:nvSpPr>
          <p:spPr>
            <a:xfrm>
              <a:off x="1439900" y="1099950"/>
              <a:ext cx="185325" cy="192275"/>
            </a:xfrm>
            <a:custGeom>
              <a:avLst/>
              <a:gdLst/>
              <a:ahLst/>
              <a:cxnLst/>
              <a:rect l="l" t="t" r="r" b="b"/>
              <a:pathLst>
                <a:path w="7413" h="7691" extrusionOk="0">
                  <a:moveTo>
                    <a:pt x="5682" y="1"/>
                  </a:moveTo>
                  <a:lnTo>
                    <a:pt x="3826" y="354"/>
                  </a:lnTo>
                  <a:cubicBezTo>
                    <a:pt x="3586" y="544"/>
                    <a:pt x="2374" y="834"/>
                    <a:pt x="2374" y="834"/>
                  </a:cubicBezTo>
                  <a:lnTo>
                    <a:pt x="2374" y="2337"/>
                  </a:lnTo>
                  <a:lnTo>
                    <a:pt x="1111" y="3991"/>
                  </a:lnTo>
                  <a:lnTo>
                    <a:pt x="0" y="4900"/>
                  </a:lnTo>
                  <a:lnTo>
                    <a:pt x="632" y="7691"/>
                  </a:lnTo>
                  <a:lnTo>
                    <a:pt x="2058" y="7691"/>
                  </a:lnTo>
                  <a:lnTo>
                    <a:pt x="4293" y="5254"/>
                  </a:lnTo>
                  <a:lnTo>
                    <a:pt x="5834" y="4622"/>
                  </a:lnTo>
                  <a:lnTo>
                    <a:pt x="7412" y="3650"/>
                  </a:lnTo>
                  <a:lnTo>
                    <a:pt x="7412" y="1705"/>
                  </a:lnTo>
                  <a:lnTo>
                    <a:pt x="6238" y="910"/>
                  </a:lnTo>
                  <a:lnTo>
                    <a:pt x="568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2" name="Google Shape;1882;p81"/>
            <p:cNvSpPr/>
            <p:nvPr/>
          </p:nvSpPr>
          <p:spPr>
            <a:xfrm>
              <a:off x="1514700" y="1211400"/>
              <a:ext cx="329275" cy="270225"/>
            </a:xfrm>
            <a:custGeom>
              <a:avLst/>
              <a:gdLst/>
              <a:ahLst/>
              <a:cxnLst/>
              <a:rect l="l" t="t" r="r" b="b"/>
              <a:pathLst>
                <a:path w="13171" h="10809" extrusionOk="0">
                  <a:moveTo>
                    <a:pt x="12072" y="0"/>
                  </a:moveTo>
                  <a:lnTo>
                    <a:pt x="9623" y="480"/>
                  </a:lnTo>
                  <a:lnTo>
                    <a:pt x="8676" y="4180"/>
                  </a:lnTo>
                  <a:lnTo>
                    <a:pt x="7678" y="3536"/>
                  </a:lnTo>
                  <a:lnTo>
                    <a:pt x="8297" y="1503"/>
                  </a:lnTo>
                  <a:lnTo>
                    <a:pt x="4925" y="707"/>
                  </a:lnTo>
                  <a:lnTo>
                    <a:pt x="1440" y="1818"/>
                  </a:lnTo>
                  <a:lnTo>
                    <a:pt x="1074" y="2993"/>
                  </a:lnTo>
                  <a:lnTo>
                    <a:pt x="2791" y="3574"/>
                  </a:lnTo>
                  <a:lnTo>
                    <a:pt x="1" y="3940"/>
                  </a:lnTo>
                  <a:lnTo>
                    <a:pt x="1" y="6389"/>
                  </a:lnTo>
                  <a:lnTo>
                    <a:pt x="2842" y="6389"/>
                  </a:lnTo>
                  <a:lnTo>
                    <a:pt x="3549" y="6781"/>
                  </a:lnTo>
                  <a:lnTo>
                    <a:pt x="632" y="7021"/>
                  </a:lnTo>
                  <a:lnTo>
                    <a:pt x="1503" y="8637"/>
                  </a:lnTo>
                  <a:lnTo>
                    <a:pt x="1819" y="10177"/>
                  </a:lnTo>
                  <a:lnTo>
                    <a:pt x="4736" y="10177"/>
                  </a:lnTo>
                  <a:lnTo>
                    <a:pt x="6706" y="9142"/>
                  </a:lnTo>
                  <a:lnTo>
                    <a:pt x="8751" y="10809"/>
                  </a:lnTo>
                  <a:lnTo>
                    <a:pt x="10570" y="10089"/>
                  </a:lnTo>
                  <a:lnTo>
                    <a:pt x="11529" y="8789"/>
                  </a:lnTo>
                  <a:lnTo>
                    <a:pt x="10102" y="5695"/>
                  </a:lnTo>
                  <a:lnTo>
                    <a:pt x="11201" y="2614"/>
                  </a:lnTo>
                  <a:lnTo>
                    <a:pt x="13171" y="1111"/>
                  </a:lnTo>
                  <a:lnTo>
                    <a:pt x="12072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3" name="Google Shape;1883;p81"/>
            <p:cNvSpPr/>
            <p:nvPr/>
          </p:nvSpPr>
          <p:spPr>
            <a:xfrm>
              <a:off x="1843950" y="1219275"/>
              <a:ext cx="96625" cy="163875"/>
            </a:xfrm>
            <a:custGeom>
              <a:avLst/>
              <a:gdLst/>
              <a:ahLst/>
              <a:cxnLst/>
              <a:rect l="l" t="t" r="r" b="b"/>
              <a:pathLst>
                <a:path w="3865" h="6555" extrusionOk="0">
                  <a:moveTo>
                    <a:pt x="2602" y="1"/>
                  </a:moveTo>
                  <a:lnTo>
                    <a:pt x="2046" y="1339"/>
                  </a:lnTo>
                  <a:lnTo>
                    <a:pt x="1466" y="3334"/>
                  </a:lnTo>
                  <a:lnTo>
                    <a:pt x="1024" y="1642"/>
                  </a:lnTo>
                  <a:lnTo>
                    <a:pt x="1" y="3246"/>
                  </a:lnTo>
                  <a:lnTo>
                    <a:pt x="392" y="5026"/>
                  </a:lnTo>
                  <a:lnTo>
                    <a:pt x="1024" y="6554"/>
                  </a:lnTo>
                  <a:lnTo>
                    <a:pt x="3057" y="5014"/>
                  </a:lnTo>
                  <a:lnTo>
                    <a:pt x="3865" y="3221"/>
                  </a:lnTo>
                  <a:lnTo>
                    <a:pt x="3865" y="1339"/>
                  </a:lnTo>
                  <a:lnTo>
                    <a:pt x="2602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4" name="Google Shape;1884;p81"/>
            <p:cNvSpPr/>
            <p:nvPr/>
          </p:nvSpPr>
          <p:spPr>
            <a:xfrm>
              <a:off x="1794700" y="1458875"/>
              <a:ext cx="74850" cy="69800"/>
            </a:xfrm>
            <a:custGeom>
              <a:avLst/>
              <a:gdLst/>
              <a:ahLst/>
              <a:cxnLst/>
              <a:rect l="l" t="t" r="r" b="b"/>
              <a:pathLst>
                <a:path w="2994" h="2792" extrusionOk="0">
                  <a:moveTo>
                    <a:pt x="1971" y="1"/>
                  </a:moveTo>
                  <a:lnTo>
                    <a:pt x="872" y="847"/>
                  </a:lnTo>
                  <a:lnTo>
                    <a:pt x="1" y="1465"/>
                  </a:lnTo>
                  <a:lnTo>
                    <a:pt x="1504" y="2791"/>
                  </a:lnTo>
                  <a:lnTo>
                    <a:pt x="2994" y="2791"/>
                  </a:lnTo>
                  <a:lnTo>
                    <a:pt x="1971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5" name="Google Shape;1885;p81"/>
            <p:cNvSpPr/>
            <p:nvPr/>
          </p:nvSpPr>
          <p:spPr>
            <a:xfrm>
              <a:off x="241275" y="1079650"/>
              <a:ext cx="2559200" cy="3887025"/>
            </a:xfrm>
            <a:custGeom>
              <a:avLst/>
              <a:gdLst/>
              <a:ahLst/>
              <a:cxnLst/>
              <a:rect l="l" t="t" r="r" b="b"/>
              <a:pathLst>
                <a:path w="102368" h="155481" extrusionOk="0">
                  <a:moveTo>
                    <a:pt x="22033" y="0"/>
                  </a:moveTo>
                  <a:cubicBezTo>
                    <a:pt x="21541" y="0"/>
                    <a:pt x="20848" y="207"/>
                    <a:pt x="19875" y="825"/>
                  </a:cubicBezTo>
                  <a:cubicBezTo>
                    <a:pt x="16958" y="2669"/>
                    <a:pt x="16718" y="2669"/>
                    <a:pt x="16718" y="2669"/>
                  </a:cubicBezTo>
                  <a:lnTo>
                    <a:pt x="14357" y="4096"/>
                  </a:lnTo>
                  <a:lnTo>
                    <a:pt x="14357" y="5043"/>
                  </a:lnTo>
                  <a:lnTo>
                    <a:pt x="15304" y="8351"/>
                  </a:lnTo>
                  <a:lnTo>
                    <a:pt x="15532" y="10056"/>
                  </a:lnTo>
                  <a:lnTo>
                    <a:pt x="13423" y="9450"/>
                  </a:lnTo>
                  <a:lnTo>
                    <a:pt x="12665" y="8869"/>
                  </a:lnTo>
                  <a:lnTo>
                    <a:pt x="10051" y="10043"/>
                  </a:lnTo>
                  <a:lnTo>
                    <a:pt x="9319" y="11584"/>
                  </a:lnTo>
                  <a:lnTo>
                    <a:pt x="9319" y="12606"/>
                  </a:lnTo>
                  <a:lnTo>
                    <a:pt x="11920" y="12998"/>
                  </a:lnTo>
                  <a:lnTo>
                    <a:pt x="13890" y="12846"/>
                  </a:lnTo>
                  <a:lnTo>
                    <a:pt x="13890" y="12846"/>
                  </a:lnTo>
                  <a:lnTo>
                    <a:pt x="12236" y="14854"/>
                  </a:lnTo>
                  <a:lnTo>
                    <a:pt x="9281" y="15447"/>
                  </a:lnTo>
                  <a:lnTo>
                    <a:pt x="7324" y="17884"/>
                  </a:lnTo>
                  <a:lnTo>
                    <a:pt x="5922" y="20094"/>
                  </a:lnTo>
                  <a:lnTo>
                    <a:pt x="6478" y="22228"/>
                  </a:lnTo>
                  <a:lnTo>
                    <a:pt x="7665" y="23491"/>
                  </a:lnTo>
                  <a:lnTo>
                    <a:pt x="9559" y="25069"/>
                  </a:lnTo>
                  <a:cubicBezTo>
                    <a:pt x="9559" y="25069"/>
                    <a:pt x="8448" y="26534"/>
                    <a:pt x="8372" y="26862"/>
                  </a:cubicBezTo>
                  <a:cubicBezTo>
                    <a:pt x="8296" y="27191"/>
                    <a:pt x="2841" y="30196"/>
                    <a:pt x="2841" y="30196"/>
                  </a:cubicBezTo>
                  <a:lnTo>
                    <a:pt x="0" y="31610"/>
                  </a:lnTo>
                  <a:lnTo>
                    <a:pt x="0" y="31610"/>
                  </a:lnTo>
                  <a:lnTo>
                    <a:pt x="4344" y="30903"/>
                  </a:lnTo>
                  <a:lnTo>
                    <a:pt x="10178" y="28529"/>
                  </a:lnTo>
                  <a:lnTo>
                    <a:pt x="12476" y="25852"/>
                  </a:lnTo>
                  <a:lnTo>
                    <a:pt x="14446" y="24110"/>
                  </a:lnTo>
                  <a:lnTo>
                    <a:pt x="16883" y="22380"/>
                  </a:lnTo>
                  <a:lnTo>
                    <a:pt x="15393" y="25132"/>
                  </a:lnTo>
                  <a:lnTo>
                    <a:pt x="17287" y="24741"/>
                  </a:lnTo>
                  <a:cubicBezTo>
                    <a:pt x="17287" y="24741"/>
                    <a:pt x="19648" y="24034"/>
                    <a:pt x="19812" y="23794"/>
                  </a:cubicBezTo>
                  <a:cubicBezTo>
                    <a:pt x="19818" y="23784"/>
                    <a:pt x="19832" y="23779"/>
                    <a:pt x="19854" y="23779"/>
                  </a:cubicBezTo>
                  <a:cubicBezTo>
                    <a:pt x="20342" y="23779"/>
                    <a:pt x="24610" y="26319"/>
                    <a:pt x="24610" y="26319"/>
                  </a:cubicBezTo>
                  <a:lnTo>
                    <a:pt x="26113" y="29085"/>
                  </a:lnTo>
                  <a:lnTo>
                    <a:pt x="26820" y="33100"/>
                  </a:lnTo>
                  <a:lnTo>
                    <a:pt x="26189" y="36105"/>
                  </a:lnTo>
                  <a:lnTo>
                    <a:pt x="25633" y="38151"/>
                  </a:lnTo>
                  <a:lnTo>
                    <a:pt x="26429" y="40045"/>
                  </a:lnTo>
                  <a:lnTo>
                    <a:pt x="27376" y="37040"/>
                  </a:lnTo>
                  <a:lnTo>
                    <a:pt x="28474" y="36105"/>
                  </a:lnTo>
                  <a:lnTo>
                    <a:pt x="29194" y="40512"/>
                  </a:lnTo>
                  <a:lnTo>
                    <a:pt x="30457" y="43505"/>
                  </a:lnTo>
                  <a:lnTo>
                    <a:pt x="28083" y="42015"/>
                  </a:lnTo>
                  <a:lnTo>
                    <a:pt x="27856" y="43505"/>
                  </a:lnTo>
                  <a:lnTo>
                    <a:pt x="29585" y="47293"/>
                  </a:lnTo>
                  <a:lnTo>
                    <a:pt x="29346" y="49894"/>
                  </a:lnTo>
                  <a:lnTo>
                    <a:pt x="28083" y="52419"/>
                  </a:lnTo>
                  <a:lnTo>
                    <a:pt x="27616" y="56763"/>
                  </a:lnTo>
                  <a:lnTo>
                    <a:pt x="27931" y="61258"/>
                  </a:lnTo>
                  <a:lnTo>
                    <a:pt x="29661" y="64011"/>
                  </a:lnTo>
                  <a:lnTo>
                    <a:pt x="31404" y="65198"/>
                  </a:lnTo>
                  <a:lnTo>
                    <a:pt x="32666" y="68670"/>
                  </a:lnTo>
                  <a:lnTo>
                    <a:pt x="33538" y="71713"/>
                  </a:lnTo>
                  <a:lnTo>
                    <a:pt x="34081" y="73708"/>
                  </a:lnTo>
                  <a:lnTo>
                    <a:pt x="36631" y="76398"/>
                  </a:lnTo>
                  <a:lnTo>
                    <a:pt x="36631" y="76398"/>
                  </a:lnTo>
                  <a:lnTo>
                    <a:pt x="36050" y="73241"/>
                  </a:lnTo>
                  <a:lnTo>
                    <a:pt x="34560" y="71347"/>
                  </a:lnTo>
                  <a:lnTo>
                    <a:pt x="33929" y="66852"/>
                  </a:lnTo>
                  <a:lnTo>
                    <a:pt x="35343" y="68506"/>
                  </a:lnTo>
                  <a:lnTo>
                    <a:pt x="36215" y="71713"/>
                  </a:lnTo>
                  <a:lnTo>
                    <a:pt x="38424" y="73784"/>
                  </a:lnTo>
                  <a:lnTo>
                    <a:pt x="40470" y="77332"/>
                  </a:lnTo>
                  <a:lnTo>
                    <a:pt x="40634" y="79618"/>
                  </a:lnTo>
                  <a:lnTo>
                    <a:pt x="42288" y="81436"/>
                  </a:lnTo>
                  <a:lnTo>
                    <a:pt x="46241" y="82623"/>
                  </a:lnTo>
                  <a:lnTo>
                    <a:pt x="49082" y="84113"/>
                  </a:lnTo>
                  <a:lnTo>
                    <a:pt x="49940" y="83557"/>
                  </a:lnTo>
                  <a:lnTo>
                    <a:pt x="52541" y="85616"/>
                  </a:lnTo>
                  <a:lnTo>
                    <a:pt x="55458" y="86247"/>
                  </a:lnTo>
                  <a:lnTo>
                    <a:pt x="57428" y="88457"/>
                  </a:lnTo>
                  <a:lnTo>
                    <a:pt x="58855" y="90035"/>
                  </a:lnTo>
                  <a:lnTo>
                    <a:pt x="61380" y="91373"/>
                  </a:lnTo>
                  <a:lnTo>
                    <a:pt x="62643" y="90275"/>
                  </a:lnTo>
                  <a:lnTo>
                    <a:pt x="64221" y="92081"/>
                  </a:lnTo>
                  <a:lnTo>
                    <a:pt x="63906" y="95553"/>
                  </a:lnTo>
                  <a:lnTo>
                    <a:pt x="62378" y="97346"/>
                  </a:lnTo>
                  <a:lnTo>
                    <a:pt x="61595" y="99644"/>
                  </a:lnTo>
                  <a:lnTo>
                    <a:pt x="61355" y="101854"/>
                  </a:lnTo>
                  <a:lnTo>
                    <a:pt x="60875" y="103028"/>
                  </a:lnTo>
                  <a:lnTo>
                    <a:pt x="63325" y="105629"/>
                  </a:lnTo>
                  <a:lnTo>
                    <a:pt x="65459" y="108862"/>
                  </a:lnTo>
                  <a:lnTo>
                    <a:pt x="67580" y="112170"/>
                  </a:lnTo>
                  <a:lnTo>
                    <a:pt x="69550" y="113281"/>
                  </a:lnTo>
                  <a:lnTo>
                    <a:pt x="70813" y="115011"/>
                  </a:lnTo>
                  <a:lnTo>
                    <a:pt x="71293" y="119746"/>
                  </a:lnTo>
                  <a:lnTo>
                    <a:pt x="71532" y="123610"/>
                  </a:lnTo>
                  <a:lnTo>
                    <a:pt x="71293" y="127562"/>
                  </a:lnTo>
                  <a:lnTo>
                    <a:pt x="71444" y="129608"/>
                  </a:lnTo>
                  <a:lnTo>
                    <a:pt x="70661" y="132765"/>
                  </a:lnTo>
                  <a:lnTo>
                    <a:pt x="70585" y="135214"/>
                  </a:lnTo>
                  <a:lnTo>
                    <a:pt x="70813" y="138220"/>
                  </a:lnTo>
                  <a:lnTo>
                    <a:pt x="72151" y="139167"/>
                  </a:lnTo>
                  <a:lnTo>
                    <a:pt x="70346" y="143334"/>
                  </a:lnTo>
                  <a:lnTo>
                    <a:pt x="71684" y="145392"/>
                  </a:lnTo>
                  <a:lnTo>
                    <a:pt x="72000" y="147210"/>
                  </a:lnTo>
                  <a:lnTo>
                    <a:pt x="73225" y="150998"/>
                  </a:lnTo>
                  <a:lnTo>
                    <a:pt x="75548" y="154344"/>
                  </a:lnTo>
                  <a:lnTo>
                    <a:pt x="77278" y="155481"/>
                  </a:lnTo>
                  <a:lnTo>
                    <a:pt x="80283" y="155481"/>
                  </a:lnTo>
                  <a:lnTo>
                    <a:pt x="81546" y="153991"/>
                  </a:lnTo>
                  <a:lnTo>
                    <a:pt x="78313" y="152248"/>
                  </a:lnTo>
                  <a:lnTo>
                    <a:pt x="77126" y="149331"/>
                  </a:lnTo>
                  <a:cubicBezTo>
                    <a:pt x="77126" y="149331"/>
                    <a:pt x="75864" y="148826"/>
                    <a:pt x="77050" y="147399"/>
                  </a:cubicBezTo>
                  <a:cubicBezTo>
                    <a:pt x="78237" y="145985"/>
                    <a:pt x="78237" y="145960"/>
                    <a:pt x="78237" y="145960"/>
                  </a:cubicBezTo>
                  <a:lnTo>
                    <a:pt x="78553" y="144925"/>
                  </a:lnTo>
                  <a:lnTo>
                    <a:pt x="76899" y="143738"/>
                  </a:lnTo>
                  <a:lnTo>
                    <a:pt x="77758" y="142083"/>
                  </a:lnTo>
                  <a:lnTo>
                    <a:pt x="78553" y="141528"/>
                  </a:lnTo>
                  <a:lnTo>
                    <a:pt x="78945" y="139318"/>
                  </a:lnTo>
                  <a:lnTo>
                    <a:pt x="78389" y="138055"/>
                  </a:lnTo>
                  <a:lnTo>
                    <a:pt x="78465" y="136957"/>
                  </a:lnTo>
                  <a:lnTo>
                    <a:pt x="79892" y="137108"/>
                  </a:lnTo>
                  <a:lnTo>
                    <a:pt x="79967" y="135530"/>
                  </a:lnTo>
                  <a:lnTo>
                    <a:pt x="79967" y="134962"/>
                  </a:lnTo>
                  <a:lnTo>
                    <a:pt x="81861" y="134406"/>
                  </a:lnTo>
                  <a:lnTo>
                    <a:pt x="83755" y="133926"/>
                  </a:lnTo>
                  <a:lnTo>
                    <a:pt x="83755" y="131805"/>
                  </a:lnTo>
                  <a:lnTo>
                    <a:pt x="83604" y="130542"/>
                  </a:lnTo>
                  <a:lnTo>
                    <a:pt x="83516" y="129595"/>
                  </a:lnTo>
                  <a:lnTo>
                    <a:pt x="86205" y="130063"/>
                  </a:lnTo>
                  <a:lnTo>
                    <a:pt x="87821" y="128484"/>
                  </a:lnTo>
                  <a:lnTo>
                    <a:pt x="89261" y="126047"/>
                  </a:lnTo>
                  <a:lnTo>
                    <a:pt x="90612" y="124065"/>
                  </a:lnTo>
                  <a:lnTo>
                    <a:pt x="91079" y="121312"/>
                  </a:lnTo>
                  <a:lnTo>
                    <a:pt x="93605" y="119570"/>
                  </a:lnTo>
                  <a:lnTo>
                    <a:pt x="96294" y="118155"/>
                  </a:lnTo>
                  <a:lnTo>
                    <a:pt x="97633" y="117360"/>
                  </a:lnTo>
                  <a:lnTo>
                    <a:pt x="98188" y="113572"/>
                  </a:lnTo>
                  <a:lnTo>
                    <a:pt x="99047" y="110415"/>
                  </a:lnTo>
                  <a:lnTo>
                    <a:pt x="99451" y="108445"/>
                  </a:lnTo>
                  <a:lnTo>
                    <a:pt x="101257" y="106160"/>
                  </a:lnTo>
                  <a:lnTo>
                    <a:pt x="102368" y="104190"/>
                  </a:lnTo>
                  <a:lnTo>
                    <a:pt x="101332" y="102296"/>
                  </a:lnTo>
                  <a:cubicBezTo>
                    <a:pt x="101332" y="102296"/>
                    <a:pt x="101888" y="102220"/>
                    <a:pt x="98655" y="100957"/>
                  </a:cubicBezTo>
                  <a:lnTo>
                    <a:pt x="95423" y="99695"/>
                  </a:lnTo>
                  <a:lnTo>
                    <a:pt x="93529" y="99379"/>
                  </a:lnTo>
                  <a:lnTo>
                    <a:pt x="91471" y="98596"/>
                  </a:lnTo>
                  <a:lnTo>
                    <a:pt x="89185" y="97649"/>
                  </a:lnTo>
                  <a:lnTo>
                    <a:pt x="88011" y="94884"/>
                  </a:lnTo>
                  <a:lnTo>
                    <a:pt x="86508" y="92750"/>
                  </a:lnTo>
                  <a:lnTo>
                    <a:pt x="83124" y="91651"/>
                  </a:lnTo>
                  <a:lnTo>
                    <a:pt x="80914" y="91411"/>
                  </a:lnTo>
                  <a:lnTo>
                    <a:pt x="78616" y="89202"/>
                  </a:lnTo>
                  <a:lnTo>
                    <a:pt x="76571" y="88015"/>
                  </a:lnTo>
                  <a:lnTo>
                    <a:pt x="74121" y="87787"/>
                  </a:lnTo>
                  <a:lnTo>
                    <a:pt x="71596" y="87156"/>
                  </a:lnTo>
                  <a:lnTo>
                    <a:pt x="68755" y="87232"/>
                  </a:lnTo>
                  <a:cubicBezTo>
                    <a:pt x="68755" y="87232"/>
                    <a:pt x="65522" y="88179"/>
                    <a:pt x="65446" y="88495"/>
                  </a:cubicBezTo>
                  <a:cubicBezTo>
                    <a:pt x="65358" y="88810"/>
                    <a:pt x="64903" y="90174"/>
                    <a:pt x="64903" y="90174"/>
                  </a:cubicBezTo>
                  <a:lnTo>
                    <a:pt x="63325" y="88911"/>
                  </a:lnTo>
                  <a:lnTo>
                    <a:pt x="61595" y="89467"/>
                  </a:lnTo>
                  <a:lnTo>
                    <a:pt x="59852" y="88596"/>
                  </a:lnTo>
                  <a:lnTo>
                    <a:pt x="58590" y="85994"/>
                  </a:lnTo>
                  <a:lnTo>
                    <a:pt x="59385" y="83949"/>
                  </a:lnTo>
                  <a:lnTo>
                    <a:pt x="57491" y="83317"/>
                  </a:lnTo>
                  <a:lnTo>
                    <a:pt x="54966" y="83002"/>
                  </a:lnTo>
                  <a:lnTo>
                    <a:pt x="55673" y="81032"/>
                  </a:lnTo>
                  <a:lnTo>
                    <a:pt x="56380" y="79643"/>
                  </a:lnTo>
                  <a:lnTo>
                    <a:pt x="56532" y="78507"/>
                  </a:lnTo>
                  <a:lnTo>
                    <a:pt x="53779" y="78507"/>
                  </a:lnTo>
                  <a:lnTo>
                    <a:pt x="52592" y="80476"/>
                  </a:lnTo>
                  <a:lnTo>
                    <a:pt x="49915" y="81423"/>
                  </a:lnTo>
                  <a:lnTo>
                    <a:pt x="47933" y="78747"/>
                  </a:lnTo>
                  <a:lnTo>
                    <a:pt x="47541" y="75160"/>
                  </a:lnTo>
                  <a:lnTo>
                    <a:pt x="48412" y="72218"/>
                  </a:lnTo>
                  <a:lnTo>
                    <a:pt x="51165" y="70173"/>
                  </a:lnTo>
                  <a:lnTo>
                    <a:pt x="54095" y="69769"/>
                  </a:lnTo>
                  <a:lnTo>
                    <a:pt x="55433" y="70880"/>
                  </a:lnTo>
                  <a:lnTo>
                    <a:pt x="56064" y="69693"/>
                  </a:lnTo>
                  <a:lnTo>
                    <a:pt x="58198" y="69693"/>
                  </a:lnTo>
                  <a:lnTo>
                    <a:pt x="60964" y="70552"/>
                  </a:lnTo>
                  <a:lnTo>
                    <a:pt x="61191" y="72521"/>
                  </a:lnTo>
                  <a:lnTo>
                    <a:pt x="62529" y="74567"/>
                  </a:lnTo>
                  <a:lnTo>
                    <a:pt x="62933" y="72484"/>
                  </a:lnTo>
                  <a:lnTo>
                    <a:pt x="62769" y="68759"/>
                  </a:lnTo>
                  <a:lnTo>
                    <a:pt x="63805" y="66852"/>
                  </a:lnTo>
                  <a:lnTo>
                    <a:pt x="66797" y="64806"/>
                  </a:lnTo>
                  <a:lnTo>
                    <a:pt x="68300" y="62281"/>
                  </a:lnTo>
                  <a:lnTo>
                    <a:pt x="69083" y="60248"/>
                  </a:lnTo>
                  <a:lnTo>
                    <a:pt x="71684" y="57697"/>
                  </a:lnTo>
                  <a:lnTo>
                    <a:pt x="73338" y="57697"/>
                  </a:lnTo>
                  <a:lnTo>
                    <a:pt x="74197" y="55412"/>
                  </a:lnTo>
                  <a:lnTo>
                    <a:pt x="76722" y="53758"/>
                  </a:lnTo>
                  <a:lnTo>
                    <a:pt x="77833" y="55488"/>
                  </a:lnTo>
                  <a:lnTo>
                    <a:pt x="79879" y="54187"/>
                  </a:lnTo>
                  <a:lnTo>
                    <a:pt x="83351" y="52748"/>
                  </a:lnTo>
                  <a:lnTo>
                    <a:pt x="82569" y="51876"/>
                  </a:lnTo>
                  <a:lnTo>
                    <a:pt x="79412" y="52104"/>
                  </a:lnTo>
                  <a:lnTo>
                    <a:pt x="78692" y="50525"/>
                  </a:lnTo>
                  <a:lnTo>
                    <a:pt x="78692" y="49187"/>
                  </a:lnTo>
                  <a:lnTo>
                    <a:pt x="77833" y="48707"/>
                  </a:lnTo>
                  <a:lnTo>
                    <a:pt x="76091" y="49502"/>
                  </a:lnTo>
                  <a:lnTo>
                    <a:pt x="78540" y="48240"/>
                  </a:lnTo>
                  <a:lnTo>
                    <a:pt x="80902" y="48240"/>
                  </a:lnTo>
                  <a:lnTo>
                    <a:pt x="83111" y="48391"/>
                  </a:lnTo>
                  <a:lnTo>
                    <a:pt x="85725" y="46901"/>
                  </a:lnTo>
                  <a:cubicBezTo>
                    <a:pt x="85725" y="46901"/>
                    <a:pt x="87619" y="45474"/>
                    <a:pt x="87695" y="45361"/>
                  </a:cubicBezTo>
                  <a:cubicBezTo>
                    <a:pt x="87771" y="45247"/>
                    <a:pt x="86041" y="42204"/>
                    <a:pt x="86041" y="42204"/>
                  </a:cubicBezTo>
                  <a:lnTo>
                    <a:pt x="83983" y="40297"/>
                  </a:lnTo>
                  <a:lnTo>
                    <a:pt x="83591" y="38151"/>
                  </a:lnTo>
                  <a:lnTo>
                    <a:pt x="83111" y="33820"/>
                  </a:lnTo>
                  <a:lnTo>
                    <a:pt x="81066" y="36105"/>
                  </a:lnTo>
                  <a:lnTo>
                    <a:pt x="79172" y="35701"/>
                  </a:lnTo>
                  <a:lnTo>
                    <a:pt x="78856" y="33656"/>
                  </a:lnTo>
                  <a:lnTo>
                    <a:pt x="79639" y="32203"/>
                  </a:lnTo>
                  <a:lnTo>
                    <a:pt x="77909" y="31724"/>
                  </a:lnTo>
                  <a:lnTo>
                    <a:pt x="76798" y="30575"/>
                  </a:lnTo>
                  <a:lnTo>
                    <a:pt x="73957" y="30575"/>
                  </a:lnTo>
                  <a:lnTo>
                    <a:pt x="73098" y="30650"/>
                  </a:lnTo>
                  <a:lnTo>
                    <a:pt x="73010" y="33491"/>
                  </a:lnTo>
                  <a:lnTo>
                    <a:pt x="71671" y="34918"/>
                  </a:lnTo>
                  <a:lnTo>
                    <a:pt x="72467" y="36156"/>
                  </a:lnTo>
                  <a:lnTo>
                    <a:pt x="72694" y="38479"/>
                  </a:lnTo>
                  <a:lnTo>
                    <a:pt x="70573" y="40285"/>
                  </a:lnTo>
                  <a:lnTo>
                    <a:pt x="68603" y="40979"/>
                  </a:lnTo>
                  <a:lnTo>
                    <a:pt x="68603" y="44136"/>
                  </a:lnTo>
                  <a:lnTo>
                    <a:pt x="67340" y="44767"/>
                  </a:lnTo>
                  <a:lnTo>
                    <a:pt x="65913" y="42962"/>
                  </a:lnTo>
                  <a:lnTo>
                    <a:pt x="66545" y="40196"/>
                  </a:lnTo>
                  <a:lnTo>
                    <a:pt x="64386" y="39098"/>
                  </a:lnTo>
                  <a:lnTo>
                    <a:pt x="62113" y="37747"/>
                  </a:lnTo>
                  <a:lnTo>
                    <a:pt x="61115" y="36888"/>
                  </a:lnTo>
                  <a:lnTo>
                    <a:pt x="60092" y="36888"/>
                  </a:lnTo>
                  <a:lnTo>
                    <a:pt x="59852" y="34123"/>
                  </a:lnTo>
                  <a:lnTo>
                    <a:pt x="60244" y="31686"/>
                  </a:lnTo>
                  <a:lnTo>
                    <a:pt x="61088" y="29679"/>
                  </a:lnTo>
                  <a:lnTo>
                    <a:pt x="61088" y="29679"/>
                  </a:lnTo>
                  <a:cubicBezTo>
                    <a:pt x="61170" y="29674"/>
                    <a:pt x="61518" y="29543"/>
                    <a:pt x="62694" y="28958"/>
                  </a:cubicBezTo>
                  <a:cubicBezTo>
                    <a:pt x="63454" y="28578"/>
                    <a:pt x="63639" y="28510"/>
                    <a:pt x="63679" y="28510"/>
                  </a:cubicBezTo>
                  <a:cubicBezTo>
                    <a:pt x="63702" y="28510"/>
                    <a:pt x="63680" y="28531"/>
                    <a:pt x="63688" y="28531"/>
                  </a:cubicBezTo>
                  <a:cubicBezTo>
                    <a:pt x="63704" y="28531"/>
                    <a:pt x="63843" y="28444"/>
                    <a:pt x="64739" y="27910"/>
                  </a:cubicBezTo>
                  <a:cubicBezTo>
                    <a:pt x="66873" y="26648"/>
                    <a:pt x="66873" y="26648"/>
                    <a:pt x="66873" y="26648"/>
                  </a:cubicBezTo>
                  <a:lnTo>
                    <a:pt x="68451" y="25145"/>
                  </a:lnTo>
                  <a:lnTo>
                    <a:pt x="69714" y="23870"/>
                  </a:lnTo>
                  <a:lnTo>
                    <a:pt x="70585" y="23642"/>
                  </a:lnTo>
                  <a:lnTo>
                    <a:pt x="73969" y="23642"/>
                  </a:lnTo>
                  <a:lnTo>
                    <a:pt x="74121" y="21597"/>
                  </a:lnTo>
                  <a:lnTo>
                    <a:pt x="75144" y="19779"/>
                  </a:lnTo>
                  <a:lnTo>
                    <a:pt x="74677" y="18049"/>
                  </a:lnTo>
                  <a:lnTo>
                    <a:pt x="73035" y="16660"/>
                  </a:lnTo>
                  <a:lnTo>
                    <a:pt x="71987" y="18693"/>
                  </a:lnTo>
                  <a:lnTo>
                    <a:pt x="70371" y="19943"/>
                  </a:lnTo>
                  <a:lnTo>
                    <a:pt x="69234" y="20726"/>
                  </a:lnTo>
                  <a:lnTo>
                    <a:pt x="69234" y="18276"/>
                  </a:lnTo>
                  <a:lnTo>
                    <a:pt x="69487" y="17013"/>
                  </a:lnTo>
                  <a:lnTo>
                    <a:pt x="69487" y="17013"/>
                  </a:lnTo>
                  <a:lnTo>
                    <a:pt x="68439" y="17960"/>
                  </a:lnTo>
                  <a:lnTo>
                    <a:pt x="67403" y="15599"/>
                  </a:lnTo>
                  <a:lnTo>
                    <a:pt x="68565" y="14336"/>
                  </a:lnTo>
                  <a:lnTo>
                    <a:pt x="69373" y="12594"/>
                  </a:lnTo>
                  <a:lnTo>
                    <a:pt x="70636" y="9841"/>
                  </a:lnTo>
                  <a:lnTo>
                    <a:pt x="71633" y="9450"/>
                  </a:lnTo>
                  <a:lnTo>
                    <a:pt x="73401" y="7783"/>
                  </a:lnTo>
                  <a:lnTo>
                    <a:pt x="72618" y="7379"/>
                  </a:lnTo>
                  <a:lnTo>
                    <a:pt x="71633" y="7240"/>
                  </a:lnTo>
                  <a:lnTo>
                    <a:pt x="69234" y="7240"/>
                  </a:lnTo>
                  <a:lnTo>
                    <a:pt x="69234" y="9450"/>
                  </a:lnTo>
                  <a:lnTo>
                    <a:pt x="67164" y="12152"/>
                  </a:lnTo>
                  <a:lnTo>
                    <a:pt x="65408" y="14854"/>
                  </a:lnTo>
                  <a:lnTo>
                    <a:pt x="66280" y="16091"/>
                  </a:lnTo>
                  <a:lnTo>
                    <a:pt x="65926" y="18516"/>
                  </a:lnTo>
                  <a:lnTo>
                    <a:pt x="62921" y="20094"/>
                  </a:lnTo>
                  <a:lnTo>
                    <a:pt x="62921" y="18276"/>
                  </a:lnTo>
                  <a:lnTo>
                    <a:pt x="61191" y="18124"/>
                  </a:lnTo>
                  <a:lnTo>
                    <a:pt x="59701" y="19299"/>
                  </a:lnTo>
                  <a:lnTo>
                    <a:pt x="57845" y="16698"/>
                  </a:lnTo>
                  <a:lnTo>
                    <a:pt x="55673" y="16698"/>
                  </a:lnTo>
                  <a:lnTo>
                    <a:pt x="54966" y="18049"/>
                  </a:lnTo>
                  <a:lnTo>
                    <a:pt x="54259" y="19071"/>
                  </a:lnTo>
                  <a:lnTo>
                    <a:pt x="53223" y="16786"/>
                  </a:lnTo>
                  <a:cubicBezTo>
                    <a:pt x="53223" y="16786"/>
                    <a:pt x="52623" y="16998"/>
                    <a:pt x="52038" y="16998"/>
                  </a:cubicBezTo>
                  <a:cubicBezTo>
                    <a:pt x="51500" y="16998"/>
                    <a:pt x="50974" y="16819"/>
                    <a:pt x="50938" y="16129"/>
                  </a:cubicBezTo>
                  <a:cubicBezTo>
                    <a:pt x="50862" y="14690"/>
                    <a:pt x="50862" y="14677"/>
                    <a:pt x="50862" y="14677"/>
                  </a:cubicBezTo>
                  <a:lnTo>
                    <a:pt x="47629" y="11672"/>
                  </a:lnTo>
                  <a:lnTo>
                    <a:pt x="46594" y="10952"/>
                  </a:lnTo>
                  <a:lnTo>
                    <a:pt x="44788" y="11268"/>
                  </a:lnTo>
                  <a:lnTo>
                    <a:pt x="43993" y="8869"/>
                  </a:lnTo>
                  <a:lnTo>
                    <a:pt x="42579" y="8427"/>
                  </a:lnTo>
                  <a:lnTo>
                    <a:pt x="39030" y="8869"/>
                  </a:lnTo>
                  <a:lnTo>
                    <a:pt x="36972" y="8427"/>
                  </a:lnTo>
                  <a:lnTo>
                    <a:pt x="34295" y="6141"/>
                  </a:lnTo>
                  <a:lnTo>
                    <a:pt x="30747" y="4462"/>
                  </a:lnTo>
                  <a:lnTo>
                    <a:pt x="28159" y="1962"/>
                  </a:lnTo>
                  <a:lnTo>
                    <a:pt x="26037" y="194"/>
                  </a:lnTo>
                  <a:lnTo>
                    <a:pt x="23196" y="825"/>
                  </a:lnTo>
                  <a:cubicBezTo>
                    <a:pt x="23196" y="825"/>
                    <a:pt x="23017" y="0"/>
                    <a:pt x="22033" y="0"/>
                  </a:cubicBez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6" name="Google Shape;1886;p81"/>
            <p:cNvSpPr/>
            <p:nvPr/>
          </p:nvSpPr>
          <p:spPr>
            <a:xfrm>
              <a:off x="1940550" y="1654925"/>
              <a:ext cx="124725" cy="149650"/>
            </a:xfrm>
            <a:custGeom>
              <a:avLst/>
              <a:gdLst/>
              <a:ahLst/>
              <a:cxnLst/>
              <a:rect l="l" t="t" r="r" b="b"/>
              <a:pathLst>
                <a:path w="4989" h="5986" extrusionOk="0">
                  <a:moveTo>
                    <a:pt x="2425" y="0"/>
                  </a:moveTo>
                  <a:lnTo>
                    <a:pt x="1023" y="1200"/>
                  </a:lnTo>
                  <a:lnTo>
                    <a:pt x="1" y="3851"/>
                  </a:lnTo>
                  <a:lnTo>
                    <a:pt x="1" y="5985"/>
                  </a:lnTo>
                  <a:lnTo>
                    <a:pt x="2362" y="4104"/>
                  </a:lnTo>
                  <a:lnTo>
                    <a:pt x="3511" y="4887"/>
                  </a:lnTo>
                  <a:lnTo>
                    <a:pt x="4988" y="4419"/>
                  </a:lnTo>
                  <a:lnTo>
                    <a:pt x="3271" y="2210"/>
                  </a:lnTo>
                  <a:lnTo>
                    <a:pt x="2425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7" name="Google Shape;1887;p81"/>
            <p:cNvSpPr/>
            <p:nvPr/>
          </p:nvSpPr>
          <p:spPr>
            <a:xfrm>
              <a:off x="2019475" y="1292525"/>
              <a:ext cx="410075" cy="583375"/>
            </a:xfrm>
            <a:custGeom>
              <a:avLst/>
              <a:gdLst/>
              <a:ahLst/>
              <a:cxnLst/>
              <a:rect l="l" t="t" r="r" b="b"/>
              <a:pathLst>
                <a:path w="16403" h="23335" extrusionOk="0">
                  <a:moveTo>
                    <a:pt x="4129" y="0"/>
                  </a:moveTo>
                  <a:lnTo>
                    <a:pt x="1213" y="2122"/>
                  </a:lnTo>
                  <a:lnTo>
                    <a:pt x="0" y="4407"/>
                  </a:lnTo>
                  <a:lnTo>
                    <a:pt x="0" y="7248"/>
                  </a:lnTo>
                  <a:lnTo>
                    <a:pt x="2122" y="6857"/>
                  </a:lnTo>
                  <a:lnTo>
                    <a:pt x="4571" y="8347"/>
                  </a:lnTo>
                  <a:lnTo>
                    <a:pt x="6541" y="8827"/>
                  </a:lnTo>
                  <a:lnTo>
                    <a:pt x="7210" y="7576"/>
                  </a:lnTo>
                  <a:lnTo>
                    <a:pt x="8170" y="11339"/>
                  </a:lnTo>
                  <a:lnTo>
                    <a:pt x="9521" y="12842"/>
                  </a:lnTo>
                  <a:lnTo>
                    <a:pt x="8258" y="15052"/>
                  </a:lnTo>
                  <a:cubicBezTo>
                    <a:pt x="8258" y="15052"/>
                    <a:pt x="8978" y="16314"/>
                    <a:pt x="6996" y="16706"/>
                  </a:cubicBezTo>
                  <a:cubicBezTo>
                    <a:pt x="5026" y="17097"/>
                    <a:pt x="6364" y="16946"/>
                    <a:pt x="5026" y="17097"/>
                  </a:cubicBezTo>
                  <a:cubicBezTo>
                    <a:pt x="3688" y="17261"/>
                    <a:pt x="3688" y="17539"/>
                    <a:pt x="3688" y="17539"/>
                  </a:cubicBezTo>
                  <a:lnTo>
                    <a:pt x="4180" y="18915"/>
                  </a:lnTo>
                  <a:lnTo>
                    <a:pt x="6604" y="18915"/>
                  </a:lnTo>
                  <a:lnTo>
                    <a:pt x="7943" y="20810"/>
                  </a:lnTo>
                  <a:lnTo>
                    <a:pt x="9521" y="22539"/>
                  </a:lnTo>
                  <a:lnTo>
                    <a:pt x="11579" y="23335"/>
                  </a:lnTo>
                  <a:lnTo>
                    <a:pt x="10405" y="20532"/>
                  </a:lnTo>
                  <a:lnTo>
                    <a:pt x="12375" y="21693"/>
                  </a:lnTo>
                  <a:lnTo>
                    <a:pt x="13473" y="20115"/>
                  </a:lnTo>
                  <a:lnTo>
                    <a:pt x="12059" y="16794"/>
                  </a:lnTo>
                  <a:lnTo>
                    <a:pt x="12615" y="15923"/>
                  </a:lnTo>
                  <a:lnTo>
                    <a:pt x="14420" y="18360"/>
                  </a:lnTo>
                  <a:lnTo>
                    <a:pt x="15683" y="16794"/>
                  </a:lnTo>
                  <a:lnTo>
                    <a:pt x="16403" y="15052"/>
                  </a:lnTo>
                  <a:lnTo>
                    <a:pt x="12931" y="12135"/>
                  </a:lnTo>
                  <a:lnTo>
                    <a:pt x="14269" y="11630"/>
                  </a:lnTo>
                  <a:lnTo>
                    <a:pt x="13549" y="8195"/>
                  </a:lnTo>
                  <a:lnTo>
                    <a:pt x="12211" y="5821"/>
                  </a:lnTo>
                  <a:lnTo>
                    <a:pt x="10721" y="4963"/>
                  </a:lnTo>
                  <a:lnTo>
                    <a:pt x="9067" y="3624"/>
                  </a:lnTo>
                  <a:lnTo>
                    <a:pt x="10557" y="3069"/>
                  </a:lnTo>
                  <a:lnTo>
                    <a:pt x="10165" y="1414"/>
                  </a:lnTo>
                  <a:lnTo>
                    <a:pt x="7918" y="354"/>
                  </a:lnTo>
                  <a:lnTo>
                    <a:pt x="5670" y="1326"/>
                  </a:lnTo>
                  <a:lnTo>
                    <a:pt x="5165" y="2677"/>
                  </a:lnTo>
                  <a:lnTo>
                    <a:pt x="3814" y="4256"/>
                  </a:lnTo>
                  <a:lnTo>
                    <a:pt x="2993" y="3069"/>
                  </a:lnTo>
                  <a:lnTo>
                    <a:pt x="4129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8" name="Google Shape;1888;p81"/>
            <p:cNvSpPr/>
            <p:nvPr/>
          </p:nvSpPr>
          <p:spPr>
            <a:xfrm>
              <a:off x="2342725" y="2272700"/>
              <a:ext cx="102300" cy="109875"/>
            </a:xfrm>
            <a:custGeom>
              <a:avLst/>
              <a:gdLst/>
              <a:ahLst/>
              <a:cxnLst/>
              <a:rect l="l" t="t" r="r" b="b"/>
              <a:pathLst>
                <a:path w="4092" h="4395" extrusionOk="0">
                  <a:moveTo>
                    <a:pt x="112" y="2946"/>
                  </a:moveTo>
                  <a:cubicBezTo>
                    <a:pt x="41" y="2963"/>
                    <a:pt x="1" y="2986"/>
                    <a:pt x="1" y="3018"/>
                  </a:cubicBezTo>
                  <a:cubicBezTo>
                    <a:pt x="1" y="3026"/>
                    <a:pt x="3" y="3031"/>
                    <a:pt x="9" y="3031"/>
                  </a:cubicBezTo>
                  <a:cubicBezTo>
                    <a:pt x="25" y="3031"/>
                    <a:pt x="60" y="3000"/>
                    <a:pt x="112" y="2946"/>
                  </a:cubicBezTo>
                  <a:close/>
                  <a:moveTo>
                    <a:pt x="2337" y="0"/>
                  </a:moveTo>
                  <a:cubicBezTo>
                    <a:pt x="2337" y="0"/>
                    <a:pt x="576" y="2455"/>
                    <a:pt x="112" y="2946"/>
                  </a:cubicBezTo>
                  <a:lnTo>
                    <a:pt x="112" y="2946"/>
                  </a:lnTo>
                  <a:cubicBezTo>
                    <a:pt x="226" y="2918"/>
                    <a:pt x="419" y="2908"/>
                    <a:pt x="644" y="2908"/>
                  </a:cubicBezTo>
                  <a:cubicBezTo>
                    <a:pt x="1336" y="2908"/>
                    <a:pt x="2337" y="3005"/>
                    <a:pt x="2337" y="3005"/>
                  </a:cubicBezTo>
                  <a:lnTo>
                    <a:pt x="3145" y="4394"/>
                  </a:lnTo>
                  <a:lnTo>
                    <a:pt x="4092" y="3990"/>
                  </a:lnTo>
                  <a:lnTo>
                    <a:pt x="4092" y="2096"/>
                  </a:lnTo>
                  <a:lnTo>
                    <a:pt x="2438" y="1465"/>
                  </a:lnTo>
                  <a:lnTo>
                    <a:pt x="2337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89" name="Google Shape;1889;p81"/>
            <p:cNvSpPr/>
            <p:nvPr/>
          </p:nvSpPr>
          <p:spPr>
            <a:xfrm>
              <a:off x="1713900" y="3010725"/>
              <a:ext cx="224775" cy="69925"/>
            </a:xfrm>
            <a:custGeom>
              <a:avLst/>
              <a:gdLst/>
              <a:ahLst/>
              <a:cxnLst/>
              <a:rect l="l" t="t" r="r" b="b"/>
              <a:pathLst>
                <a:path w="8991" h="2797" extrusionOk="0">
                  <a:moveTo>
                    <a:pt x="1112" y="1"/>
                  </a:moveTo>
                  <a:lnTo>
                    <a:pt x="0" y="556"/>
                  </a:lnTo>
                  <a:lnTo>
                    <a:pt x="1112" y="834"/>
                  </a:lnTo>
                  <a:cubicBezTo>
                    <a:pt x="1112" y="834"/>
                    <a:pt x="3864" y="1125"/>
                    <a:pt x="4104" y="1125"/>
                  </a:cubicBezTo>
                  <a:cubicBezTo>
                    <a:pt x="4344" y="1125"/>
                    <a:pt x="6705" y="2110"/>
                    <a:pt x="6705" y="2110"/>
                  </a:cubicBezTo>
                  <a:cubicBezTo>
                    <a:pt x="6705" y="2110"/>
                    <a:pt x="5423" y="2797"/>
                    <a:pt x="5497" y="2797"/>
                  </a:cubicBezTo>
                  <a:cubicBezTo>
                    <a:pt x="5501" y="2797"/>
                    <a:pt x="5508" y="2795"/>
                    <a:pt x="5518" y="2791"/>
                  </a:cubicBezTo>
                  <a:cubicBezTo>
                    <a:pt x="5758" y="2716"/>
                    <a:pt x="8991" y="2463"/>
                    <a:pt x="8991" y="2463"/>
                  </a:cubicBezTo>
                  <a:lnTo>
                    <a:pt x="7892" y="1390"/>
                  </a:lnTo>
                  <a:lnTo>
                    <a:pt x="3246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0" name="Google Shape;1890;p81"/>
            <p:cNvSpPr/>
            <p:nvPr/>
          </p:nvSpPr>
          <p:spPr>
            <a:xfrm>
              <a:off x="1938650" y="3067875"/>
              <a:ext cx="120300" cy="55275"/>
            </a:xfrm>
            <a:custGeom>
              <a:avLst/>
              <a:gdLst/>
              <a:ahLst/>
              <a:cxnLst/>
              <a:rect l="l" t="t" r="r" b="b"/>
              <a:pathLst>
                <a:path w="4812" h="2211" extrusionOk="0">
                  <a:moveTo>
                    <a:pt x="1807" y="0"/>
                  </a:moveTo>
                  <a:lnTo>
                    <a:pt x="1099" y="1036"/>
                  </a:lnTo>
                  <a:lnTo>
                    <a:pt x="1" y="2210"/>
                  </a:lnTo>
                  <a:lnTo>
                    <a:pt x="1" y="2210"/>
                  </a:lnTo>
                  <a:lnTo>
                    <a:pt x="2842" y="1743"/>
                  </a:lnTo>
                  <a:lnTo>
                    <a:pt x="4812" y="2210"/>
                  </a:lnTo>
                  <a:lnTo>
                    <a:pt x="4812" y="2210"/>
                  </a:lnTo>
                  <a:lnTo>
                    <a:pt x="4408" y="493"/>
                  </a:lnTo>
                  <a:lnTo>
                    <a:pt x="1807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1" name="Google Shape;1891;p81"/>
            <p:cNvSpPr/>
            <p:nvPr/>
          </p:nvSpPr>
          <p:spPr>
            <a:xfrm>
              <a:off x="1843950" y="3121225"/>
              <a:ext cx="55275" cy="29075"/>
            </a:xfrm>
            <a:custGeom>
              <a:avLst/>
              <a:gdLst/>
              <a:ahLst/>
              <a:cxnLst/>
              <a:rect l="l" t="t" r="r" b="b"/>
              <a:pathLst>
                <a:path w="2211" h="1163" extrusionOk="0">
                  <a:moveTo>
                    <a:pt x="1" y="0"/>
                  </a:moveTo>
                  <a:lnTo>
                    <a:pt x="1226" y="1162"/>
                  </a:lnTo>
                  <a:lnTo>
                    <a:pt x="2211" y="278"/>
                  </a:lnTo>
                  <a:lnTo>
                    <a:pt x="1655" y="0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2" name="Google Shape;1892;p81"/>
            <p:cNvSpPr/>
            <p:nvPr/>
          </p:nvSpPr>
          <p:spPr>
            <a:xfrm>
              <a:off x="2090500" y="3105425"/>
              <a:ext cx="65050" cy="33175"/>
            </a:xfrm>
            <a:custGeom>
              <a:avLst/>
              <a:gdLst/>
              <a:ahLst/>
              <a:cxnLst/>
              <a:rect l="l" t="t" r="r" b="b"/>
              <a:pathLst>
                <a:path w="2602" h="1327" extrusionOk="0">
                  <a:moveTo>
                    <a:pt x="0" y="1"/>
                  </a:moveTo>
                  <a:lnTo>
                    <a:pt x="468" y="1327"/>
                  </a:lnTo>
                  <a:lnTo>
                    <a:pt x="2602" y="658"/>
                  </a:lnTo>
                  <a:lnTo>
                    <a:pt x="0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893" name="Google Shape;1893;p81"/>
            <p:cNvSpPr/>
            <p:nvPr/>
          </p:nvSpPr>
          <p:spPr>
            <a:xfrm>
              <a:off x="3780950" y="1045975"/>
              <a:ext cx="134825" cy="91250"/>
            </a:xfrm>
            <a:custGeom>
              <a:avLst/>
              <a:gdLst/>
              <a:ahLst/>
              <a:cxnLst/>
              <a:rect l="l" t="t" r="r" b="b"/>
              <a:pathLst>
                <a:path w="5393" h="3650" extrusionOk="0">
                  <a:moveTo>
                    <a:pt x="1175" y="1"/>
                  </a:moveTo>
                  <a:lnTo>
                    <a:pt x="0" y="1137"/>
                  </a:lnTo>
                  <a:lnTo>
                    <a:pt x="2235" y="2842"/>
                  </a:lnTo>
                  <a:lnTo>
                    <a:pt x="3612" y="3650"/>
                  </a:lnTo>
                  <a:lnTo>
                    <a:pt x="5392" y="1819"/>
                  </a:lnTo>
                  <a:lnTo>
                    <a:pt x="4584" y="329"/>
                  </a:lnTo>
                  <a:lnTo>
                    <a:pt x="3208" y="1"/>
                  </a:lnTo>
                  <a:lnTo>
                    <a:pt x="2703" y="1137"/>
                  </a:lnTo>
                  <a:lnTo>
                    <a:pt x="1175" y="1"/>
                  </a:lnTo>
                  <a:close/>
                </a:path>
              </a:pathLst>
            </a:custGeom>
            <a:solidFill>
              <a:schemeClr val="lt1"/>
            </a:solidFill>
            <a:ln w="28575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1894" name="Google Shape;1894;p81"/>
          <p:cNvSpPr txBox="1"/>
          <p:nvPr/>
        </p:nvSpPr>
        <p:spPr>
          <a:xfrm>
            <a:off x="5314275" y="1660175"/>
            <a:ext cx="2739600" cy="4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VENUS</a:t>
            </a:r>
            <a:endParaRPr sz="2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5" name="Google Shape;1895;p81"/>
          <p:cNvSpPr txBox="1"/>
          <p:nvPr/>
        </p:nvSpPr>
        <p:spPr>
          <a:xfrm>
            <a:off x="5314275" y="2033621"/>
            <a:ext cx="2739600" cy="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It has a beautiful name and is the second planet from the Sun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896" name="Google Shape;1896;p81"/>
          <p:cNvSpPr txBox="1"/>
          <p:nvPr/>
        </p:nvSpPr>
        <p:spPr>
          <a:xfrm>
            <a:off x="5314175" y="2906275"/>
            <a:ext cx="2739600" cy="490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MERCURY</a:t>
            </a:r>
            <a:endParaRPr sz="2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897" name="Google Shape;1897;p81"/>
          <p:cNvSpPr txBox="1"/>
          <p:nvPr/>
        </p:nvSpPr>
        <p:spPr>
          <a:xfrm>
            <a:off x="5314175" y="3277489"/>
            <a:ext cx="2739600" cy="605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Mercury’s name has nothing to do with the liquid metal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898" name="Google Shape;1898;p81"/>
          <p:cNvSpPr/>
          <p:nvPr/>
        </p:nvSpPr>
        <p:spPr>
          <a:xfrm>
            <a:off x="8118538" y="1763975"/>
            <a:ext cx="283200" cy="283200"/>
          </a:xfrm>
          <a:prstGeom prst="ellipse">
            <a:avLst/>
          </a:prstGeom>
          <a:solidFill>
            <a:schemeClr val="accent4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99" name="Google Shape;1899;p81"/>
          <p:cNvSpPr/>
          <p:nvPr/>
        </p:nvSpPr>
        <p:spPr>
          <a:xfrm>
            <a:off x="8118538" y="3010075"/>
            <a:ext cx="283200" cy="283200"/>
          </a:xfrm>
          <a:prstGeom prst="ellipse">
            <a:avLst/>
          </a:prstGeom>
          <a:solidFill>
            <a:schemeClr val="accent6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0" name="Google Shape;1900;p81"/>
          <p:cNvSpPr/>
          <p:nvPr/>
        </p:nvSpPr>
        <p:spPr>
          <a:xfrm>
            <a:off x="1255863" y="2033625"/>
            <a:ext cx="283200" cy="283200"/>
          </a:xfrm>
          <a:prstGeom prst="ellipse">
            <a:avLst/>
          </a:prstGeom>
          <a:solidFill>
            <a:schemeClr val="accent4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1" name="Google Shape;1901;p81"/>
          <p:cNvSpPr/>
          <p:nvPr/>
        </p:nvSpPr>
        <p:spPr>
          <a:xfrm>
            <a:off x="3014363" y="3188175"/>
            <a:ext cx="283200" cy="283200"/>
          </a:xfrm>
          <a:prstGeom prst="ellipse">
            <a:avLst/>
          </a:prstGeom>
          <a:solidFill>
            <a:schemeClr val="accent4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2" name="Google Shape;1902;p81"/>
          <p:cNvSpPr/>
          <p:nvPr/>
        </p:nvSpPr>
        <p:spPr>
          <a:xfrm>
            <a:off x="1893013" y="3277500"/>
            <a:ext cx="283200" cy="283200"/>
          </a:xfrm>
          <a:prstGeom prst="ellipse">
            <a:avLst/>
          </a:prstGeom>
          <a:solidFill>
            <a:schemeClr val="accent6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3" name="Google Shape;1903;p81"/>
          <p:cNvSpPr/>
          <p:nvPr/>
        </p:nvSpPr>
        <p:spPr>
          <a:xfrm>
            <a:off x="3339588" y="2194875"/>
            <a:ext cx="283200" cy="283200"/>
          </a:xfrm>
          <a:prstGeom prst="ellipse">
            <a:avLst/>
          </a:prstGeom>
          <a:solidFill>
            <a:schemeClr val="accent6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4" name="Google Shape;1904;p81"/>
          <p:cNvSpPr/>
          <p:nvPr/>
        </p:nvSpPr>
        <p:spPr>
          <a:xfrm>
            <a:off x="3943288" y="2531200"/>
            <a:ext cx="283200" cy="283200"/>
          </a:xfrm>
          <a:prstGeom prst="ellipse">
            <a:avLst/>
          </a:prstGeom>
          <a:solidFill>
            <a:schemeClr val="accent6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5" name="Google Shape;1905;p81"/>
          <p:cNvSpPr/>
          <p:nvPr/>
        </p:nvSpPr>
        <p:spPr>
          <a:xfrm>
            <a:off x="4102563" y="1911675"/>
            <a:ext cx="283200" cy="283200"/>
          </a:xfrm>
          <a:prstGeom prst="ellipse">
            <a:avLst/>
          </a:prstGeom>
          <a:solidFill>
            <a:schemeClr val="accent4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0" name="Google Shape;1910;p82"/>
          <p:cNvSpPr/>
          <p:nvPr/>
        </p:nvSpPr>
        <p:spPr>
          <a:xfrm>
            <a:off x="5974888" y="2665950"/>
            <a:ext cx="2505300" cy="18450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1" name="Google Shape;1911;p82"/>
          <p:cNvSpPr/>
          <p:nvPr/>
        </p:nvSpPr>
        <p:spPr>
          <a:xfrm>
            <a:off x="3319575" y="2663325"/>
            <a:ext cx="2505300" cy="18450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2" name="Google Shape;1912;p82"/>
          <p:cNvSpPr/>
          <p:nvPr/>
        </p:nvSpPr>
        <p:spPr>
          <a:xfrm>
            <a:off x="664250" y="2655225"/>
            <a:ext cx="2505300" cy="18450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13" name="Google Shape;1913;p82"/>
          <p:cNvSpPr/>
          <p:nvPr/>
        </p:nvSpPr>
        <p:spPr>
          <a:xfrm>
            <a:off x="713475" y="1949202"/>
            <a:ext cx="7717500" cy="466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WRITE YOUR ANSWER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4" name="Google Shape;1914;p82"/>
          <p:cNvSpPr/>
          <p:nvPr/>
        </p:nvSpPr>
        <p:spPr>
          <a:xfrm>
            <a:off x="713225" y="1235077"/>
            <a:ext cx="7717500" cy="4668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WRITE YOUR QUESTION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15" name="Google Shape;1915;p82"/>
          <p:cNvSpPr txBox="1">
            <a:spLocks noGrp="1"/>
          </p:cNvSpPr>
          <p:nvPr>
            <p:ph type="title"/>
          </p:nvPr>
        </p:nvSpPr>
        <p:spPr>
          <a:xfrm>
            <a:off x="713250" y="4174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ANSWER AND ARGUMENTS</a:t>
            </a:r>
            <a:endParaRPr/>
          </a:p>
        </p:txBody>
      </p:sp>
      <p:graphicFrame>
        <p:nvGraphicFramePr>
          <p:cNvPr id="1916" name="Google Shape;1916;p82"/>
          <p:cNvGraphicFramePr/>
          <p:nvPr/>
        </p:nvGraphicFramePr>
        <p:xfrm>
          <a:off x="664275" y="266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{7DA282E1-6CAF-4ECE-B9A7-BC547073AE35}</a:tableStyleId>
              </a:tblPr>
              <a:tblGrid>
                <a:gridCol w="2505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2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MARS</a:t>
                      </a:r>
                      <a:endParaRPr sz="2100" b="1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2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Despite being red, Mars is actually a cold place. It's full of iron oxide dust, which gives the planet its reddish cast</a:t>
                      </a:r>
                      <a:endParaRPr sz="1800"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17" name="Google Shape;1917;p82"/>
          <p:cNvGraphicFramePr/>
          <p:nvPr/>
        </p:nvGraphicFramePr>
        <p:xfrm>
          <a:off x="3319600" y="26633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{7DA282E1-6CAF-4ECE-B9A7-BC547073AE35}</a:tableStyleId>
              </a:tblPr>
              <a:tblGrid>
                <a:gridCol w="2505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2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MERCURY</a:t>
                      </a:r>
                      <a:endParaRPr sz="2100" b="1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2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Mercury’s name has nothing to do with the liquid metal, since this planet was named after a Roman god</a:t>
                      </a:r>
                      <a:endParaRPr sz="1800"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918" name="Google Shape;1918;p82"/>
          <p:cNvGraphicFramePr/>
          <p:nvPr/>
        </p:nvGraphicFramePr>
        <p:xfrm>
          <a:off x="5974888" y="26659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{7DA282E1-6CAF-4ECE-B9A7-BC547073AE35}</a:tableStyleId>
              </a:tblPr>
              <a:tblGrid>
                <a:gridCol w="2505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5029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 b="1">
                          <a:solidFill>
                            <a:schemeClr val="dk1"/>
                          </a:solidFill>
                          <a:latin typeface="Inter"/>
                          <a:ea typeface="Inter"/>
                          <a:cs typeface="Inter"/>
                          <a:sym typeface="Inter"/>
                        </a:rPr>
                        <a:t>VENUS</a:t>
                      </a:r>
                      <a:endParaRPr sz="2100" b="1">
                        <a:solidFill>
                          <a:schemeClr val="dk1"/>
                        </a:solidFill>
                        <a:latin typeface="Inter"/>
                        <a:ea typeface="Inter"/>
                        <a:cs typeface="Inter"/>
                        <a:sym typeface="Inte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30297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It has a beautiful name and is the second planet from the Sun. It’s terribly hot and its atmosphere is poisonous</a:t>
                      </a:r>
                      <a:endParaRPr sz="1600"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28575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1919" name="Google Shape;1919;p82"/>
          <p:cNvCxnSpPr>
            <a:stCxn id="1914" idx="2"/>
            <a:endCxn id="1920" idx="0"/>
          </p:cNvCxnSpPr>
          <p:nvPr/>
        </p:nvCxnSpPr>
        <p:spPr>
          <a:xfrm>
            <a:off x="4571975" y="1701877"/>
            <a:ext cx="300" cy="2334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1" name="Google Shape;1921;p82"/>
          <p:cNvCxnSpPr/>
          <p:nvPr/>
        </p:nvCxnSpPr>
        <p:spPr>
          <a:xfrm>
            <a:off x="4571975" y="2429925"/>
            <a:ext cx="0" cy="234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2" name="Google Shape;1922;p82"/>
          <p:cNvCxnSpPr/>
          <p:nvPr/>
        </p:nvCxnSpPr>
        <p:spPr>
          <a:xfrm>
            <a:off x="1916450" y="2429925"/>
            <a:ext cx="900" cy="237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23" name="Google Shape;1923;p82"/>
          <p:cNvCxnSpPr/>
          <p:nvPr/>
        </p:nvCxnSpPr>
        <p:spPr>
          <a:xfrm>
            <a:off x="7226600" y="2481463"/>
            <a:ext cx="900" cy="237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8" name="Google Shape;1928;p83"/>
          <p:cNvSpPr/>
          <p:nvPr/>
        </p:nvSpPr>
        <p:spPr>
          <a:xfrm>
            <a:off x="943775" y="1424350"/>
            <a:ext cx="3114600" cy="524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REQUIREMENTS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29" name="Google Shape;1929;p83"/>
          <p:cNvSpPr/>
          <p:nvPr/>
        </p:nvSpPr>
        <p:spPr>
          <a:xfrm>
            <a:off x="1201875" y="2031713"/>
            <a:ext cx="3114600" cy="524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DESIGN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0" name="Google Shape;1930;p83"/>
          <p:cNvSpPr/>
          <p:nvPr/>
        </p:nvSpPr>
        <p:spPr>
          <a:xfrm>
            <a:off x="1599775" y="2643950"/>
            <a:ext cx="3114600" cy="524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IMPLEMENTATION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1" name="Google Shape;1931;p83"/>
          <p:cNvSpPr/>
          <p:nvPr/>
        </p:nvSpPr>
        <p:spPr>
          <a:xfrm>
            <a:off x="1969875" y="3251325"/>
            <a:ext cx="3114600" cy="524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VERIFICATION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2" name="Google Shape;1932;p83"/>
          <p:cNvSpPr/>
          <p:nvPr/>
        </p:nvSpPr>
        <p:spPr>
          <a:xfrm>
            <a:off x="2281550" y="3859900"/>
            <a:ext cx="3114600" cy="524400"/>
          </a:xfrm>
          <a:prstGeom prst="roundRect">
            <a:avLst>
              <a:gd name="adj" fmla="val 16667"/>
            </a:avLst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MAINTENANCE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33" name="Google Shape;1933;p83"/>
          <p:cNvSpPr txBox="1">
            <a:spLocks noGrp="1"/>
          </p:cNvSpPr>
          <p:nvPr>
            <p:ph type="title"/>
          </p:nvPr>
        </p:nvSpPr>
        <p:spPr>
          <a:xfrm>
            <a:off x="713250" y="4174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WATERFALL MANAGEMENT PLAN</a:t>
            </a:r>
            <a:endParaRPr/>
          </a:p>
        </p:txBody>
      </p:sp>
      <p:sp>
        <p:nvSpPr>
          <p:cNvPr id="1934" name="Google Shape;1934;p83"/>
          <p:cNvSpPr txBox="1"/>
          <p:nvPr/>
        </p:nvSpPr>
        <p:spPr>
          <a:xfrm>
            <a:off x="5781925" y="3861150"/>
            <a:ext cx="24183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</a:pPr>
            <a:r>
              <a:rPr lang="en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Venus is the second planet from the Sun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935" name="Google Shape;1935;p83"/>
          <p:cNvSpPr txBox="1"/>
          <p:nvPr/>
        </p:nvSpPr>
        <p:spPr>
          <a:xfrm>
            <a:off x="5460675" y="3249500"/>
            <a:ext cx="24183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Saturn is a gas giant and has several rings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936" name="Google Shape;1936;p83"/>
          <p:cNvSpPr txBox="1"/>
          <p:nvPr/>
        </p:nvSpPr>
        <p:spPr>
          <a:xfrm>
            <a:off x="5052475" y="2637850"/>
            <a:ext cx="24183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Mercury is the closest planet to the Sun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937" name="Google Shape;1937;p83"/>
          <p:cNvSpPr txBox="1"/>
          <p:nvPr/>
        </p:nvSpPr>
        <p:spPr>
          <a:xfrm>
            <a:off x="4675575" y="2026200"/>
            <a:ext cx="24183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Jupiter is the biggest planet of them all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938" name="Google Shape;1938;p83"/>
          <p:cNvSpPr txBox="1"/>
          <p:nvPr/>
        </p:nvSpPr>
        <p:spPr>
          <a:xfrm>
            <a:off x="4416425" y="1423200"/>
            <a:ext cx="2418300" cy="529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274300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Neptune is the farthest planet from the Sun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cxnSp>
        <p:nvCxnSpPr>
          <p:cNvPr id="1939" name="Google Shape;1939;p83"/>
          <p:cNvCxnSpPr>
            <a:stCxn id="1929" idx="3"/>
            <a:endCxn id="1937" idx="1"/>
          </p:cNvCxnSpPr>
          <p:nvPr/>
        </p:nvCxnSpPr>
        <p:spPr>
          <a:xfrm rot="10800000" flipH="1">
            <a:off x="4316475" y="2290913"/>
            <a:ext cx="359100" cy="30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0" name="Google Shape;1940;p83"/>
          <p:cNvCxnSpPr>
            <a:stCxn id="1930" idx="3"/>
            <a:endCxn id="1936" idx="1"/>
          </p:cNvCxnSpPr>
          <p:nvPr/>
        </p:nvCxnSpPr>
        <p:spPr>
          <a:xfrm rot="10800000" flipH="1">
            <a:off x="4714375" y="2902550"/>
            <a:ext cx="338100" cy="3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1" name="Google Shape;1941;p83"/>
          <p:cNvCxnSpPr>
            <a:stCxn id="1931" idx="3"/>
            <a:endCxn id="1935" idx="1"/>
          </p:cNvCxnSpPr>
          <p:nvPr/>
        </p:nvCxnSpPr>
        <p:spPr>
          <a:xfrm>
            <a:off x="5084475" y="3513525"/>
            <a:ext cx="376200" cy="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2" name="Google Shape;1942;p83"/>
          <p:cNvCxnSpPr>
            <a:stCxn id="1932" idx="3"/>
            <a:endCxn id="1934" idx="1"/>
          </p:cNvCxnSpPr>
          <p:nvPr/>
        </p:nvCxnSpPr>
        <p:spPr>
          <a:xfrm>
            <a:off x="5396150" y="4122100"/>
            <a:ext cx="385800" cy="36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43" name="Google Shape;1943;p83"/>
          <p:cNvCxnSpPr>
            <a:stCxn id="1928" idx="3"/>
            <a:endCxn id="1938" idx="1"/>
          </p:cNvCxnSpPr>
          <p:nvPr/>
        </p:nvCxnSpPr>
        <p:spPr>
          <a:xfrm>
            <a:off x="4058375" y="1686550"/>
            <a:ext cx="358200" cy="12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8" name="Google Shape;1948;p84"/>
          <p:cNvSpPr/>
          <p:nvPr/>
        </p:nvSpPr>
        <p:spPr>
          <a:xfrm>
            <a:off x="6140625" y="2751575"/>
            <a:ext cx="2021700" cy="14889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9" name="Google Shape;1949;p84"/>
          <p:cNvSpPr/>
          <p:nvPr/>
        </p:nvSpPr>
        <p:spPr>
          <a:xfrm>
            <a:off x="3561175" y="2751575"/>
            <a:ext cx="2021700" cy="14889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0" name="Google Shape;1950;p84"/>
          <p:cNvSpPr/>
          <p:nvPr/>
        </p:nvSpPr>
        <p:spPr>
          <a:xfrm>
            <a:off x="981725" y="2751575"/>
            <a:ext cx="2021700" cy="14889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51" name="Google Shape;1951;p84"/>
          <p:cNvSpPr txBox="1">
            <a:spLocks noGrp="1"/>
          </p:cNvSpPr>
          <p:nvPr>
            <p:ph type="title"/>
          </p:nvPr>
        </p:nvSpPr>
        <p:spPr>
          <a:xfrm>
            <a:off x="713250" y="4174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MATURITY MODEL</a:t>
            </a:r>
            <a:endParaRPr/>
          </a:p>
        </p:txBody>
      </p:sp>
      <p:sp>
        <p:nvSpPr>
          <p:cNvPr id="1952" name="Google Shape;1952;p84"/>
          <p:cNvSpPr txBox="1">
            <a:spLocks noGrp="1"/>
          </p:cNvSpPr>
          <p:nvPr>
            <p:ph type="title" idx="2"/>
          </p:nvPr>
        </p:nvSpPr>
        <p:spPr>
          <a:xfrm>
            <a:off x="3529227" y="2891375"/>
            <a:ext cx="2085600" cy="4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STANDARD</a:t>
            </a:r>
            <a:endParaRPr/>
          </a:p>
        </p:txBody>
      </p:sp>
      <p:sp>
        <p:nvSpPr>
          <p:cNvPr id="1953" name="Google Shape;1953;p84"/>
          <p:cNvSpPr txBox="1">
            <a:spLocks noGrp="1"/>
          </p:cNvSpPr>
          <p:nvPr>
            <p:ph type="title" idx="3"/>
          </p:nvPr>
        </p:nvSpPr>
        <p:spPr>
          <a:xfrm>
            <a:off x="3529225" y="3326223"/>
            <a:ext cx="2085600" cy="7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Venus has a beautiful name and is the second planet from the Sun</a:t>
            </a:r>
            <a:endParaRPr/>
          </a:p>
        </p:txBody>
      </p:sp>
      <p:sp>
        <p:nvSpPr>
          <p:cNvPr id="1954" name="Google Shape;1954;p84"/>
          <p:cNvSpPr txBox="1">
            <a:spLocks noGrp="1"/>
          </p:cNvSpPr>
          <p:nvPr>
            <p:ph type="title" idx="4"/>
          </p:nvPr>
        </p:nvSpPr>
        <p:spPr>
          <a:xfrm>
            <a:off x="949771" y="2891525"/>
            <a:ext cx="2085600" cy="4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BASIC</a:t>
            </a:r>
            <a:endParaRPr/>
          </a:p>
        </p:txBody>
      </p:sp>
      <p:sp>
        <p:nvSpPr>
          <p:cNvPr id="1955" name="Google Shape;1955;p84"/>
          <p:cNvSpPr txBox="1">
            <a:spLocks noGrp="1"/>
          </p:cNvSpPr>
          <p:nvPr>
            <p:ph type="title" idx="5"/>
          </p:nvPr>
        </p:nvSpPr>
        <p:spPr>
          <a:xfrm>
            <a:off x="949725" y="3326374"/>
            <a:ext cx="2085600" cy="7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Mercury is the closest planet to the Sun and the smallest</a:t>
            </a:r>
            <a:endParaRPr/>
          </a:p>
        </p:txBody>
      </p:sp>
      <p:sp>
        <p:nvSpPr>
          <p:cNvPr id="1956" name="Google Shape;1956;p84"/>
          <p:cNvSpPr txBox="1">
            <a:spLocks noGrp="1"/>
          </p:cNvSpPr>
          <p:nvPr>
            <p:ph type="title" idx="6"/>
          </p:nvPr>
        </p:nvSpPr>
        <p:spPr>
          <a:xfrm>
            <a:off x="6108676" y="2891375"/>
            <a:ext cx="2085600" cy="435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ADVANCED</a:t>
            </a:r>
            <a:endParaRPr/>
          </a:p>
        </p:txBody>
      </p:sp>
      <p:sp>
        <p:nvSpPr>
          <p:cNvPr id="1957" name="Google Shape;1957;p84"/>
          <p:cNvSpPr txBox="1">
            <a:spLocks noGrp="1"/>
          </p:cNvSpPr>
          <p:nvPr>
            <p:ph type="title" idx="7"/>
          </p:nvPr>
        </p:nvSpPr>
        <p:spPr>
          <a:xfrm>
            <a:off x="6108675" y="3326224"/>
            <a:ext cx="2085600" cy="7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Despite being red, Mars is a very cold place full of iron oxide dust</a:t>
            </a:r>
            <a:endParaRPr/>
          </a:p>
        </p:txBody>
      </p:sp>
      <p:sp>
        <p:nvSpPr>
          <p:cNvPr id="1958" name="Google Shape;1958;p84"/>
          <p:cNvSpPr txBox="1">
            <a:spLocks noGrp="1"/>
          </p:cNvSpPr>
          <p:nvPr>
            <p:ph type="title" idx="8"/>
          </p:nvPr>
        </p:nvSpPr>
        <p:spPr>
          <a:xfrm>
            <a:off x="6534775" y="1358006"/>
            <a:ext cx="12333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80%</a:t>
            </a:r>
            <a:endParaRPr/>
          </a:p>
        </p:txBody>
      </p:sp>
      <p:sp>
        <p:nvSpPr>
          <p:cNvPr id="1959" name="Google Shape;1959;p84"/>
          <p:cNvSpPr txBox="1">
            <a:spLocks noGrp="1"/>
          </p:cNvSpPr>
          <p:nvPr>
            <p:ph type="title" idx="9"/>
          </p:nvPr>
        </p:nvSpPr>
        <p:spPr>
          <a:xfrm>
            <a:off x="3955381" y="1358006"/>
            <a:ext cx="12333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40%</a:t>
            </a:r>
            <a:endParaRPr/>
          </a:p>
        </p:txBody>
      </p:sp>
      <p:sp>
        <p:nvSpPr>
          <p:cNvPr id="1960" name="Google Shape;1960;p84"/>
          <p:cNvSpPr txBox="1">
            <a:spLocks noGrp="1"/>
          </p:cNvSpPr>
          <p:nvPr>
            <p:ph type="title" idx="13"/>
          </p:nvPr>
        </p:nvSpPr>
        <p:spPr>
          <a:xfrm>
            <a:off x="1375897" y="1357994"/>
            <a:ext cx="1233300" cy="531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20%</a:t>
            </a:r>
            <a:endParaRPr/>
          </a:p>
        </p:txBody>
      </p:sp>
      <p:cxnSp>
        <p:nvCxnSpPr>
          <p:cNvPr id="1961" name="Google Shape;1961;p84"/>
          <p:cNvCxnSpPr>
            <a:stCxn id="1960" idx="2"/>
            <a:endCxn id="1950" idx="0"/>
          </p:cNvCxnSpPr>
          <p:nvPr/>
        </p:nvCxnSpPr>
        <p:spPr>
          <a:xfrm>
            <a:off x="1992547" y="1889594"/>
            <a:ext cx="0" cy="861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2" name="Google Shape;1962;p84"/>
          <p:cNvCxnSpPr>
            <a:stCxn id="1959" idx="2"/>
            <a:endCxn id="1949" idx="0"/>
          </p:cNvCxnSpPr>
          <p:nvPr/>
        </p:nvCxnSpPr>
        <p:spPr>
          <a:xfrm>
            <a:off x="4572031" y="1889606"/>
            <a:ext cx="0" cy="861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3" name="Google Shape;1963;p84"/>
          <p:cNvCxnSpPr>
            <a:stCxn id="1958" idx="2"/>
            <a:endCxn id="1948" idx="0"/>
          </p:cNvCxnSpPr>
          <p:nvPr/>
        </p:nvCxnSpPr>
        <p:spPr>
          <a:xfrm>
            <a:off x="7151425" y="1889606"/>
            <a:ext cx="0" cy="86190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4" name="Google Shape;1964;p84"/>
          <p:cNvCxnSpPr/>
          <p:nvPr/>
        </p:nvCxnSpPr>
        <p:spPr>
          <a:xfrm>
            <a:off x="1605525" y="1907975"/>
            <a:ext cx="7740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5" name="Google Shape;1965;p84"/>
          <p:cNvCxnSpPr/>
          <p:nvPr/>
        </p:nvCxnSpPr>
        <p:spPr>
          <a:xfrm>
            <a:off x="4184988" y="1907975"/>
            <a:ext cx="7740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66" name="Google Shape;1966;p84"/>
          <p:cNvCxnSpPr/>
          <p:nvPr/>
        </p:nvCxnSpPr>
        <p:spPr>
          <a:xfrm>
            <a:off x="6764475" y="1907975"/>
            <a:ext cx="7740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1" name="Google Shape;1971;p85"/>
          <p:cNvSpPr txBox="1">
            <a:spLocks noGrp="1"/>
          </p:cNvSpPr>
          <p:nvPr>
            <p:ph type="title"/>
          </p:nvPr>
        </p:nvSpPr>
        <p:spPr>
          <a:xfrm>
            <a:off x="713250" y="4174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PROBABILITY RATIOS</a:t>
            </a:r>
            <a:endParaRPr/>
          </a:p>
        </p:txBody>
      </p:sp>
      <p:sp>
        <p:nvSpPr>
          <p:cNvPr id="1972" name="Google Shape;1972;p85"/>
          <p:cNvSpPr/>
          <p:nvPr/>
        </p:nvSpPr>
        <p:spPr>
          <a:xfrm>
            <a:off x="5421000" y="4248625"/>
            <a:ext cx="201900" cy="201900"/>
          </a:xfrm>
          <a:prstGeom prst="rect">
            <a:avLst/>
          </a:prstGeom>
          <a:solidFill>
            <a:srgbClr val="96BADA"/>
          </a:solidFill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>
              <a:solidFill>
                <a:srgbClr val="FFFFFF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cxnSp>
        <p:nvCxnSpPr>
          <p:cNvPr id="1973" name="Google Shape;1973;p85"/>
          <p:cNvCxnSpPr/>
          <p:nvPr/>
        </p:nvCxnSpPr>
        <p:spPr>
          <a:xfrm>
            <a:off x="2716325" y="3794125"/>
            <a:ext cx="5714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4" name="Google Shape;1974;p85"/>
          <p:cNvCxnSpPr/>
          <p:nvPr/>
        </p:nvCxnSpPr>
        <p:spPr>
          <a:xfrm>
            <a:off x="2716325" y="3310284"/>
            <a:ext cx="5714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5" name="Google Shape;1975;p85"/>
          <p:cNvCxnSpPr/>
          <p:nvPr/>
        </p:nvCxnSpPr>
        <p:spPr>
          <a:xfrm>
            <a:off x="2716325" y="2826431"/>
            <a:ext cx="5714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6" name="Google Shape;1976;p85"/>
          <p:cNvCxnSpPr/>
          <p:nvPr/>
        </p:nvCxnSpPr>
        <p:spPr>
          <a:xfrm>
            <a:off x="2716325" y="2342578"/>
            <a:ext cx="5714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1977" name="Google Shape;1977;p85"/>
          <p:cNvCxnSpPr/>
          <p:nvPr/>
        </p:nvCxnSpPr>
        <p:spPr>
          <a:xfrm>
            <a:off x="2716325" y="1858725"/>
            <a:ext cx="5714400" cy="0"/>
          </a:xfrm>
          <a:prstGeom prst="straightConnector1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sp>
        <p:nvSpPr>
          <p:cNvPr id="1978" name="Google Shape;1978;p85"/>
          <p:cNvSpPr/>
          <p:nvPr/>
        </p:nvSpPr>
        <p:spPr>
          <a:xfrm>
            <a:off x="713213" y="1667463"/>
            <a:ext cx="2003100" cy="3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Return on sales (%)</a:t>
            </a:r>
            <a:endParaRPr b="1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979" name="Google Shape;1979;p85"/>
          <p:cNvSpPr/>
          <p:nvPr/>
        </p:nvSpPr>
        <p:spPr>
          <a:xfrm>
            <a:off x="713213" y="2151316"/>
            <a:ext cx="2003100" cy="3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Return on equity (%)</a:t>
            </a:r>
            <a:endParaRPr b="1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980" name="Google Shape;1980;p85"/>
          <p:cNvSpPr/>
          <p:nvPr/>
        </p:nvSpPr>
        <p:spPr>
          <a:xfrm>
            <a:off x="713213" y="2635169"/>
            <a:ext cx="2003100" cy="3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Return on assets (%)</a:t>
            </a:r>
            <a:endParaRPr b="1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981" name="Google Shape;1981;p85"/>
          <p:cNvSpPr/>
          <p:nvPr/>
        </p:nvSpPr>
        <p:spPr>
          <a:xfrm>
            <a:off x="713213" y="3119022"/>
            <a:ext cx="2003100" cy="3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Return capital (%)</a:t>
            </a:r>
            <a:endParaRPr b="1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982" name="Google Shape;1982;p85"/>
          <p:cNvSpPr/>
          <p:nvPr/>
        </p:nvSpPr>
        <p:spPr>
          <a:xfrm>
            <a:off x="713213" y="3602863"/>
            <a:ext cx="2003100" cy="3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0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b="1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Return on funds (%)</a:t>
            </a:r>
            <a:endParaRPr b="1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983" name="Google Shape;1983;p85"/>
          <p:cNvSpPr txBox="1"/>
          <p:nvPr/>
        </p:nvSpPr>
        <p:spPr>
          <a:xfrm>
            <a:off x="4152975" y="4205700"/>
            <a:ext cx="1104600" cy="2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Company 1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984" name="Google Shape;1984;p85"/>
          <p:cNvSpPr txBox="1"/>
          <p:nvPr/>
        </p:nvSpPr>
        <p:spPr>
          <a:xfrm>
            <a:off x="5725800" y="4205700"/>
            <a:ext cx="1104600" cy="2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Company 2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985" name="Google Shape;1985;p85"/>
          <p:cNvSpPr txBox="1"/>
          <p:nvPr/>
        </p:nvSpPr>
        <p:spPr>
          <a:xfrm>
            <a:off x="7268875" y="4205700"/>
            <a:ext cx="1104600" cy="279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Company 3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986" name="Google Shape;1986;p85"/>
          <p:cNvSpPr/>
          <p:nvPr/>
        </p:nvSpPr>
        <p:spPr>
          <a:xfrm>
            <a:off x="6049925" y="1152063"/>
            <a:ext cx="2080500" cy="3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BEST PEER</a:t>
            </a:r>
            <a:endParaRPr sz="2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87" name="Google Shape;1987;p85"/>
          <p:cNvSpPr/>
          <p:nvPr/>
        </p:nvSpPr>
        <p:spPr>
          <a:xfrm>
            <a:off x="2900925" y="1152063"/>
            <a:ext cx="2442300" cy="38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2100" b="1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WORST PEER</a:t>
            </a:r>
            <a:endParaRPr sz="2100"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988" name="Google Shape;1988;p85"/>
          <p:cNvSpPr/>
          <p:nvPr/>
        </p:nvSpPr>
        <p:spPr>
          <a:xfrm>
            <a:off x="3882975" y="1636713"/>
            <a:ext cx="444000" cy="4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%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989" name="Google Shape;1989;p85"/>
          <p:cNvSpPr/>
          <p:nvPr/>
        </p:nvSpPr>
        <p:spPr>
          <a:xfrm>
            <a:off x="4572000" y="2120563"/>
            <a:ext cx="444000" cy="4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%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990" name="Google Shape;1990;p85"/>
          <p:cNvSpPr/>
          <p:nvPr/>
        </p:nvSpPr>
        <p:spPr>
          <a:xfrm>
            <a:off x="3573250" y="3088263"/>
            <a:ext cx="444000" cy="4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%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991" name="Google Shape;1991;p85"/>
          <p:cNvSpPr/>
          <p:nvPr/>
        </p:nvSpPr>
        <p:spPr>
          <a:xfrm>
            <a:off x="3632775" y="4127575"/>
            <a:ext cx="444000" cy="444000"/>
          </a:xfrm>
          <a:prstGeom prst="ellipse">
            <a:avLst/>
          </a:prstGeom>
          <a:solidFill>
            <a:schemeClr val="accent1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%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992" name="Google Shape;1992;p85"/>
          <p:cNvSpPr/>
          <p:nvPr/>
        </p:nvSpPr>
        <p:spPr>
          <a:xfrm>
            <a:off x="5205500" y="1636713"/>
            <a:ext cx="444000" cy="4440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%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993" name="Google Shape;1993;p85"/>
          <p:cNvSpPr/>
          <p:nvPr/>
        </p:nvSpPr>
        <p:spPr>
          <a:xfrm>
            <a:off x="5450400" y="2609300"/>
            <a:ext cx="453900" cy="4392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%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994" name="Google Shape;1994;p85"/>
          <p:cNvSpPr/>
          <p:nvPr/>
        </p:nvSpPr>
        <p:spPr>
          <a:xfrm>
            <a:off x="4494900" y="3572113"/>
            <a:ext cx="444000" cy="4440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%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995" name="Google Shape;1995;p85"/>
          <p:cNvSpPr/>
          <p:nvPr/>
        </p:nvSpPr>
        <p:spPr>
          <a:xfrm>
            <a:off x="5205600" y="4123200"/>
            <a:ext cx="444000" cy="444000"/>
          </a:xfrm>
          <a:prstGeom prst="ellipse">
            <a:avLst/>
          </a:prstGeom>
          <a:solidFill>
            <a:schemeClr val="accent2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%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996" name="Google Shape;1996;p85"/>
          <p:cNvSpPr/>
          <p:nvPr/>
        </p:nvSpPr>
        <p:spPr>
          <a:xfrm>
            <a:off x="6809900" y="2125363"/>
            <a:ext cx="434400" cy="434400"/>
          </a:xfrm>
          <a:prstGeom prst="ellipse">
            <a:avLst/>
          </a:prstGeom>
          <a:solidFill>
            <a:schemeClr val="accent4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%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997" name="Google Shape;1997;p85"/>
          <p:cNvSpPr/>
          <p:nvPr/>
        </p:nvSpPr>
        <p:spPr>
          <a:xfrm>
            <a:off x="6059325" y="3083313"/>
            <a:ext cx="453900" cy="453900"/>
          </a:xfrm>
          <a:prstGeom prst="ellipse">
            <a:avLst/>
          </a:prstGeom>
          <a:solidFill>
            <a:schemeClr val="accent4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%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998" name="Google Shape;1998;p85"/>
          <p:cNvSpPr/>
          <p:nvPr/>
        </p:nvSpPr>
        <p:spPr>
          <a:xfrm>
            <a:off x="7545225" y="3567163"/>
            <a:ext cx="453900" cy="453900"/>
          </a:xfrm>
          <a:prstGeom prst="ellipse">
            <a:avLst/>
          </a:prstGeom>
          <a:solidFill>
            <a:schemeClr val="accent4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%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sp>
        <p:nvSpPr>
          <p:cNvPr id="1999" name="Google Shape;1999;p85"/>
          <p:cNvSpPr/>
          <p:nvPr/>
        </p:nvSpPr>
        <p:spPr>
          <a:xfrm>
            <a:off x="6748675" y="4127575"/>
            <a:ext cx="444000" cy="444000"/>
          </a:xfrm>
          <a:prstGeom prst="ellipse">
            <a:avLst/>
          </a:prstGeom>
          <a:solidFill>
            <a:schemeClr val="accent4"/>
          </a:solidFill>
          <a:ln w="28575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%</a:t>
            </a:r>
            <a:endParaRPr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4" name="Google Shape;2004;p86"/>
          <p:cNvSpPr/>
          <p:nvPr/>
        </p:nvSpPr>
        <p:spPr>
          <a:xfrm>
            <a:off x="5168500" y="1714163"/>
            <a:ext cx="3262200" cy="2892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5" name="Google Shape;2005;p86"/>
          <p:cNvSpPr/>
          <p:nvPr/>
        </p:nvSpPr>
        <p:spPr>
          <a:xfrm>
            <a:off x="1309800" y="1699725"/>
            <a:ext cx="3262200" cy="2892300"/>
          </a:xfrm>
          <a:prstGeom prst="roundRect">
            <a:avLst>
              <a:gd name="adj" fmla="val 16667"/>
            </a:avLst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06" name="Google Shape;2006;p86"/>
          <p:cNvSpPr txBox="1">
            <a:spLocks noGrp="1"/>
          </p:cNvSpPr>
          <p:nvPr>
            <p:ph type="title"/>
          </p:nvPr>
        </p:nvSpPr>
        <p:spPr>
          <a:xfrm>
            <a:off x="1355700" y="417400"/>
            <a:ext cx="6432600" cy="1146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TOP 10 QUESTIONS OF BUSINESS PLAN</a:t>
            </a:r>
            <a:endParaRPr/>
          </a:p>
        </p:txBody>
      </p:sp>
      <p:graphicFrame>
        <p:nvGraphicFramePr>
          <p:cNvPr id="2007" name="Google Shape;2007;p86"/>
          <p:cNvGraphicFramePr/>
          <p:nvPr/>
        </p:nvGraphicFramePr>
        <p:xfrm>
          <a:off x="713250" y="1728500"/>
          <a:ext cx="7717500" cy="2863625"/>
        </p:xfrm>
        <a:graphic>
          <a:graphicData uri="http://schemas.openxmlformats.org/drawingml/2006/table">
            <a:tbl>
              <a:tblPr>
                <a:noFill/>
                <a:tableStyleId>{7DA282E1-6CAF-4ECE-B9A7-BC547073AE35}</a:tableStyleId>
              </a:tblPr>
              <a:tblGrid>
                <a:gridCol w="5965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2620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966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2622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579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accent4"/>
                          </a:solidFill>
                          <a:latin typeface="Inter Black"/>
                          <a:ea typeface="Inter Black"/>
                          <a:cs typeface="Inter Black"/>
                          <a:sym typeface="Inter Black"/>
                        </a:rPr>
                        <a:t>1</a:t>
                      </a:r>
                      <a:endParaRPr sz="2100">
                        <a:solidFill>
                          <a:schemeClr val="accent4"/>
                        </a:solidFill>
                        <a:latin typeface="Inter Black"/>
                        <a:ea typeface="Inter Black"/>
                        <a:cs typeface="Inter Black"/>
                        <a:sym typeface="Inter Blac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What is your current situation?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182875" marR="91425" marT="91425" marB="91425" anchor="ctr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Inter Black"/>
                          <a:ea typeface="Inter Black"/>
                          <a:cs typeface="Inter Black"/>
                          <a:sym typeface="Inter Black"/>
                        </a:rPr>
                        <a:t>6</a:t>
                      </a:r>
                      <a:endParaRPr sz="2000">
                        <a:solidFill>
                          <a:schemeClr val="accent4"/>
                        </a:solidFill>
                        <a:latin typeface="Inter Black"/>
                        <a:ea typeface="Inter Black"/>
                        <a:cs typeface="Inter Black"/>
                        <a:sym typeface="Inter Blac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What is the requirements?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182875" marR="91425" marT="91425" marB="91425" anchor="ctr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47225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accent4"/>
                          </a:solidFill>
                          <a:latin typeface="Inter Black"/>
                          <a:ea typeface="Inter Black"/>
                          <a:cs typeface="Inter Black"/>
                          <a:sym typeface="Inter Black"/>
                        </a:rPr>
                        <a:t>2</a:t>
                      </a:r>
                      <a:endParaRPr sz="2100">
                        <a:solidFill>
                          <a:schemeClr val="accent4"/>
                        </a:solidFill>
                        <a:latin typeface="Inter Black"/>
                        <a:ea typeface="Inter Black"/>
                        <a:cs typeface="Inter Black"/>
                        <a:sym typeface="Inter Blac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What is your vision?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182875" marR="91425" marT="91425" marB="91425" anchor="ctr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Inter Black"/>
                          <a:ea typeface="Inter Black"/>
                          <a:cs typeface="Inter Black"/>
                          <a:sym typeface="Inter Black"/>
                        </a:rPr>
                        <a:t>7</a:t>
                      </a:r>
                      <a:endParaRPr sz="2000">
                        <a:solidFill>
                          <a:schemeClr val="accent4"/>
                        </a:solidFill>
                        <a:latin typeface="Inter Black"/>
                        <a:ea typeface="Inter Black"/>
                        <a:cs typeface="Inter Black"/>
                        <a:sym typeface="Inter Blac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What are the economics?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182875" marR="91425" marT="91425" marB="91425" anchor="ctr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79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accent4"/>
                          </a:solidFill>
                          <a:latin typeface="Inter Black"/>
                          <a:ea typeface="Inter Black"/>
                          <a:cs typeface="Inter Black"/>
                          <a:sym typeface="Inter Black"/>
                        </a:rPr>
                        <a:t>3</a:t>
                      </a:r>
                      <a:endParaRPr sz="2100">
                        <a:solidFill>
                          <a:schemeClr val="accent4"/>
                        </a:solidFill>
                        <a:latin typeface="Inter Black"/>
                        <a:ea typeface="Inter Black"/>
                        <a:cs typeface="Inter Black"/>
                        <a:sym typeface="Inter Blac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How will you reach your vision?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182875" marR="91425" marT="91425" marB="91425" anchor="ctr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Inter Black"/>
                          <a:ea typeface="Inter Black"/>
                          <a:cs typeface="Inter Black"/>
                          <a:sym typeface="Inter Black"/>
                        </a:rPr>
                        <a:t>8</a:t>
                      </a:r>
                      <a:endParaRPr sz="2000">
                        <a:solidFill>
                          <a:schemeClr val="accent4"/>
                        </a:solidFill>
                        <a:latin typeface="Inter Black"/>
                        <a:ea typeface="Inter Black"/>
                        <a:cs typeface="Inter Black"/>
                        <a:sym typeface="Inter Blac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What will be the marketing plan?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182875" marR="91425" marT="91425" marB="91425" anchor="ctr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579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accent4"/>
                          </a:solidFill>
                          <a:latin typeface="Inter Black"/>
                          <a:ea typeface="Inter Black"/>
                          <a:cs typeface="Inter Black"/>
                          <a:sym typeface="Inter Black"/>
                        </a:rPr>
                        <a:t>4</a:t>
                      </a:r>
                      <a:endParaRPr sz="2100">
                        <a:solidFill>
                          <a:schemeClr val="accent4"/>
                        </a:solidFill>
                        <a:latin typeface="Inter Black"/>
                        <a:ea typeface="Inter Black"/>
                        <a:cs typeface="Inter Black"/>
                        <a:sym typeface="Inter Blac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What do you offer?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182875" marR="91425" marT="91425" marB="91425" anchor="ctr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Inter Black"/>
                          <a:ea typeface="Inter Black"/>
                          <a:cs typeface="Inter Black"/>
                          <a:sym typeface="Inter Black"/>
                        </a:rPr>
                        <a:t>9</a:t>
                      </a:r>
                      <a:endParaRPr sz="2000">
                        <a:solidFill>
                          <a:schemeClr val="accent4"/>
                        </a:solidFill>
                        <a:latin typeface="Inter Black"/>
                        <a:ea typeface="Inter Black"/>
                        <a:cs typeface="Inter Black"/>
                        <a:sym typeface="Inter Blac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How will you differentiate yourself?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182875" marR="91425" marT="91425" marB="91425" anchor="ctr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579100"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100">
                          <a:solidFill>
                            <a:schemeClr val="accent4"/>
                          </a:solidFill>
                          <a:latin typeface="Inter Black"/>
                          <a:ea typeface="Inter Black"/>
                          <a:cs typeface="Inter Black"/>
                          <a:sym typeface="Inter Black"/>
                        </a:rPr>
                        <a:t>5</a:t>
                      </a:r>
                      <a:endParaRPr sz="2100">
                        <a:solidFill>
                          <a:schemeClr val="accent4"/>
                        </a:solidFill>
                        <a:latin typeface="Inter Black"/>
                        <a:ea typeface="Inter Black"/>
                        <a:cs typeface="Inter Black"/>
                        <a:sym typeface="Inter Blac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How big is the market you are?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182875" marR="91425" marT="91425" marB="91425" anchor="ctr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 sz="2000">
                          <a:solidFill>
                            <a:schemeClr val="accent4"/>
                          </a:solidFill>
                          <a:latin typeface="Inter Black"/>
                          <a:ea typeface="Inter Black"/>
                          <a:cs typeface="Inter Black"/>
                          <a:sym typeface="Inter Black"/>
                        </a:rPr>
                        <a:t>10</a:t>
                      </a:r>
                      <a:endParaRPr sz="2000">
                        <a:solidFill>
                          <a:schemeClr val="accent4"/>
                        </a:solidFill>
                        <a:latin typeface="Inter Black"/>
                        <a:ea typeface="Inter Black"/>
                        <a:cs typeface="Inter Black"/>
                        <a:sym typeface="Inter Black"/>
                      </a:endParaRPr>
                    </a:p>
                  </a:txBody>
                  <a:tcPr marL="91425" marR="91425" marT="91425" marB="91425" anchor="ctr">
                    <a:lnL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FFFFFF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">
                          <a:solidFill>
                            <a:schemeClr val="dk1"/>
                          </a:solidFill>
                          <a:latin typeface="Actor"/>
                          <a:ea typeface="Actor"/>
                          <a:cs typeface="Actor"/>
                          <a:sym typeface="Actor"/>
                        </a:rPr>
                        <a:t>Who are the key players?</a:t>
                      </a:r>
                      <a:endParaRPr>
                        <a:solidFill>
                          <a:schemeClr val="dk1"/>
                        </a:solidFill>
                        <a:latin typeface="Actor"/>
                        <a:ea typeface="Actor"/>
                        <a:cs typeface="Actor"/>
                        <a:sym typeface="Actor"/>
                      </a:endParaRPr>
                    </a:p>
                  </a:txBody>
                  <a:tcPr marL="182875" marR="91425" marT="91425" marB="91425" anchor="ctr">
                    <a:lnL w="28575" cap="flat" cmpd="sng">
                      <a:solidFill>
                        <a:schemeClr val="dk1">
                          <a:alpha val="0"/>
                        </a:scheme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38100" cap="flat" cmpd="sng">
                      <a:solidFill>
                        <a:schemeClr val="dk1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cxnSp>
        <p:nvCxnSpPr>
          <p:cNvPr id="2008" name="Google Shape;2008;p86"/>
          <p:cNvCxnSpPr/>
          <p:nvPr/>
        </p:nvCxnSpPr>
        <p:spPr>
          <a:xfrm>
            <a:off x="722525" y="2307600"/>
            <a:ext cx="6066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09" name="Google Shape;2009;p86"/>
          <p:cNvCxnSpPr/>
          <p:nvPr/>
        </p:nvCxnSpPr>
        <p:spPr>
          <a:xfrm>
            <a:off x="722525" y="2854825"/>
            <a:ext cx="6066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0" name="Google Shape;2010;p86"/>
          <p:cNvCxnSpPr/>
          <p:nvPr/>
        </p:nvCxnSpPr>
        <p:spPr>
          <a:xfrm>
            <a:off x="722525" y="3433925"/>
            <a:ext cx="6066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1" name="Google Shape;2011;p86"/>
          <p:cNvCxnSpPr/>
          <p:nvPr/>
        </p:nvCxnSpPr>
        <p:spPr>
          <a:xfrm>
            <a:off x="722525" y="4013025"/>
            <a:ext cx="6066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2" name="Google Shape;2012;p86"/>
          <p:cNvCxnSpPr/>
          <p:nvPr/>
        </p:nvCxnSpPr>
        <p:spPr>
          <a:xfrm>
            <a:off x="4571875" y="2307600"/>
            <a:ext cx="6066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3" name="Google Shape;2013;p86"/>
          <p:cNvCxnSpPr/>
          <p:nvPr/>
        </p:nvCxnSpPr>
        <p:spPr>
          <a:xfrm>
            <a:off x="4571875" y="2854825"/>
            <a:ext cx="6066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4" name="Google Shape;2014;p86"/>
          <p:cNvCxnSpPr/>
          <p:nvPr/>
        </p:nvCxnSpPr>
        <p:spPr>
          <a:xfrm>
            <a:off x="4571875" y="3433925"/>
            <a:ext cx="6066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015" name="Google Shape;2015;p86"/>
          <p:cNvCxnSpPr/>
          <p:nvPr/>
        </p:nvCxnSpPr>
        <p:spPr>
          <a:xfrm>
            <a:off x="4571875" y="4013025"/>
            <a:ext cx="6066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20" name="Google Shape;2020;p87"/>
          <p:cNvGrpSpPr/>
          <p:nvPr/>
        </p:nvGrpSpPr>
        <p:grpSpPr>
          <a:xfrm>
            <a:off x="5136358" y="1229247"/>
            <a:ext cx="3146166" cy="2685007"/>
            <a:chOff x="4924125" y="1219450"/>
            <a:chExt cx="3506650" cy="2793100"/>
          </a:xfrm>
        </p:grpSpPr>
        <p:sp>
          <p:nvSpPr>
            <p:cNvPr id="2021" name="Google Shape;2021;p87"/>
            <p:cNvSpPr/>
            <p:nvPr/>
          </p:nvSpPr>
          <p:spPr>
            <a:xfrm>
              <a:off x="6230550" y="3482450"/>
              <a:ext cx="897075" cy="367000"/>
            </a:xfrm>
            <a:custGeom>
              <a:avLst/>
              <a:gdLst/>
              <a:ahLst/>
              <a:cxnLst/>
              <a:rect l="l" t="t" r="r" b="b"/>
              <a:pathLst>
                <a:path w="35883" h="14680" extrusionOk="0">
                  <a:moveTo>
                    <a:pt x="0" y="1"/>
                  </a:moveTo>
                  <a:lnTo>
                    <a:pt x="0" y="14680"/>
                  </a:lnTo>
                  <a:lnTo>
                    <a:pt x="35882" y="14680"/>
                  </a:lnTo>
                  <a:lnTo>
                    <a:pt x="35882" y="1"/>
                  </a:lnTo>
                  <a:close/>
                </a:path>
              </a:pathLst>
            </a:cu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2" name="Google Shape;2022;p87"/>
            <p:cNvSpPr/>
            <p:nvPr/>
          </p:nvSpPr>
          <p:spPr>
            <a:xfrm>
              <a:off x="4924125" y="1219450"/>
              <a:ext cx="3506650" cy="1909625"/>
            </a:xfrm>
            <a:custGeom>
              <a:avLst/>
              <a:gdLst/>
              <a:ahLst/>
              <a:cxnLst/>
              <a:rect l="l" t="t" r="r" b="b"/>
              <a:pathLst>
                <a:path w="140266" h="75027" extrusionOk="0">
                  <a:moveTo>
                    <a:pt x="3327" y="1"/>
                  </a:moveTo>
                  <a:cubicBezTo>
                    <a:pt x="1370" y="1"/>
                    <a:pt x="0" y="555"/>
                    <a:pt x="0" y="2610"/>
                  </a:cubicBezTo>
                  <a:lnTo>
                    <a:pt x="0" y="75026"/>
                  </a:lnTo>
                  <a:lnTo>
                    <a:pt x="140266" y="75026"/>
                  </a:lnTo>
                  <a:lnTo>
                    <a:pt x="140266" y="2610"/>
                  </a:lnTo>
                  <a:cubicBezTo>
                    <a:pt x="140266" y="555"/>
                    <a:pt x="139026" y="1"/>
                    <a:pt x="137069" y="1"/>
                  </a:cubicBezTo>
                  <a:close/>
                </a:path>
              </a:pathLst>
            </a:cu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3" name="Google Shape;2023;p87"/>
            <p:cNvSpPr/>
            <p:nvPr/>
          </p:nvSpPr>
          <p:spPr>
            <a:xfrm>
              <a:off x="5945125" y="3849425"/>
              <a:ext cx="1467925" cy="163125"/>
            </a:xfrm>
            <a:custGeom>
              <a:avLst/>
              <a:gdLst/>
              <a:ahLst/>
              <a:cxnLst/>
              <a:rect l="l" t="t" r="r" b="b"/>
              <a:pathLst>
                <a:path w="58717" h="6525" extrusionOk="0">
                  <a:moveTo>
                    <a:pt x="3262" y="1"/>
                  </a:moveTo>
                  <a:cubicBezTo>
                    <a:pt x="1468" y="1"/>
                    <a:pt x="0" y="1469"/>
                    <a:pt x="0" y="3263"/>
                  </a:cubicBezTo>
                  <a:cubicBezTo>
                    <a:pt x="0" y="5057"/>
                    <a:pt x="1468" y="6525"/>
                    <a:pt x="3262" y="6525"/>
                  </a:cubicBezTo>
                  <a:lnTo>
                    <a:pt x="55454" y="6525"/>
                  </a:lnTo>
                  <a:cubicBezTo>
                    <a:pt x="57248" y="6525"/>
                    <a:pt x="58716" y="5057"/>
                    <a:pt x="58716" y="3263"/>
                  </a:cubicBezTo>
                  <a:cubicBezTo>
                    <a:pt x="58716" y="1469"/>
                    <a:pt x="57248" y="1"/>
                    <a:pt x="55454" y="1"/>
                  </a:cubicBezTo>
                  <a:close/>
                </a:path>
              </a:pathLst>
            </a:cu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4" name="Google Shape;2024;p87"/>
            <p:cNvSpPr/>
            <p:nvPr/>
          </p:nvSpPr>
          <p:spPr>
            <a:xfrm>
              <a:off x="4924125" y="3095100"/>
              <a:ext cx="3506650" cy="407775"/>
            </a:xfrm>
            <a:custGeom>
              <a:avLst/>
              <a:gdLst/>
              <a:ahLst/>
              <a:cxnLst/>
              <a:rect l="l" t="t" r="r" b="b"/>
              <a:pathLst>
                <a:path w="140266" h="16311" extrusionOk="0">
                  <a:moveTo>
                    <a:pt x="0" y="0"/>
                  </a:moveTo>
                  <a:lnTo>
                    <a:pt x="0" y="12233"/>
                  </a:lnTo>
                  <a:cubicBezTo>
                    <a:pt x="0" y="14190"/>
                    <a:pt x="1370" y="16310"/>
                    <a:pt x="3327" y="16310"/>
                  </a:cubicBezTo>
                  <a:lnTo>
                    <a:pt x="137069" y="16310"/>
                  </a:lnTo>
                  <a:cubicBezTo>
                    <a:pt x="139026" y="16310"/>
                    <a:pt x="140266" y="14190"/>
                    <a:pt x="140266" y="12233"/>
                  </a:cubicBezTo>
                  <a:lnTo>
                    <a:pt x="140266" y="0"/>
                  </a:lnTo>
                  <a:close/>
                </a:path>
              </a:pathLst>
            </a:custGeom>
            <a:solidFill>
              <a:schemeClr val="accen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025" name="Google Shape;2025;p87"/>
          <p:cNvSpPr txBox="1">
            <a:spLocks noGrp="1"/>
          </p:cNvSpPr>
          <p:nvPr>
            <p:ph type="title"/>
          </p:nvPr>
        </p:nvSpPr>
        <p:spPr>
          <a:xfrm>
            <a:off x="713250" y="1461200"/>
            <a:ext cx="3858600" cy="11289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SOFTWARE AND APP DEMO</a:t>
            </a:r>
            <a:endParaRPr/>
          </a:p>
        </p:txBody>
      </p:sp>
      <p:sp>
        <p:nvSpPr>
          <p:cNvPr id="2026" name="Google Shape;2026;p87"/>
          <p:cNvSpPr txBox="1">
            <a:spLocks noGrp="1"/>
          </p:cNvSpPr>
          <p:nvPr>
            <p:ph type="subTitle" idx="1"/>
          </p:nvPr>
        </p:nvSpPr>
        <p:spPr>
          <a:xfrm>
            <a:off x="713325" y="2865975"/>
            <a:ext cx="3449100" cy="816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replace the image on the screen with your own work. Just right-click on it and select “Replace image”</a:t>
            </a:r>
            <a:endParaRPr/>
          </a:p>
        </p:txBody>
      </p:sp>
      <p:cxnSp>
        <p:nvCxnSpPr>
          <p:cNvPr id="2027" name="Google Shape;2027;p87"/>
          <p:cNvCxnSpPr/>
          <p:nvPr/>
        </p:nvCxnSpPr>
        <p:spPr>
          <a:xfrm>
            <a:off x="798900" y="2765750"/>
            <a:ext cx="3411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pic>
        <p:nvPicPr>
          <p:cNvPr id="2028" name="Google Shape;2028;p8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5276809" y="1332713"/>
            <a:ext cx="2864618" cy="1611363"/>
          </a:xfrm>
          <a:prstGeom prst="rect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2029" name="Google Shape;2029;p87"/>
          <p:cNvGrpSpPr/>
          <p:nvPr/>
        </p:nvGrpSpPr>
        <p:grpSpPr>
          <a:xfrm rot="1080791">
            <a:off x="4312175" y="2820059"/>
            <a:ext cx="1730041" cy="1532012"/>
            <a:chOff x="3649050" y="2972687"/>
            <a:chExt cx="1847343" cy="1635888"/>
          </a:xfrm>
        </p:grpSpPr>
        <p:sp>
          <p:nvSpPr>
            <p:cNvPr id="2030" name="Google Shape;2030;p87"/>
            <p:cNvSpPr/>
            <p:nvPr/>
          </p:nvSpPr>
          <p:spPr>
            <a:xfrm>
              <a:off x="3649050" y="2978075"/>
              <a:ext cx="1845900" cy="1630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762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1" name="Google Shape;2031;p87"/>
            <p:cNvSpPr/>
            <p:nvPr/>
          </p:nvSpPr>
          <p:spPr>
            <a:xfrm>
              <a:off x="3650493" y="2972687"/>
              <a:ext cx="1845900" cy="1630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32" name="Google Shape;2032;p87"/>
            <p:cNvGrpSpPr/>
            <p:nvPr/>
          </p:nvGrpSpPr>
          <p:grpSpPr>
            <a:xfrm>
              <a:off x="3891151" y="3103492"/>
              <a:ext cx="1361689" cy="1359987"/>
              <a:chOff x="1190625" y="241375"/>
              <a:chExt cx="5219200" cy="5212675"/>
            </a:xfrm>
          </p:grpSpPr>
          <p:sp>
            <p:nvSpPr>
              <p:cNvPr id="2033" name="Google Shape;2033;p87"/>
              <p:cNvSpPr/>
              <p:nvPr/>
            </p:nvSpPr>
            <p:spPr>
              <a:xfrm>
                <a:off x="1270525" y="1844650"/>
                <a:ext cx="2161900" cy="3532750"/>
              </a:xfrm>
              <a:custGeom>
                <a:avLst/>
                <a:gdLst/>
                <a:ahLst/>
                <a:cxnLst/>
                <a:rect l="l" t="t" r="r" b="b"/>
                <a:pathLst>
                  <a:path w="86476" h="141310" extrusionOk="0">
                    <a:moveTo>
                      <a:pt x="14451" y="0"/>
                    </a:moveTo>
                    <a:cubicBezTo>
                      <a:pt x="6459" y="0"/>
                      <a:pt x="1" y="6491"/>
                      <a:pt x="1" y="14483"/>
                    </a:cubicBezTo>
                    <a:lnTo>
                      <a:pt x="1" y="126859"/>
                    </a:lnTo>
                    <a:cubicBezTo>
                      <a:pt x="1" y="134851"/>
                      <a:pt x="6459" y="141309"/>
                      <a:pt x="14451" y="141309"/>
                    </a:cubicBezTo>
                    <a:lnTo>
                      <a:pt x="72025" y="141309"/>
                    </a:lnTo>
                    <a:cubicBezTo>
                      <a:pt x="79985" y="141309"/>
                      <a:pt x="86476" y="134851"/>
                      <a:pt x="86476" y="126859"/>
                    </a:cubicBezTo>
                    <a:lnTo>
                      <a:pt x="86476" y="14483"/>
                    </a:lnTo>
                    <a:cubicBezTo>
                      <a:pt x="86476" y="6491"/>
                      <a:pt x="79985" y="0"/>
                      <a:pt x="72025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4" name="Google Shape;2034;p87"/>
              <p:cNvSpPr/>
              <p:nvPr/>
            </p:nvSpPr>
            <p:spPr>
              <a:xfrm>
                <a:off x="1940875" y="1844650"/>
                <a:ext cx="821225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32849" h="12233" extrusionOk="0">
                    <a:moveTo>
                      <a:pt x="0" y="0"/>
                    </a:moveTo>
                    <a:lnTo>
                      <a:pt x="0" y="7764"/>
                    </a:lnTo>
                    <a:cubicBezTo>
                      <a:pt x="0" y="10210"/>
                      <a:pt x="2023" y="12233"/>
                      <a:pt x="4502" y="12233"/>
                    </a:cubicBezTo>
                    <a:lnTo>
                      <a:pt x="28347" y="12233"/>
                    </a:lnTo>
                    <a:cubicBezTo>
                      <a:pt x="30826" y="12233"/>
                      <a:pt x="32848" y="10210"/>
                      <a:pt x="32848" y="7764"/>
                    </a:cubicBezTo>
                    <a:lnTo>
                      <a:pt x="32848" y="0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5" name="Google Shape;2035;p87"/>
              <p:cNvSpPr/>
              <p:nvPr/>
            </p:nvSpPr>
            <p:spPr>
              <a:xfrm>
                <a:off x="4472975" y="318025"/>
                <a:ext cx="1864250" cy="1863450"/>
              </a:xfrm>
              <a:custGeom>
                <a:avLst/>
                <a:gdLst/>
                <a:ahLst/>
                <a:cxnLst/>
                <a:rect l="l" t="t" r="r" b="b"/>
                <a:pathLst>
                  <a:path w="74570" h="74538" extrusionOk="0">
                    <a:moveTo>
                      <a:pt x="37285" y="1"/>
                    </a:moveTo>
                    <a:cubicBezTo>
                      <a:pt x="32784" y="1"/>
                      <a:pt x="30109" y="8873"/>
                      <a:pt x="26195" y="10472"/>
                    </a:cubicBezTo>
                    <a:cubicBezTo>
                      <a:pt x="25484" y="10770"/>
                      <a:pt x="24646" y="10882"/>
                      <a:pt x="23732" y="10882"/>
                    </a:cubicBezTo>
                    <a:cubicBezTo>
                      <a:pt x="20889" y="10882"/>
                      <a:pt x="17302" y="9793"/>
                      <a:pt x="14470" y="9793"/>
                    </a:cubicBezTo>
                    <a:cubicBezTo>
                      <a:pt x="13028" y="9793"/>
                      <a:pt x="11781" y="10076"/>
                      <a:pt x="10929" y="10928"/>
                    </a:cubicBezTo>
                    <a:cubicBezTo>
                      <a:pt x="7895" y="13962"/>
                      <a:pt x="12168" y="22150"/>
                      <a:pt x="10505" y="26194"/>
                    </a:cubicBezTo>
                    <a:cubicBezTo>
                      <a:pt x="8874" y="30076"/>
                      <a:pt x="1" y="32784"/>
                      <a:pt x="1" y="37285"/>
                    </a:cubicBezTo>
                    <a:cubicBezTo>
                      <a:pt x="1" y="41754"/>
                      <a:pt x="8874" y="44462"/>
                      <a:pt x="10505" y="48343"/>
                    </a:cubicBezTo>
                    <a:cubicBezTo>
                      <a:pt x="12168" y="52388"/>
                      <a:pt x="7895" y="60576"/>
                      <a:pt x="10929" y="63609"/>
                    </a:cubicBezTo>
                    <a:cubicBezTo>
                      <a:pt x="11781" y="64462"/>
                      <a:pt x="13028" y="64745"/>
                      <a:pt x="14470" y="64745"/>
                    </a:cubicBezTo>
                    <a:cubicBezTo>
                      <a:pt x="17302" y="64745"/>
                      <a:pt x="20889" y="63655"/>
                      <a:pt x="23732" y="63655"/>
                    </a:cubicBezTo>
                    <a:cubicBezTo>
                      <a:pt x="24646" y="63655"/>
                      <a:pt x="25484" y="63768"/>
                      <a:pt x="26195" y="64066"/>
                    </a:cubicBezTo>
                    <a:cubicBezTo>
                      <a:pt x="30109" y="65697"/>
                      <a:pt x="32784" y="74537"/>
                      <a:pt x="37285" y="74537"/>
                    </a:cubicBezTo>
                    <a:cubicBezTo>
                      <a:pt x="41754" y="74537"/>
                      <a:pt x="44462" y="65697"/>
                      <a:pt x="48376" y="64066"/>
                    </a:cubicBezTo>
                    <a:cubicBezTo>
                      <a:pt x="49087" y="63768"/>
                      <a:pt x="49924" y="63655"/>
                      <a:pt x="50839" y="63655"/>
                    </a:cubicBezTo>
                    <a:cubicBezTo>
                      <a:pt x="53682" y="63655"/>
                      <a:pt x="57269" y="64745"/>
                      <a:pt x="60101" y="64745"/>
                    </a:cubicBezTo>
                    <a:cubicBezTo>
                      <a:pt x="61543" y="64745"/>
                      <a:pt x="62789" y="64462"/>
                      <a:pt x="63642" y="63609"/>
                    </a:cubicBezTo>
                    <a:cubicBezTo>
                      <a:pt x="66676" y="60576"/>
                      <a:pt x="62403" y="52388"/>
                      <a:pt x="64066" y="48343"/>
                    </a:cubicBezTo>
                    <a:cubicBezTo>
                      <a:pt x="65697" y="44462"/>
                      <a:pt x="74570" y="41754"/>
                      <a:pt x="74570" y="37285"/>
                    </a:cubicBezTo>
                    <a:cubicBezTo>
                      <a:pt x="74570" y="32784"/>
                      <a:pt x="65697" y="30076"/>
                      <a:pt x="64066" y="26194"/>
                    </a:cubicBezTo>
                    <a:cubicBezTo>
                      <a:pt x="62403" y="22150"/>
                      <a:pt x="66676" y="13962"/>
                      <a:pt x="63642" y="10928"/>
                    </a:cubicBezTo>
                    <a:cubicBezTo>
                      <a:pt x="62789" y="10076"/>
                      <a:pt x="61543" y="9793"/>
                      <a:pt x="60101" y="9793"/>
                    </a:cubicBezTo>
                    <a:cubicBezTo>
                      <a:pt x="57269" y="9793"/>
                      <a:pt x="53682" y="10882"/>
                      <a:pt x="50839" y="10882"/>
                    </a:cubicBezTo>
                    <a:cubicBezTo>
                      <a:pt x="49924" y="10882"/>
                      <a:pt x="49087" y="10770"/>
                      <a:pt x="48376" y="10472"/>
                    </a:cubicBezTo>
                    <a:cubicBezTo>
                      <a:pt x="44462" y="8873"/>
                      <a:pt x="41754" y="1"/>
                      <a:pt x="37285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6" name="Google Shape;2036;p87"/>
              <p:cNvSpPr/>
              <p:nvPr/>
            </p:nvSpPr>
            <p:spPr>
              <a:xfrm>
                <a:off x="5007125" y="888700"/>
                <a:ext cx="797600" cy="725050"/>
              </a:xfrm>
              <a:custGeom>
                <a:avLst/>
                <a:gdLst/>
                <a:ahLst/>
                <a:cxnLst/>
                <a:rect l="l" t="t" r="r" b="b"/>
                <a:pathLst>
                  <a:path w="31904" h="29002" extrusionOk="0">
                    <a:moveTo>
                      <a:pt x="15909" y="1"/>
                    </a:moveTo>
                    <a:cubicBezTo>
                      <a:pt x="9349" y="1"/>
                      <a:pt x="3418" y="4497"/>
                      <a:pt x="1828" y="11164"/>
                    </a:cubicBezTo>
                    <a:cubicBezTo>
                      <a:pt x="1" y="18960"/>
                      <a:pt x="4829" y="26756"/>
                      <a:pt x="12625" y="28615"/>
                    </a:cubicBezTo>
                    <a:cubicBezTo>
                      <a:pt x="13734" y="28876"/>
                      <a:pt x="14845" y="29001"/>
                      <a:pt x="15940" y="29001"/>
                    </a:cubicBezTo>
                    <a:cubicBezTo>
                      <a:pt x="22503" y="29001"/>
                      <a:pt x="28478" y="24500"/>
                      <a:pt x="30044" y="17818"/>
                    </a:cubicBezTo>
                    <a:cubicBezTo>
                      <a:pt x="31903" y="10055"/>
                      <a:pt x="27075" y="2226"/>
                      <a:pt x="19279" y="399"/>
                    </a:cubicBezTo>
                    <a:cubicBezTo>
                      <a:pt x="18150" y="130"/>
                      <a:pt x="17021" y="1"/>
                      <a:pt x="1590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7" name="Google Shape;2037;p87"/>
              <p:cNvSpPr/>
              <p:nvPr/>
            </p:nvSpPr>
            <p:spPr>
              <a:xfrm>
                <a:off x="1269725" y="2847700"/>
                <a:ext cx="2161900" cy="1636725"/>
              </a:xfrm>
              <a:custGeom>
                <a:avLst/>
                <a:gdLst/>
                <a:ahLst/>
                <a:cxnLst/>
                <a:rect l="l" t="t" r="r" b="b"/>
                <a:pathLst>
                  <a:path w="86476" h="65469" extrusionOk="0">
                    <a:moveTo>
                      <a:pt x="0" y="1"/>
                    </a:moveTo>
                    <a:lnTo>
                      <a:pt x="0" y="65469"/>
                    </a:lnTo>
                    <a:lnTo>
                      <a:pt x="86475" y="65469"/>
                    </a:lnTo>
                    <a:lnTo>
                      <a:pt x="86475" y="1"/>
                    </a:ln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38" name="Google Shape;2038;p87"/>
              <p:cNvSpPr/>
              <p:nvPr/>
            </p:nvSpPr>
            <p:spPr>
              <a:xfrm>
                <a:off x="1190625" y="241375"/>
                <a:ext cx="5219200" cy="5212675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08507" extrusionOk="0">
                    <a:moveTo>
                      <a:pt x="168449" y="22802"/>
                    </a:moveTo>
                    <a:cubicBezTo>
                      <a:pt x="158761" y="22802"/>
                      <a:pt x="150899" y="30663"/>
                      <a:pt x="150899" y="40351"/>
                    </a:cubicBezTo>
                    <a:cubicBezTo>
                      <a:pt x="150899" y="42015"/>
                      <a:pt x="152270" y="43385"/>
                      <a:pt x="153933" y="43385"/>
                    </a:cubicBezTo>
                    <a:cubicBezTo>
                      <a:pt x="155629" y="43385"/>
                      <a:pt x="156999" y="42015"/>
                      <a:pt x="156999" y="40351"/>
                    </a:cubicBezTo>
                    <a:cubicBezTo>
                      <a:pt x="156999" y="34023"/>
                      <a:pt x="162121" y="28902"/>
                      <a:pt x="168449" y="28902"/>
                    </a:cubicBezTo>
                    <a:cubicBezTo>
                      <a:pt x="174745" y="28902"/>
                      <a:pt x="179866" y="34023"/>
                      <a:pt x="179866" y="40351"/>
                    </a:cubicBezTo>
                    <a:cubicBezTo>
                      <a:pt x="179866" y="46647"/>
                      <a:pt x="174745" y="51768"/>
                      <a:pt x="168449" y="51768"/>
                    </a:cubicBezTo>
                    <a:cubicBezTo>
                      <a:pt x="165415" y="51768"/>
                      <a:pt x="162545" y="50594"/>
                      <a:pt x="160392" y="48474"/>
                    </a:cubicBezTo>
                    <a:cubicBezTo>
                      <a:pt x="159793" y="47874"/>
                      <a:pt x="159016" y="47581"/>
                      <a:pt x="158239" y="47581"/>
                    </a:cubicBezTo>
                    <a:cubicBezTo>
                      <a:pt x="157451" y="47581"/>
                      <a:pt x="156661" y="47882"/>
                      <a:pt x="156053" y="48474"/>
                    </a:cubicBezTo>
                    <a:cubicBezTo>
                      <a:pt x="154879" y="49681"/>
                      <a:pt x="154879" y="51605"/>
                      <a:pt x="156086" y="52812"/>
                    </a:cubicBezTo>
                    <a:cubicBezTo>
                      <a:pt x="159381" y="56074"/>
                      <a:pt x="163784" y="57901"/>
                      <a:pt x="168449" y="57901"/>
                    </a:cubicBezTo>
                    <a:cubicBezTo>
                      <a:pt x="178104" y="57901"/>
                      <a:pt x="185998" y="50007"/>
                      <a:pt x="185998" y="40351"/>
                    </a:cubicBezTo>
                    <a:cubicBezTo>
                      <a:pt x="185998" y="30663"/>
                      <a:pt x="178104" y="22802"/>
                      <a:pt x="168449" y="22802"/>
                    </a:cubicBezTo>
                    <a:close/>
                    <a:moveTo>
                      <a:pt x="100371" y="55780"/>
                    </a:moveTo>
                    <a:cubicBezTo>
                      <a:pt x="98675" y="55780"/>
                      <a:pt x="97338" y="57150"/>
                      <a:pt x="97338" y="58847"/>
                    </a:cubicBezTo>
                    <a:cubicBezTo>
                      <a:pt x="97338" y="60543"/>
                      <a:pt x="98675" y="61913"/>
                      <a:pt x="100371" y="61913"/>
                    </a:cubicBezTo>
                    <a:cubicBezTo>
                      <a:pt x="103633" y="61913"/>
                      <a:pt x="106276" y="64555"/>
                      <a:pt x="106276" y="67817"/>
                    </a:cubicBezTo>
                    <a:cubicBezTo>
                      <a:pt x="106276" y="69481"/>
                      <a:pt x="107646" y="70851"/>
                      <a:pt x="109342" y="70851"/>
                    </a:cubicBezTo>
                    <a:cubicBezTo>
                      <a:pt x="111038" y="70851"/>
                      <a:pt x="112375" y="69481"/>
                      <a:pt x="112375" y="67817"/>
                    </a:cubicBezTo>
                    <a:cubicBezTo>
                      <a:pt x="112375" y="61195"/>
                      <a:pt x="106993" y="55780"/>
                      <a:pt x="100371" y="55780"/>
                    </a:cubicBezTo>
                    <a:close/>
                    <a:moveTo>
                      <a:pt x="100371" y="43581"/>
                    </a:moveTo>
                    <a:cubicBezTo>
                      <a:pt x="98675" y="43581"/>
                      <a:pt x="97338" y="44951"/>
                      <a:pt x="97338" y="46647"/>
                    </a:cubicBezTo>
                    <a:cubicBezTo>
                      <a:pt x="97338" y="48310"/>
                      <a:pt x="98675" y="49681"/>
                      <a:pt x="100371" y="49681"/>
                    </a:cubicBezTo>
                    <a:cubicBezTo>
                      <a:pt x="110386" y="49681"/>
                      <a:pt x="118508" y="57803"/>
                      <a:pt x="118508" y="67817"/>
                    </a:cubicBezTo>
                    <a:cubicBezTo>
                      <a:pt x="118508" y="69481"/>
                      <a:pt x="119878" y="70851"/>
                      <a:pt x="121542" y="70851"/>
                    </a:cubicBezTo>
                    <a:cubicBezTo>
                      <a:pt x="123238" y="70851"/>
                      <a:pt x="124608" y="69481"/>
                      <a:pt x="124608" y="67817"/>
                    </a:cubicBezTo>
                    <a:cubicBezTo>
                      <a:pt x="124608" y="54443"/>
                      <a:pt x="113745" y="43581"/>
                      <a:pt x="100371" y="43581"/>
                    </a:cubicBezTo>
                    <a:close/>
                    <a:moveTo>
                      <a:pt x="59662" y="67197"/>
                    </a:moveTo>
                    <a:lnTo>
                      <a:pt x="59662" y="71895"/>
                    </a:lnTo>
                    <a:cubicBezTo>
                      <a:pt x="59662" y="72678"/>
                      <a:pt x="59009" y="73297"/>
                      <a:pt x="58226" y="73297"/>
                    </a:cubicBezTo>
                    <a:lnTo>
                      <a:pt x="34349" y="73297"/>
                    </a:lnTo>
                    <a:cubicBezTo>
                      <a:pt x="33566" y="73297"/>
                      <a:pt x="32946" y="72678"/>
                      <a:pt x="32946" y="71895"/>
                    </a:cubicBezTo>
                    <a:lnTo>
                      <a:pt x="32946" y="67197"/>
                    </a:lnTo>
                    <a:close/>
                    <a:moveTo>
                      <a:pt x="168449" y="6133"/>
                    </a:moveTo>
                    <a:cubicBezTo>
                      <a:pt x="169362" y="6133"/>
                      <a:pt x="171287" y="8873"/>
                      <a:pt x="172331" y="10341"/>
                    </a:cubicBezTo>
                    <a:cubicBezTo>
                      <a:pt x="174027" y="12787"/>
                      <a:pt x="175821" y="15299"/>
                      <a:pt x="178365" y="16376"/>
                    </a:cubicBezTo>
                    <a:cubicBezTo>
                      <a:pt x="179484" y="16837"/>
                      <a:pt x="180698" y="17005"/>
                      <a:pt x="181959" y="17005"/>
                    </a:cubicBezTo>
                    <a:cubicBezTo>
                      <a:pt x="183641" y="17005"/>
                      <a:pt x="185407" y="16707"/>
                      <a:pt x="187140" y="16408"/>
                    </a:cubicBezTo>
                    <a:cubicBezTo>
                      <a:pt x="188163" y="16249"/>
                      <a:pt x="190151" y="15916"/>
                      <a:pt x="191451" y="15916"/>
                    </a:cubicBezTo>
                    <a:cubicBezTo>
                      <a:pt x="192017" y="15916"/>
                      <a:pt x="192452" y="15979"/>
                      <a:pt x="192620" y="16147"/>
                    </a:cubicBezTo>
                    <a:cubicBezTo>
                      <a:pt x="193207" y="16702"/>
                      <a:pt x="192620" y="20160"/>
                      <a:pt x="192359" y="21627"/>
                    </a:cubicBezTo>
                    <a:cubicBezTo>
                      <a:pt x="191837" y="24661"/>
                      <a:pt x="191316" y="27793"/>
                      <a:pt x="192392" y="30435"/>
                    </a:cubicBezTo>
                    <a:cubicBezTo>
                      <a:pt x="193468" y="32947"/>
                      <a:pt x="195980" y="34741"/>
                      <a:pt x="198459" y="36469"/>
                    </a:cubicBezTo>
                    <a:cubicBezTo>
                      <a:pt x="199927" y="37481"/>
                      <a:pt x="202667" y="39405"/>
                      <a:pt x="202667" y="40351"/>
                    </a:cubicBezTo>
                    <a:cubicBezTo>
                      <a:pt x="202667" y="41265"/>
                      <a:pt x="199927" y="43189"/>
                      <a:pt x="198459" y="44233"/>
                    </a:cubicBezTo>
                    <a:cubicBezTo>
                      <a:pt x="195980" y="45929"/>
                      <a:pt x="193468" y="47723"/>
                      <a:pt x="192392" y="50268"/>
                    </a:cubicBezTo>
                    <a:cubicBezTo>
                      <a:pt x="191316" y="52877"/>
                      <a:pt x="191837" y="56009"/>
                      <a:pt x="192359" y="59042"/>
                    </a:cubicBezTo>
                    <a:cubicBezTo>
                      <a:pt x="192620" y="60510"/>
                      <a:pt x="193207" y="63968"/>
                      <a:pt x="192620" y="64523"/>
                    </a:cubicBezTo>
                    <a:cubicBezTo>
                      <a:pt x="192452" y="64691"/>
                      <a:pt x="192017" y="64754"/>
                      <a:pt x="191451" y="64754"/>
                    </a:cubicBezTo>
                    <a:cubicBezTo>
                      <a:pt x="190151" y="64754"/>
                      <a:pt x="188163" y="64421"/>
                      <a:pt x="187140" y="64262"/>
                    </a:cubicBezTo>
                    <a:cubicBezTo>
                      <a:pt x="185407" y="63963"/>
                      <a:pt x="183641" y="63665"/>
                      <a:pt x="181959" y="63665"/>
                    </a:cubicBezTo>
                    <a:cubicBezTo>
                      <a:pt x="180698" y="63665"/>
                      <a:pt x="179484" y="63833"/>
                      <a:pt x="178365" y="64294"/>
                    </a:cubicBezTo>
                    <a:cubicBezTo>
                      <a:pt x="175821" y="65371"/>
                      <a:pt x="174027" y="67882"/>
                      <a:pt x="172331" y="70329"/>
                    </a:cubicBezTo>
                    <a:cubicBezTo>
                      <a:pt x="171287" y="71829"/>
                      <a:pt x="169362" y="74569"/>
                      <a:pt x="168449" y="74569"/>
                    </a:cubicBezTo>
                    <a:cubicBezTo>
                      <a:pt x="167503" y="74569"/>
                      <a:pt x="165578" y="71829"/>
                      <a:pt x="164567" y="70329"/>
                    </a:cubicBezTo>
                    <a:cubicBezTo>
                      <a:pt x="162838" y="67882"/>
                      <a:pt x="161044" y="65371"/>
                      <a:pt x="158533" y="64294"/>
                    </a:cubicBezTo>
                    <a:cubicBezTo>
                      <a:pt x="157391" y="63838"/>
                      <a:pt x="156184" y="63674"/>
                      <a:pt x="154912" y="63674"/>
                    </a:cubicBezTo>
                    <a:cubicBezTo>
                      <a:pt x="153216" y="63674"/>
                      <a:pt x="151454" y="63968"/>
                      <a:pt x="149725" y="64262"/>
                    </a:cubicBezTo>
                    <a:cubicBezTo>
                      <a:pt x="148703" y="64421"/>
                      <a:pt x="146730" y="64754"/>
                      <a:pt x="145429" y="64754"/>
                    </a:cubicBezTo>
                    <a:cubicBezTo>
                      <a:pt x="144862" y="64754"/>
                      <a:pt x="144423" y="64691"/>
                      <a:pt x="144245" y="64523"/>
                    </a:cubicBezTo>
                    <a:cubicBezTo>
                      <a:pt x="143691" y="63968"/>
                      <a:pt x="144278" y="60510"/>
                      <a:pt x="144506" y="59042"/>
                    </a:cubicBezTo>
                    <a:cubicBezTo>
                      <a:pt x="145028" y="56009"/>
                      <a:pt x="145550" y="52877"/>
                      <a:pt x="144473" y="50268"/>
                    </a:cubicBezTo>
                    <a:cubicBezTo>
                      <a:pt x="143430" y="47723"/>
                      <a:pt x="140885" y="45929"/>
                      <a:pt x="138439" y="44233"/>
                    </a:cubicBezTo>
                    <a:cubicBezTo>
                      <a:pt x="136971" y="43189"/>
                      <a:pt x="134231" y="41265"/>
                      <a:pt x="134231" y="40351"/>
                    </a:cubicBezTo>
                    <a:cubicBezTo>
                      <a:pt x="134231" y="39405"/>
                      <a:pt x="136971" y="37481"/>
                      <a:pt x="138439" y="36469"/>
                    </a:cubicBezTo>
                    <a:cubicBezTo>
                      <a:pt x="140885" y="34741"/>
                      <a:pt x="143430" y="32947"/>
                      <a:pt x="144473" y="30435"/>
                    </a:cubicBezTo>
                    <a:cubicBezTo>
                      <a:pt x="145550" y="27793"/>
                      <a:pt x="145028" y="24661"/>
                      <a:pt x="144506" y="21627"/>
                    </a:cubicBezTo>
                    <a:cubicBezTo>
                      <a:pt x="144278" y="20160"/>
                      <a:pt x="143691" y="16702"/>
                      <a:pt x="144245" y="16147"/>
                    </a:cubicBezTo>
                    <a:cubicBezTo>
                      <a:pt x="144423" y="15979"/>
                      <a:pt x="144862" y="15916"/>
                      <a:pt x="145429" y="15916"/>
                    </a:cubicBezTo>
                    <a:cubicBezTo>
                      <a:pt x="146730" y="15916"/>
                      <a:pt x="148703" y="16249"/>
                      <a:pt x="149725" y="16408"/>
                    </a:cubicBezTo>
                    <a:cubicBezTo>
                      <a:pt x="151459" y="16707"/>
                      <a:pt x="153224" y="17005"/>
                      <a:pt x="154912" y="17005"/>
                    </a:cubicBezTo>
                    <a:cubicBezTo>
                      <a:pt x="156178" y="17005"/>
                      <a:pt x="157400" y="16837"/>
                      <a:pt x="158533" y="16376"/>
                    </a:cubicBezTo>
                    <a:cubicBezTo>
                      <a:pt x="161044" y="15299"/>
                      <a:pt x="162838" y="12787"/>
                      <a:pt x="164567" y="10341"/>
                    </a:cubicBezTo>
                    <a:cubicBezTo>
                      <a:pt x="165578" y="8873"/>
                      <a:pt x="167503" y="6133"/>
                      <a:pt x="168449" y="6133"/>
                    </a:cubicBezTo>
                    <a:close/>
                    <a:moveTo>
                      <a:pt x="168449" y="0"/>
                    </a:moveTo>
                    <a:cubicBezTo>
                      <a:pt x="164339" y="0"/>
                      <a:pt x="161795" y="3621"/>
                      <a:pt x="159544" y="6818"/>
                    </a:cubicBezTo>
                    <a:cubicBezTo>
                      <a:pt x="158500" y="8319"/>
                      <a:pt x="157065" y="10341"/>
                      <a:pt x="156184" y="10732"/>
                    </a:cubicBezTo>
                    <a:cubicBezTo>
                      <a:pt x="155880" y="10860"/>
                      <a:pt x="155447" y="10911"/>
                      <a:pt x="154937" y="10911"/>
                    </a:cubicBezTo>
                    <a:cubicBezTo>
                      <a:pt x="153748" y="10911"/>
                      <a:pt x="152138" y="10634"/>
                      <a:pt x="150769" y="10406"/>
                    </a:cubicBezTo>
                    <a:cubicBezTo>
                      <a:pt x="149085" y="10116"/>
                      <a:pt x="147311" y="9813"/>
                      <a:pt x="145613" y="9813"/>
                    </a:cubicBezTo>
                    <a:cubicBezTo>
                      <a:pt x="143495" y="9813"/>
                      <a:pt x="141496" y="10284"/>
                      <a:pt x="139939" y="11841"/>
                    </a:cubicBezTo>
                    <a:cubicBezTo>
                      <a:pt x="137134" y="14614"/>
                      <a:pt x="137852" y="18887"/>
                      <a:pt x="138504" y="22671"/>
                    </a:cubicBezTo>
                    <a:cubicBezTo>
                      <a:pt x="138830" y="24628"/>
                      <a:pt x="139254" y="27075"/>
                      <a:pt x="138830" y="28086"/>
                    </a:cubicBezTo>
                    <a:cubicBezTo>
                      <a:pt x="138471" y="28967"/>
                      <a:pt x="136416" y="30402"/>
                      <a:pt x="134916" y="31446"/>
                    </a:cubicBezTo>
                    <a:cubicBezTo>
                      <a:pt x="131719" y="33697"/>
                      <a:pt x="128098" y="36241"/>
                      <a:pt x="128098" y="40351"/>
                    </a:cubicBezTo>
                    <a:cubicBezTo>
                      <a:pt x="128098" y="44429"/>
                      <a:pt x="131719" y="46973"/>
                      <a:pt x="134916" y="49224"/>
                    </a:cubicBezTo>
                    <a:cubicBezTo>
                      <a:pt x="136416" y="50268"/>
                      <a:pt x="138471" y="51703"/>
                      <a:pt x="138830" y="52584"/>
                    </a:cubicBezTo>
                    <a:cubicBezTo>
                      <a:pt x="139254" y="53595"/>
                      <a:pt x="138830" y="56041"/>
                      <a:pt x="138504" y="57999"/>
                    </a:cubicBezTo>
                    <a:cubicBezTo>
                      <a:pt x="137852" y="61783"/>
                      <a:pt x="137134" y="66056"/>
                      <a:pt x="139939" y="68828"/>
                    </a:cubicBezTo>
                    <a:cubicBezTo>
                      <a:pt x="141496" y="70385"/>
                      <a:pt x="143495" y="70857"/>
                      <a:pt x="145613" y="70857"/>
                    </a:cubicBezTo>
                    <a:cubicBezTo>
                      <a:pt x="147311" y="70857"/>
                      <a:pt x="149085" y="70554"/>
                      <a:pt x="150769" y="70264"/>
                    </a:cubicBezTo>
                    <a:cubicBezTo>
                      <a:pt x="152138" y="70035"/>
                      <a:pt x="153748" y="69759"/>
                      <a:pt x="154937" y="69759"/>
                    </a:cubicBezTo>
                    <a:cubicBezTo>
                      <a:pt x="155447" y="69759"/>
                      <a:pt x="155880" y="69810"/>
                      <a:pt x="156184" y="69937"/>
                    </a:cubicBezTo>
                    <a:cubicBezTo>
                      <a:pt x="157065" y="70329"/>
                      <a:pt x="158500" y="72351"/>
                      <a:pt x="159544" y="73852"/>
                    </a:cubicBezTo>
                    <a:cubicBezTo>
                      <a:pt x="161795" y="77049"/>
                      <a:pt x="164339" y="80669"/>
                      <a:pt x="168449" y="80669"/>
                    </a:cubicBezTo>
                    <a:cubicBezTo>
                      <a:pt x="172526" y="80669"/>
                      <a:pt x="175071" y="77049"/>
                      <a:pt x="177322" y="73852"/>
                    </a:cubicBezTo>
                    <a:cubicBezTo>
                      <a:pt x="178365" y="72351"/>
                      <a:pt x="179801" y="70329"/>
                      <a:pt x="180714" y="69937"/>
                    </a:cubicBezTo>
                    <a:cubicBezTo>
                      <a:pt x="181008" y="69810"/>
                      <a:pt x="181434" y="69759"/>
                      <a:pt x="181941" y="69759"/>
                    </a:cubicBezTo>
                    <a:cubicBezTo>
                      <a:pt x="183121" y="69759"/>
                      <a:pt x="184737" y="70035"/>
                      <a:pt x="186129" y="70264"/>
                    </a:cubicBezTo>
                    <a:cubicBezTo>
                      <a:pt x="187798" y="70554"/>
                      <a:pt x="189571" y="70857"/>
                      <a:pt x="191271" y="70857"/>
                    </a:cubicBezTo>
                    <a:cubicBezTo>
                      <a:pt x="193392" y="70857"/>
                      <a:pt x="195402" y="70385"/>
                      <a:pt x="196959" y="68828"/>
                    </a:cubicBezTo>
                    <a:cubicBezTo>
                      <a:pt x="199731" y="66056"/>
                      <a:pt x="199014" y="61783"/>
                      <a:pt x="198394" y="57999"/>
                    </a:cubicBezTo>
                    <a:cubicBezTo>
                      <a:pt x="198035" y="56041"/>
                      <a:pt x="197644" y="53595"/>
                      <a:pt x="198035" y="52584"/>
                    </a:cubicBezTo>
                    <a:cubicBezTo>
                      <a:pt x="198427" y="51703"/>
                      <a:pt x="200449" y="50268"/>
                      <a:pt x="201950" y="49224"/>
                    </a:cubicBezTo>
                    <a:cubicBezTo>
                      <a:pt x="205146" y="46973"/>
                      <a:pt x="208767" y="44429"/>
                      <a:pt x="208767" y="40351"/>
                    </a:cubicBezTo>
                    <a:cubicBezTo>
                      <a:pt x="208767" y="36241"/>
                      <a:pt x="205146" y="33697"/>
                      <a:pt x="201950" y="31446"/>
                    </a:cubicBezTo>
                    <a:cubicBezTo>
                      <a:pt x="200449" y="30402"/>
                      <a:pt x="198427" y="28967"/>
                      <a:pt x="198035" y="28086"/>
                    </a:cubicBezTo>
                    <a:cubicBezTo>
                      <a:pt x="197644" y="27075"/>
                      <a:pt x="198035" y="24628"/>
                      <a:pt x="198394" y="22671"/>
                    </a:cubicBezTo>
                    <a:cubicBezTo>
                      <a:pt x="199014" y="18887"/>
                      <a:pt x="199731" y="14614"/>
                      <a:pt x="196959" y="11841"/>
                    </a:cubicBezTo>
                    <a:cubicBezTo>
                      <a:pt x="195402" y="10284"/>
                      <a:pt x="193392" y="9813"/>
                      <a:pt x="191271" y="9813"/>
                    </a:cubicBezTo>
                    <a:cubicBezTo>
                      <a:pt x="189571" y="9813"/>
                      <a:pt x="187798" y="10116"/>
                      <a:pt x="186129" y="10406"/>
                    </a:cubicBezTo>
                    <a:cubicBezTo>
                      <a:pt x="184737" y="10634"/>
                      <a:pt x="183121" y="10911"/>
                      <a:pt x="181941" y="10911"/>
                    </a:cubicBezTo>
                    <a:cubicBezTo>
                      <a:pt x="181434" y="10911"/>
                      <a:pt x="181008" y="10860"/>
                      <a:pt x="180714" y="10732"/>
                    </a:cubicBezTo>
                    <a:cubicBezTo>
                      <a:pt x="179801" y="10341"/>
                      <a:pt x="178365" y="8319"/>
                      <a:pt x="177322" y="6818"/>
                    </a:cubicBezTo>
                    <a:cubicBezTo>
                      <a:pt x="175071" y="3621"/>
                      <a:pt x="172526" y="0"/>
                      <a:pt x="168449" y="0"/>
                    </a:cubicBezTo>
                    <a:close/>
                    <a:moveTo>
                      <a:pt x="28836" y="107320"/>
                    </a:moveTo>
                    <a:lnTo>
                      <a:pt x="28836" y="122586"/>
                    </a:lnTo>
                    <a:lnTo>
                      <a:pt x="6100" y="122586"/>
                    </a:lnTo>
                    <a:lnTo>
                      <a:pt x="6100" y="107320"/>
                    </a:lnTo>
                    <a:close/>
                    <a:moveTo>
                      <a:pt x="57639" y="107320"/>
                    </a:moveTo>
                    <a:lnTo>
                      <a:pt x="57639" y="122586"/>
                    </a:lnTo>
                    <a:lnTo>
                      <a:pt x="34936" y="122586"/>
                    </a:lnTo>
                    <a:lnTo>
                      <a:pt x="34936" y="107320"/>
                    </a:lnTo>
                    <a:close/>
                    <a:moveTo>
                      <a:pt x="86475" y="107320"/>
                    </a:moveTo>
                    <a:lnTo>
                      <a:pt x="86475" y="122586"/>
                    </a:lnTo>
                    <a:lnTo>
                      <a:pt x="63772" y="122586"/>
                    </a:lnTo>
                    <a:lnTo>
                      <a:pt x="63772" y="107320"/>
                    </a:lnTo>
                    <a:close/>
                    <a:moveTo>
                      <a:pt x="28836" y="128686"/>
                    </a:moveTo>
                    <a:lnTo>
                      <a:pt x="28836" y="145289"/>
                    </a:lnTo>
                    <a:lnTo>
                      <a:pt x="6100" y="145289"/>
                    </a:lnTo>
                    <a:lnTo>
                      <a:pt x="6100" y="128686"/>
                    </a:lnTo>
                    <a:close/>
                    <a:moveTo>
                      <a:pt x="57639" y="128686"/>
                    </a:moveTo>
                    <a:lnTo>
                      <a:pt x="57639" y="145289"/>
                    </a:lnTo>
                    <a:lnTo>
                      <a:pt x="34936" y="145289"/>
                    </a:lnTo>
                    <a:lnTo>
                      <a:pt x="34936" y="128686"/>
                    </a:lnTo>
                    <a:close/>
                    <a:moveTo>
                      <a:pt x="86475" y="128686"/>
                    </a:moveTo>
                    <a:lnTo>
                      <a:pt x="86475" y="145289"/>
                    </a:lnTo>
                    <a:lnTo>
                      <a:pt x="63772" y="145289"/>
                    </a:lnTo>
                    <a:lnTo>
                      <a:pt x="63772" y="128686"/>
                    </a:lnTo>
                    <a:close/>
                    <a:moveTo>
                      <a:pt x="28836" y="151389"/>
                    </a:moveTo>
                    <a:lnTo>
                      <a:pt x="28836" y="166655"/>
                    </a:lnTo>
                    <a:lnTo>
                      <a:pt x="6100" y="166655"/>
                    </a:lnTo>
                    <a:lnTo>
                      <a:pt x="6100" y="151389"/>
                    </a:lnTo>
                    <a:close/>
                    <a:moveTo>
                      <a:pt x="57639" y="151389"/>
                    </a:moveTo>
                    <a:lnTo>
                      <a:pt x="57639" y="166655"/>
                    </a:lnTo>
                    <a:lnTo>
                      <a:pt x="34936" y="166655"/>
                    </a:lnTo>
                    <a:lnTo>
                      <a:pt x="34936" y="151389"/>
                    </a:lnTo>
                    <a:close/>
                    <a:moveTo>
                      <a:pt x="86475" y="151389"/>
                    </a:moveTo>
                    <a:lnTo>
                      <a:pt x="86475" y="166655"/>
                    </a:lnTo>
                    <a:lnTo>
                      <a:pt x="63772" y="166655"/>
                    </a:lnTo>
                    <a:lnTo>
                      <a:pt x="63772" y="151389"/>
                    </a:lnTo>
                    <a:close/>
                    <a:moveTo>
                      <a:pt x="86475" y="172788"/>
                    </a:moveTo>
                    <a:lnTo>
                      <a:pt x="86475" y="190990"/>
                    </a:lnTo>
                    <a:cubicBezTo>
                      <a:pt x="86475" y="197285"/>
                      <a:pt x="81354" y="202407"/>
                      <a:pt x="75058" y="202407"/>
                    </a:cubicBezTo>
                    <a:lnTo>
                      <a:pt x="17517" y="202407"/>
                    </a:lnTo>
                    <a:cubicBezTo>
                      <a:pt x="11221" y="202407"/>
                      <a:pt x="6100" y="197285"/>
                      <a:pt x="6100" y="190990"/>
                    </a:cubicBezTo>
                    <a:lnTo>
                      <a:pt x="6100" y="172788"/>
                    </a:lnTo>
                    <a:close/>
                    <a:moveTo>
                      <a:pt x="17517" y="61097"/>
                    </a:moveTo>
                    <a:cubicBezTo>
                      <a:pt x="7861" y="61097"/>
                      <a:pt x="0" y="68959"/>
                      <a:pt x="0" y="78614"/>
                    </a:cubicBezTo>
                    <a:lnTo>
                      <a:pt x="0" y="190990"/>
                    </a:lnTo>
                    <a:cubicBezTo>
                      <a:pt x="0" y="200645"/>
                      <a:pt x="7861" y="208507"/>
                      <a:pt x="17517" y="208507"/>
                    </a:cubicBezTo>
                    <a:lnTo>
                      <a:pt x="75058" y="208507"/>
                    </a:lnTo>
                    <a:cubicBezTo>
                      <a:pt x="84714" y="208507"/>
                      <a:pt x="92575" y="200645"/>
                      <a:pt x="92575" y="190990"/>
                    </a:cubicBezTo>
                    <a:lnTo>
                      <a:pt x="92575" y="93391"/>
                    </a:lnTo>
                    <a:cubicBezTo>
                      <a:pt x="92575" y="91728"/>
                      <a:pt x="91205" y="90358"/>
                      <a:pt x="89542" y="90358"/>
                    </a:cubicBezTo>
                    <a:cubicBezTo>
                      <a:pt x="87845" y="90358"/>
                      <a:pt x="86475" y="91728"/>
                      <a:pt x="86475" y="93391"/>
                    </a:cubicBezTo>
                    <a:lnTo>
                      <a:pt x="86475" y="101187"/>
                    </a:lnTo>
                    <a:lnTo>
                      <a:pt x="6100" y="101187"/>
                    </a:lnTo>
                    <a:lnTo>
                      <a:pt x="6100" y="78614"/>
                    </a:lnTo>
                    <a:cubicBezTo>
                      <a:pt x="6100" y="72319"/>
                      <a:pt x="11221" y="67197"/>
                      <a:pt x="17517" y="67197"/>
                    </a:cubicBezTo>
                    <a:lnTo>
                      <a:pt x="26814" y="67197"/>
                    </a:lnTo>
                    <a:lnTo>
                      <a:pt x="26814" y="71895"/>
                    </a:lnTo>
                    <a:cubicBezTo>
                      <a:pt x="26814" y="76037"/>
                      <a:pt x="30206" y="79430"/>
                      <a:pt x="34349" y="79430"/>
                    </a:cubicBezTo>
                    <a:lnTo>
                      <a:pt x="58226" y="79430"/>
                    </a:lnTo>
                    <a:cubicBezTo>
                      <a:pt x="62369" y="79430"/>
                      <a:pt x="65762" y="76037"/>
                      <a:pt x="65762" y="71895"/>
                    </a:cubicBezTo>
                    <a:lnTo>
                      <a:pt x="65762" y="67197"/>
                    </a:lnTo>
                    <a:lnTo>
                      <a:pt x="75058" y="67197"/>
                    </a:lnTo>
                    <a:cubicBezTo>
                      <a:pt x="81354" y="67197"/>
                      <a:pt x="86475" y="72319"/>
                      <a:pt x="86475" y="78614"/>
                    </a:cubicBezTo>
                    <a:lnTo>
                      <a:pt x="86475" y="81191"/>
                    </a:lnTo>
                    <a:cubicBezTo>
                      <a:pt x="86475" y="82855"/>
                      <a:pt x="87845" y="84225"/>
                      <a:pt x="89542" y="84225"/>
                    </a:cubicBezTo>
                    <a:cubicBezTo>
                      <a:pt x="91205" y="84225"/>
                      <a:pt x="92575" y="82855"/>
                      <a:pt x="92575" y="81191"/>
                    </a:cubicBezTo>
                    <a:lnTo>
                      <a:pt x="92575" y="78614"/>
                    </a:lnTo>
                    <a:cubicBezTo>
                      <a:pt x="92575" y="68959"/>
                      <a:pt x="84714" y="61097"/>
                      <a:pt x="75058" y="61097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3" name="Google Shape;2043;p88"/>
          <p:cNvSpPr/>
          <p:nvPr/>
        </p:nvSpPr>
        <p:spPr>
          <a:xfrm>
            <a:off x="1193450" y="1239175"/>
            <a:ext cx="2081400" cy="20814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44" name="Google Shape;2044;p88"/>
          <p:cNvSpPr txBox="1">
            <a:spLocks noGrp="1"/>
          </p:cNvSpPr>
          <p:nvPr>
            <p:ph type="title"/>
          </p:nvPr>
        </p:nvSpPr>
        <p:spPr>
          <a:xfrm>
            <a:off x="713250" y="417400"/>
            <a:ext cx="77175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TEAM</a:t>
            </a:r>
            <a:endParaRPr/>
          </a:p>
        </p:txBody>
      </p:sp>
      <p:sp>
        <p:nvSpPr>
          <p:cNvPr id="2045" name="Google Shape;2045;p88"/>
          <p:cNvSpPr txBox="1">
            <a:spLocks noGrp="1"/>
          </p:cNvSpPr>
          <p:nvPr>
            <p:ph type="title" idx="2"/>
          </p:nvPr>
        </p:nvSpPr>
        <p:spPr>
          <a:xfrm>
            <a:off x="1153063" y="3402175"/>
            <a:ext cx="2162100" cy="4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JENNA DOE</a:t>
            </a:r>
            <a:endParaRPr/>
          </a:p>
        </p:txBody>
      </p:sp>
      <p:sp>
        <p:nvSpPr>
          <p:cNvPr id="2046" name="Google Shape;2046;p88"/>
          <p:cNvSpPr txBox="1">
            <a:spLocks noGrp="1"/>
          </p:cNvSpPr>
          <p:nvPr>
            <p:ph type="subTitle" idx="1"/>
          </p:nvPr>
        </p:nvSpPr>
        <p:spPr>
          <a:xfrm>
            <a:off x="1153111" y="3790650"/>
            <a:ext cx="21621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speak a bit about this person here</a:t>
            </a:r>
            <a:endParaRPr/>
          </a:p>
        </p:txBody>
      </p:sp>
      <p:sp>
        <p:nvSpPr>
          <p:cNvPr id="2047" name="Google Shape;2047;p88"/>
          <p:cNvSpPr txBox="1">
            <a:spLocks noGrp="1"/>
          </p:cNvSpPr>
          <p:nvPr>
            <p:ph type="title" idx="3"/>
          </p:nvPr>
        </p:nvSpPr>
        <p:spPr>
          <a:xfrm>
            <a:off x="5828837" y="3402175"/>
            <a:ext cx="2162100" cy="4215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JOHN JAMES</a:t>
            </a:r>
            <a:endParaRPr/>
          </a:p>
        </p:txBody>
      </p:sp>
      <p:sp>
        <p:nvSpPr>
          <p:cNvPr id="2048" name="Google Shape;2048;p88"/>
          <p:cNvSpPr txBox="1">
            <a:spLocks noGrp="1"/>
          </p:cNvSpPr>
          <p:nvPr>
            <p:ph type="subTitle" idx="4"/>
          </p:nvPr>
        </p:nvSpPr>
        <p:spPr>
          <a:xfrm>
            <a:off x="5828838" y="3790650"/>
            <a:ext cx="2162100" cy="527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 can speak a bit about this person here</a:t>
            </a:r>
            <a:endParaRPr/>
          </a:p>
        </p:txBody>
      </p:sp>
      <p:pic>
        <p:nvPicPr>
          <p:cNvPr id="2049" name="Google Shape;2049;p88"/>
          <p:cNvPicPr preferRelativeResize="0"/>
          <p:nvPr/>
        </p:nvPicPr>
        <p:blipFill rotWithShape="1">
          <a:blip r:embed="rId3">
            <a:alphaModFix/>
          </a:blip>
          <a:srcRect l="19575" r="24671"/>
          <a:stretch/>
        </p:blipFill>
        <p:spPr>
          <a:xfrm>
            <a:off x="1349000" y="1386774"/>
            <a:ext cx="1770300" cy="17862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2050" name="Google Shape;2050;p88"/>
          <p:cNvGrpSpPr/>
          <p:nvPr/>
        </p:nvGrpSpPr>
        <p:grpSpPr>
          <a:xfrm rot="-1403254">
            <a:off x="2959180" y="1936167"/>
            <a:ext cx="1704570" cy="1609660"/>
            <a:chOff x="6899901" y="292450"/>
            <a:chExt cx="2548500" cy="2406600"/>
          </a:xfrm>
        </p:grpSpPr>
        <p:sp>
          <p:nvSpPr>
            <p:cNvPr id="2051" name="Google Shape;2051;p88"/>
            <p:cNvSpPr/>
            <p:nvPr/>
          </p:nvSpPr>
          <p:spPr>
            <a:xfrm>
              <a:off x="6899901" y="292450"/>
              <a:ext cx="2548500" cy="24066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762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2" name="Google Shape;2052;p88"/>
            <p:cNvSpPr/>
            <p:nvPr/>
          </p:nvSpPr>
          <p:spPr>
            <a:xfrm>
              <a:off x="6899901" y="292450"/>
              <a:ext cx="2548500" cy="24066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>
              <a:noFill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53" name="Google Shape;2053;p88"/>
            <p:cNvGrpSpPr/>
            <p:nvPr/>
          </p:nvGrpSpPr>
          <p:grpSpPr>
            <a:xfrm>
              <a:off x="7204336" y="528627"/>
              <a:ext cx="1939674" cy="1934245"/>
              <a:chOff x="1183275" y="238100"/>
              <a:chExt cx="5233875" cy="5219225"/>
            </a:xfrm>
          </p:grpSpPr>
          <p:sp>
            <p:nvSpPr>
              <p:cNvPr id="2054" name="Google Shape;2054;p88"/>
              <p:cNvSpPr/>
              <p:nvPr/>
            </p:nvSpPr>
            <p:spPr>
              <a:xfrm>
                <a:off x="4309075" y="2312725"/>
                <a:ext cx="702975" cy="3067925"/>
              </a:xfrm>
              <a:custGeom>
                <a:avLst/>
                <a:gdLst/>
                <a:ahLst/>
                <a:cxnLst/>
                <a:rect l="l" t="t" r="r" b="b"/>
                <a:pathLst>
                  <a:path w="28119" h="122717" extrusionOk="0">
                    <a:moveTo>
                      <a:pt x="6100" y="1"/>
                    </a:moveTo>
                    <a:lnTo>
                      <a:pt x="0" y="122717"/>
                    </a:lnTo>
                    <a:lnTo>
                      <a:pt x="28119" y="122717"/>
                    </a:lnTo>
                    <a:lnTo>
                      <a:pt x="22019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5" name="Google Shape;2055;p88"/>
              <p:cNvSpPr/>
              <p:nvPr/>
            </p:nvSpPr>
            <p:spPr>
              <a:xfrm>
                <a:off x="4305800" y="314775"/>
                <a:ext cx="454275" cy="1755775"/>
              </a:xfrm>
              <a:custGeom>
                <a:avLst/>
                <a:gdLst/>
                <a:ahLst/>
                <a:cxnLst/>
                <a:rect l="l" t="t" r="r" b="b"/>
                <a:pathLst>
                  <a:path w="18171" h="70231" extrusionOk="0">
                    <a:moveTo>
                      <a:pt x="11391" y="0"/>
                    </a:moveTo>
                    <a:cubicBezTo>
                      <a:pt x="10758" y="0"/>
                      <a:pt x="10126" y="335"/>
                      <a:pt x="9819" y="1011"/>
                    </a:cubicBezTo>
                    <a:lnTo>
                      <a:pt x="2056" y="17876"/>
                    </a:lnTo>
                    <a:cubicBezTo>
                      <a:pt x="425" y="21432"/>
                      <a:pt x="1" y="25411"/>
                      <a:pt x="849" y="29228"/>
                    </a:cubicBezTo>
                    <a:lnTo>
                      <a:pt x="9885" y="70231"/>
                    </a:lnTo>
                    <a:lnTo>
                      <a:pt x="18170" y="70231"/>
                    </a:lnTo>
                    <a:lnTo>
                      <a:pt x="18170" y="16114"/>
                    </a:lnTo>
                    <a:cubicBezTo>
                      <a:pt x="18170" y="14059"/>
                      <a:pt x="17746" y="12037"/>
                      <a:pt x="16931" y="10145"/>
                    </a:cubicBezTo>
                    <a:lnTo>
                      <a:pt x="12984" y="1044"/>
                    </a:lnTo>
                    <a:cubicBezTo>
                      <a:pt x="12687" y="351"/>
                      <a:pt x="12039" y="0"/>
                      <a:pt x="11391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6" name="Google Shape;2056;p88"/>
              <p:cNvSpPr/>
              <p:nvPr/>
            </p:nvSpPr>
            <p:spPr>
              <a:xfrm>
                <a:off x="3065425" y="2165125"/>
                <a:ext cx="1557625" cy="1046500"/>
              </a:xfrm>
              <a:custGeom>
                <a:avLst/>
                <a:gdLst/>
                <a:ahLst/>
                <a:cxnLst/>
                <a:rect l="l" t="t" r="r" b="b"/>
                <a:pathLst>
                  <a:path w="62305" h="41860" extrusionOk="0">
                    <a:moveTo>
                      <a:pt x="58195" y="1"/>
                    </a:moveTo>
                    <a:lnTo>
                      <a:pt x="11353" y="27043"/>
                    </a:lnTo>
                    <a:cubicBezTo>
                      <a:pt x="9559" y="28086"/>
                      <a:pt x="7993" y="29489"/>
                      <a:pt x="6753" y="31120"/>
                    </a:cubicBezTo>
                    <a:lnTo>
                      <a:pt x="849" y="39112"/>
                    </a:lnTo>
                    <a:cubicBezTo>
                      <a:pt x="1" y="40243"/>
                      <a:pt x="848" y="41859"/>
                      <a:pt x="2253" y="41859"/>
                    </a:cubicBezTo>
                    <a:cubicBezTo>
                      <a:pt x="2306" y="41859"/>
                      <a:pt x="2360" y="41857"/>
                      <a:pt x="2415" y="41852"/>
                    </a:cubicBezTo>
                    <a:lnTo>
                      <a:pt x="20878" y="40123"/>
                    </a:lnTo>
                    <a:cubicBezTo>
                      <a:pt x="24792" y="39764"/>
                      <a:pt x="28446" y="38133"/>
                      <a:pt x="31349" y="35491"/>
                    </a:cubicBezTo>
                    <a:lnTo>
                      <a:pt x="62305" y="7177"/>
                    </a:lnTo>
                    <a:lnTo>
                      <a:pt x="58195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7" name="Google Shape;2057;p88"/>
              <p:cNvSpPr/>
              <p:nvPr/>
            </p:nvSpPr>
            <p:spPr>
              <a:xfrm>
                <a:off x="4722525" y="2146375"/>
                <a:ext cx="1623300" cy="931725"/>
              </a:xfrm>
              <a:custGeom>
                <a:avLst/>
                <a:gdLst/>
                <a:ahLst/>
                <a:cxnLst/>
                <a:rect l="l" t="t" r="r" b="b"/>
                <a:pathLst>
                  <a:path w="64932" h="37269" extrusionOk="0">
                    <a:moveTo>
                      <a:pt x="4143" y="0"/>
                    </a:moveTo>
                    <a:lnTo>
                      <a:pt x="1" y="7177"/>
                    </a:lnTo>
                    <a:lnTo>
                      <a:pt x="46843" y="34219"/>
                    </a:lnTo>
                    <a:cubicBezTo>
                      <a:pt x="48637" y="35230"/>
                      <a:pt x="50594" y="35882"/>
                      <a:pt x="52649" y="36143"/>
                    </a:cubicBezTo>
                    <a:lnTo>
                      <a:pt x="62500" y="37252"/>
                    </a:lnTo>
                    <a:cubicBezTo>
                      <a:pt x="62582" y="37263"/>
                      <a:pt x="62662" y="37268"/>
                      <a:pt x="62741" y="37268"/>
                    </a:cubicBezTo>
                    <a:cubicBezTo>
                      <a:pt x="64102" y="37268"/>
                      <a:pt x="64931" y="35717"/>
                      <a:pt x="64099" y="34545"/>
                    </a:cubicBezTo>
                    <a:lnTo>
                      <a:pt x="53399" y="19409"/>
                    </a:lnTo>
                    <a:cubicBezTo>
                      <a:pt x="51116" y="16213"/>
                      <a:pt x="47887" y="13831"/>
                      <a:pt x="44135" y="12657"/>
                    </a:cubicBezTo>
                    <a:lnTo>
                      <a:pt x="4143" y="0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8" name="Google Shape;2058;p88"/>
              <p:cNvSpPr/>
              <p:nvPr/>
            </p:nvSpPr>
            <p:spPr>
              <a:xfrm>
                <a:off x="4364525" y="1883775"/>
                <a:ext cx="605950" cy="605950"/>
              </a:xfrm>
              <a:custGeom>
                <a:avLst/>
                <a:gdLst/>
                <a:ahLst/>
                <a:cxnLst/>
                <a:rect l="l" t="t" r="r" b="b"/>
                <a:pathLst>
                  <a:path w="24238" h="24238" extrusionOk="0">
                    <a:moveTo>
                      <a:pt x="12102" y="1"/>
                    </a:moveTo>
                    <a:cubicBezTo>
                      <a:pt x="5415" y="1"/>
                      <a:pt x="1" y="5448"/>
                      <a:pt x="1" y="12135"/>
                    </a:cubicBezTo>
                    <a:cubicBezTo>
                      <a:pt x="1" y="18823"/>
                      <a:pt x="5415" y="24237"/>
                      <a:pt x="12102" y="24237"/>
                    </a:cubicBezTo>
                    <a:cubicBezTo>
                      <a:pt x="18822" y="24237"/>
                      <a:pt x="24237" y="18823"/>
                      <a:pt x="24237" y="12135"/>
                    </a:cubicBezTo>
                    <a:cubicBezTo>
                      <a:pt x="24237" y="5448"/>
                      <a:pt x="18822" y="1"/>
                      <a:pt x="12102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59" name="Google Shape;2059;p88"/>
              <p:cNvSpPr/>
              <p:nvPr/>
            </p:nvSpPr>
            <p:spPr>
              <a:xfrm>
                <a:off x="2528025" y="2924350"/>
                <a:ext cx="642650" cy="2456300"/>
              </a:xfrm>
              <a:custGeom>
                <a:avLst/>
                <a:gdLst/>
                <a:ahLst/>
                <a:cxnLst/>
                <a:rect l="l" t="t" r="r" b="b"/>
                <a:pathLst>
                  <a:path w="25706" h="98252" extrusionOk="0">
                    <a:moveTo>
                      <a:pt x="4894" y="1"/>
                    </a:moveTo>
                    <a:lnTo>
                      <a:pt x="1" y="98252"/>
                    </a:lnTo>
                    <a:lnTo>
                      <a:pt x="25705" y="98252"/>
                    </a:lnTo>
                    <a:lnTo>
                      <a:pt x="20812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0" name="Google Shape;2060;p88"/>
              <p:cNvSpPr/>
              <p:nvPr/>
            </p:nvSpPr>
            <p:spPr>
              <a:xfrm>
                <a:off x="2494600" y="1079200"/>
                <a:ext cx="454250" cy="1755475"/>
              </a:xfrm>
              <a:custGeom>
                <a:avLst/>
                <a:gdLst/>
                <a:ahLst/>
                <a:cxnLst/>
                <a:rect l="l" t="t" r="r" b="b"/>
                <a:pathLst>
                  <a:path w="18170" h="70219" extrusionOk="0">
                    <a:moveTo>
                      <a:pt x="11401" y="0"/>
                    </a:moveTo>
                    <a:cubicBezTo>
                      <a:pt x="10765" y="0"/>
                      <a:pt x="10127" y="335"/>
                      <a:pt x="9819" y="999"/>
                    </a:cubicBezTo>
                    <a:lnTo>
                      <a:pt x="2055" y="17864"/>
                    </a:lnTo>
                    <a:cubicBezTo>
                      <a:pt x="424" y="21419"/>
                      <a:pt x="0" y="25399"/>
                      <a:pt x="848" y="29248"/>
                    </a:cubicBezTo>
                    <a:lnTo>
                      <a:pt x="9884" y="70219"/>
                    </a:lnTo>
                    <a:lnTo>
                      <a:pt x="18169" y="70219"/>
                    </a:lnTo>
                    <a:lnTo>
                      <a:pt x="18169" y="16135"/>
                    </a:lnTo>
                    <a:cubicBezTo>
                      <a:pt x="18169" y="14080"/>
                      <a:pt x="17745" y="12025"/>
                      <a:pt x="16930" y="10133"/>
                    </a:cubicBezTo>
                    <a:lnTo>
                      <a:pt x="12983" y="1032"/>
                    </a:lnTo>
                    <a:cubicBezTo>
                      <a:pt x="12688" y="343"/>
                      <a:pt x="12046" y="0"/>
                      <a:pt x="11401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1" name="Google Shape;2061;p88"/>
              <p:cNvSpPr/>
              <p:nvPr/>
            </p:nvSpPr>
            <p:spPr>
              <a:xfrm>
                <a:off x="1254225" y="2930075"/>
                <a:ext cx="1557625" cy="1045675"/>
              </a:xfrm>
              <a:custGeom>
                <a:avLst/>
                <a:gdLst/>
                <a:ahLst/>
                <a:cxnLst/>
                <a:rect l="l" t="t" r="r" b="b"/>
                <a:pathLst>
                  <a:path w="62305" h="41827" extrusionOk="0">
                    <a:moveTo>
                      <a:pt x="58194" y="0"/>
                    </a:moveTo>
                    <a:lnTo>
                      <a:pt x="11352" y="27042"/>
                    </a:lnTo>
                    <a:cubicBezTo>
                      <a:pt x="9558" y="28086"/>
                      <a:pt x="7992" y="29456"/>
                      <a:pt x="6753" y="31120"/>
                    </a:cubicBezTo>
                    <a:lnTo>
                      <a:pt x="848" y="39079"/>
                    </a:lnTo>
                    <a:cubicBezTo>
                      <a:pt x="1" y="40241"/>
                      <a:pt x="846" y="41826"/>
                      <a:pt x="2249" y="41826"/>
                    </a:cubicBezTo>
                    <a:cubicBezTo>
                      <a:pt x="2303" y="41826"/>
                      <a:pt x="2358" y="41824"/>
                      <a:pt x="2414" y="41819"/>
                    </a:cubicBezTo>
                    <a:lnTo>
                      <a:pt x="20877" y="40123"/>
                    </a:lnTo>
                    <a:cubicBezTo>
                      <a:pt x="24791" y="39764"/>
                      <a:pt x="28445" y="38133"/>
                      <a:pt x="31348" y="35491"/>
                    </a:cubicBezTo>
                    <a:lnTo>
                      <a:pt x="62304" y="7144"/>
                    </a:lnTo>
                    <a:lnTo>
                      <a:pt x="58194" y="0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2" name="Google Shape;2062;p88"/>
              <p:cNvSpPr/>
              <p:nvPr/>
            </p:nvSpPr>
            <p:spPr>
              <a:xfrm>
                <a:off x="2911300" y="2911300"/>
                <a:ext cx="1623500" cy="931600"/>
              </a:xfrm>
              <a:custGeom>
                <a:avLst/>
                <a:gdLst/>
                <a:ahLst/>
                <a:cxnLst/>
                <a:rect l="l" t="t" r="r" b="b"/>
                <a:pathLst>
                  <a:path w="64940" h="37264" extrusionOk="0">
                    <a:moveTo>
                      <a:pt x="4144" y="1"/>
                    </a:moveTo>
                    <a:lnTo>
                      <a:pt x="1" y="7145"/>
                    </a:lnTo>
                    <a:lnTo>
                      <a:pt x="46843" y="34187"/>
                    </a:lnTo>
                    <a:cubicBezTo>
                      <a:pt x="48637" y="35230"/>
                      <a:pt x="50594" y="35883"/>
                      <a:pt x="52649" y="36111"/>
                    </a:cubicBezTo>
                    <a:lnTo>
                      <a:pt x="62501" y="37253"/>
                    </a:lnTo>
                    <a:cubicBezTo>
                      <a:pt x="62570" y="37260"/>
                      <a:pt x="62637" y="37264"/>
                      <a:pt x="62704" y="37264"/>
                    </a:cubicBezTo>
                    <a:cubicBezTo>
                      <a:pt x="64087" y="37264"/>
                      <a:pt x="64939" y="35697"/>
                      <a:pt x="64099" y="34545"/>
                    </a:cubicBezTo>
                    <a:lnTo>
                      <a:pt x="53367" y="19377"/>
                    </a:lnTo>
                    <a:cubicBezTo>
                      <a:pt x="51116" y="16213"/>
                      <a:pt x="47887" y="13832"/>
                      <a:pt x="44136" y="12657"/>
                    </a:cubicBezTo>
                    <a:lnTo>
                      <a:pt x="4144" y="1"/>
                    </a:ln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3" name="Google Shape;2063;p88"/>
              <p:cNvSpPr/>
              <p:nvPr/>
            </p:nvSpPr>
            <p:spPr>
              <a:xfrm>
                <a:off x="2553300" y="2648725"/>
                <a:ext cx="605950" cy="605925"/>
              </a:xfrm>
              <a:custGeom>
                <a:avLst/>
                <a:gdLst/>
                <a:ahLst/>
                <a:cxnLst/>
                <a:rect l="l" t="t" r="r" b="b"/>
                <a:pathLst>
                  <a:path w="24238" h="24237" extrusionOk="0">
                    <a:moveTo>
                      <a:pt x="12103" y="0"/>
                    </a:moveTo>
                    <a:cubicBezTo>
                      <a:pt x="5416" y="0"/>
                      <a:pt x="1" y="5415"/>
                      <a:pt x="1" y="12102"/>
                    </a:cubicBezTo>
                    <a:cubicBezTo>
                      <a:pt x="1" y="18822"/>
                      <a:pt x="5416" y="24237"/>
                      <a:pt x="12103" y="24237"/>
                    </a:cubicBezTo>
                    <a:cubicBezTo>
                      <a:pt x="18822" y="24237"/>
                      <a:pt x="24237" y="18822"/>
                      <a:pt x="24237" y="12102"/>
                    </a:cubicBezTo>
                    <a:cubicBezTo>
                      <a:pt x="24237" y="5415"/>
                      <a:pt x="18822" y="0"/>
                      <a:pt x="1210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64" name="Google Shape;2064;p88"/>
              <p:cNvSpPr/>
              <p:nvPr/>
            </p:nvSpPr>
            <p:spPr>
              <a:xfrm>
                <a:off x="1183275" y="238100"/>
                <a:ext cx="5233875" cy="5219225"/>
              </a:xfrm>
              <a:custGeom>
                <a:avLst/>
                <a:gdLst/>
                <a:ahLst/>
                <a:cxnLst/>
                <a:rect l="l" t="t" r="r" b="b"/>
                <a:pathLst>
                  <a:path w="209355" h="208769" extrusionOk="0">
                    <a:moveTo>
                      <a:pt x="23976" y="1"/>
                    </a:moveTo>
                    <a:cubicBezTo>
                      <a:pt x="22280" y="1"/>
                      <a:pt x="20910" y="1371"/>
                      <a:pt x="20910" y="3067"/>
                    </a:cubicBezTo>
                    <a:cubicBezTo>
                      <a:pt x="20910" y="4764"/>
                      <a:pt x="22280" y="6134"/>
                      <a:pt x="23976" y="6134"/>
                    </a:cubicBezTo>
                    <a:lnTo>
                      <a:pt x="29717" y="6134"/>
                    </a:lnTo>
                    <a:cubicBezTo>
                      <a:pt x="32751" y="6134"/>
                      <a:pt x="35230" y="8613"/>
                      <a:pt x="35230" y="11646"/>
                    </a:cubicBezTo>
                    <a:cubicBezTo>
                      <a:pt x="35230" y="14713"/>
                      <a:pt x="32751" y="17192"/>
                      <a:pt x="29717" y="17192"/>
                    </a:cubicBezTo>
                    <a:lnTo>
                      <a:pt x="3360" y="17192"/>
                    </a:lnTo>
                    <a:cubicBezTo>
                      <a:pt x="1664" y="17192"/>
                      <a:pt x="294" y="18562"/>
                      <a:pt x="294" y="20225"/>
                    </a:cubicBezTo>
                    <a:cubicBezTo>
                      <a:pt x="294" y="21922"/>
                      <a:pt x="1664" y="23292"/>
                      <a:pt x="3360" y="23292"/>
                    </a:cubicBezTo>
                    <a:lnTo>
                      <a:pt x="29717" y="23292"/>
                    </a:lnTo>
                    <a:cubicBezTo>
                      <a:pt x="36143" y="23292"/>
                      <a:pt x="41362" y="18072"/>
                      <a:pt x="41362" y="11646"/>
                    </a:cubicBezTo>
                    <a:cubicBezTo>
                      <a:pt x="41362" y="5220"/>
                      <a:pt x="36143" y="1"/>
                      <a:pt x="29717" y="1"/>
                    </a:cubicBezTo>
                    <a:close/>
                    <a:moveTo>
                      <a:pt x="191675" y="1"/>
                    </a:moveTo>
                    <a:cubicBezTo>
                      <a:pt x="189979" y="1"/>
                      <a:pt x="188608" y="1371"/>
                      <a:pt x="188608" y="3067"/>
                    </a:cubicBezTo>
                    <a:cubicBezTo>
                      <a:pt x="188608" y="4764"/>
                      <a:pt x="189979" y="6134"/>
                      <a:pt x="191675" y="6134"/>
                    </a:cubicBezTo>
                    <a:lnTo>
                      <a:pt x="197416" y="6134"/>
                    </a:lnTo>
                    <a:cubicBezTo>
                      <a:pt x="200449" y="6134"/>
                      <a:pt x="202961" y="8613"/>
                      <a:pt x="202961" y="11646"/>
                    </a:cubicBezTo>
                    <a:cubicBezTo>
                      <a:pt x="202961" y="14713"/>
                      <a:pt x="200449" y="17192"/>
                      <a:pt x="197416" y="17192"/>
                    </a:cubicBezTo>
                    <a:lnTo>
                      <a:pt x="167471" y="17192"/>
                    </a:lnTo>
                    <a:cubicBezTo>
                      <a:pt x="165775" y="17192"/>
                      <a:pt x="164437" y="18562"/>
                      <a:pt x="164437" y="20225"/>
                    </a:cubicBezTo>
                    <a:cubicBezTo>
                      <a:pt x="164437" y="21922"/>
                      <a:pt x="165775" y="23292"/>
                      <a:pt x="167471" y="23292"/>
                    </a:cubicBezTo>
                    <a:lnTo>
                      <a:pt x="197416" y="23292"/>
                    </a:lnTo>
                    <a:cubicBezTo>
                      <a:pt x="203842" y="23292"/>
                      <a:pt x="209061" y="18072"/>
                      <a:pt x="209061" y="11646"/>
                    </a:cubicBezTo>
                    <a:cubicBezTo>
                      <a:pt x="209061" y="5220"/>
                      <a:pt x="203842" y="1"/>
                      <a:pt x="197416" y="1"/>
                    </a:cubicBezTo>
                    <a:close/>
                    <a:moveTo>
                      <a:pt x="3360" y="30598"/>
                    </a:moveTo>
                    <a:cubicBezTo>
                      <a:pt x="1664" y="30598"/>
                      <a:pt x="294" y="31936"/>
                      <a:pt x="294" y="33632"/>
                    </a:cubicBezTo>
                    <a:cubicBezTo>
                      <a:pt x="294" y="35328"/>
                      <a:pt x="1664" y="36698"/>
                      <a:pt x="3360" y="36698"/>
                    </a:cubicBezTo>
                    <a:lnTo>
                      <a:pt x="29717" y="36698"/>
                    </a:lnTo>
                    <a:cubicBezTo>
                      <a:pt x="32751" y="36698"/>
                      <a:pt x="35230" y="39177"/>
                      <a:pt x="35230" y="42244"/>
                    </a:cubicBezTo>
                    <a:cubicBezTo>
                      <a:pt x="35230" y="45277"/>
                      <a:pt x="32751" y="47756"/>
                      <a:pt x="29717" y="47756"/>
                    </a:cubicBezTo>
                    <a:lnTo>
                      <a:pt x="23976" y="47756"/>
                    </a:lnTo>
                    <a:cubicBezTo>
                      <a:pt x="22280" y="47756"/>
                      <a:pt x="20910" y="49127"/>
                      <a:pt x="20910" y="50823"/>
                    </a:cubicBezTo>
                    <a:cubicBezTo>
                      <a:pt x="20910" y="52519"/>
                      <a:pt x="22280" y="53889"/>
                      <a:pt x="23976" y="53889"/>
                    </a:cubicBezTo>
                    <a:lnTo>
                      <a:pt x="29717" y="53889"/>
                    </a:lnTo>
                    <a:cubicBezTo>
                      <a:pt x="36143" y="53889"/>
                      <a:pt x="41362" y="48637"/>
                      <a:pt x="41362" y="42244"/>
                    </a:cubicBezTo>
                    <a:cubicBezTo>
                      <a:pt x="41362" y="35818"/>
                      <a:pt x="36143" y="30598"/>
                      <a:pt x="29717" y="30598"/>
                    </a:cubicBezTo>
                    <a:close/>
                    <a:moveTo>
                      <a:pt x="158827" y="36698"/>
                    </a:moveTo>
                    <a:cubicBezTo>
                      <a:pt x="157130" y="36698"/>
                      <a:pt x="155760" y="38068"/>
                      <a:pt x="155760" y="39765"/>
                    </a:cubicBezTo>
                    <a:cubicBezTo>
                      <a:pt x="155760" y="41461"/>
                      <a:pt x="157130" y="42831"/>
                      <a:pt x="158827" y="42831"/>
                    </a:cubicBezTo>
                    <a:lnTo>
                      <a:pt x="185183" y="42831"/>
                    </a:lnTo>
                    <a:cubicBezTo>
                      <a:pt x="188217" y="42831"/>
                      <a:pt x="190729" y="45310"/>
                      <a:pt x="190729" y="48344"/>
                    </a:cubicBezTo>
                    <a:cubicBezTo>
                      <a:pt x="190729" y="51410"/>
                      <a:pt x="188217" y="53889"/>
                      <a:pt x="185183" y="53889"/>
                    </a:cubicBezTo>
                    <a:lnTo>
                      <a:pt x="179442" y="53889"/>
                    </a:lnTo>
                    <a:cubicBezTo>
                      <a:pt x="177746" y="53889"/>
                      <a:pt x="176376" y="55259"/>
                      <a:pt x="176376" y="56923"/>
                    </a:cubicBezTo>
                    <a:cubicBezTo>
                      <a:pt x="176376" y="58619"/>
                      <a:pt x="177746" y="59989"/>
                      <a:pt x="179442" y="59989"/>
                    </a:cubicBezTo>
                    <a:lnTo>
                      <a:pt x="185183" y="59989"/>
                    </a:lnTo>
                    <a:cubicBezTo>
                      <a:pt x="191610" y="59989"/>
                      <a:pt x="196829" y="54770"/>
                      <a:pt x="196829" y="48344"/>
                    </a:cubicBezTo>
                    <a:cubicBezTo>
                      <a:pt x="196829" y="41918"/>
                      <a:pt x="191610" y="36698"/>
                      <a:pt x="185183" y="36698"/>
                    </a:cubicBezTo>
                    <a:close/>
                    <a:moveTo>
                      <a:pt x="136254" y="8058"/>
                    </a:moveTo>
                    <a:lnTo>
                      <a:pt x="139026" y="14419"/>
                    </a:lnTo>
                    <a:cubicBezTo>
                      <a:pt x="139679" y="15919"/>
                      <a:pt x="140005" y="17550"/>
                      <a:pt x="140005" y="19181"/>
                    </a:cubicBezTo>
                    <a:lnTo>
                      <a:pt x="140005" y="62794"/>
                    </a:lnTo>
                    <a:lnTo>
                      <a:pt x="139352" y="62794"/>
                    </a:lnTo>
                    <a:cubicBezTo>
                      <a:pt x="138113" y="62794"/>
                      <a:pt x="136873" y="62925"/>
                      <a:pt x="135699" y="63218"/>
                    </a:cubicBezTo>
                    <a:lnTo>
                      <a:pt x="128751" y="31642"/>
                    </a:lnTo>
                    <a:cubicBezTo>
                      <a:pt x="128033" y="28478"/>
                      <a:pt x="128392" y="25151"/>
                      <a:pt x="129762" y="22215"/>
                    </a:cubicBezTo>
                    <a:lnTo>
                      <a:pt x="136254" y="8058"/>
                    </a:lnTo>
                    <a:close/>
                    <a:moveTo>
                      <a:pt x="139352" y="68894"/>
                    </a:moveTo>
                    <a:cubicBezTo>
                      <a:pt x="144376" y="68894"/>
                      <a:pt x="148421" y="72972"/>
                      <a:pt x="148421" y="77962"/>
                    </a:cubicBezTo>
                    <a:cubicBezTo>
                      <a:pt x="148421" y="77995"/>
                      <a:pt x="148421" y="78060"/>
                      <a:pt x="148421" y="78093"/>
                    </a:cubicBezTo>
                    <a:cubicBezTo>
                      <a:pt x="148421" y="78126"/>
                      <a:pt x="148421" y="78158"/>
                      <a:pt x="148421" y="78158"/>
                    </a:cubicBezTo>
                    <a:cubicBezTo>
                      <a:pt x="148323" y="83084"/>
                      <a:pt x="144278" y="87031"/>
                      <a:pt x="139352" y="87031"/>
                    </a:cubicBezTo>
                    <a:cubicBezTo>
                      <a:pt x="134362" y="87031"/>
                      <a:pt x="130317" y="82953"/>
                      <a:pt x="130317" y="77962"/>
                    </a:cubicBezTo>
                    <a:cubicBezTo>
                      <a:pt x="130317" y="72972"/>
                      <a:pt x="134362" y="68894"/>
                      <a:pt x="139352" y="68894"/>
                    </a:cubicBezTo>
                    <a:close/>
                    <a:moveTo>
                      <a:pt x="63805" y="38623"/>
                    </a:moveTo>
                    <a:lnTo>
                      <a:pt x="66578" y="44984"/>
                    </a:lnTo>
                    <a:cubicBezTo>
                      <a:pt x="67230" y="46517"/>
                      <a:pt x="67556" y="48115"/>
                      <a:pt x="67556" y="49779"/>
                    </a:cubicBezTo>
                    <a:lnTo>
                      <a:pt x="67556" y="93392"/>
                    </a:lnTo>
                    <a:cubicBezTo>
                      <a:pt x="67328" y="93359"/>
                      <a:pt x="67132" y="93359"/>
                      <a:pt x="66904" y="93359"/>
                    </a:cubicBezTo>
                    <a:cubicBezTo>
                      <a:pt x="65664" y="93359"/>
                      <a:pt x="64425" y="93522"/>
                      <a:pt x="63250" y="93816"/>
                    </a:cubicBezTo>
                    <a:lnTo>
                      <a:pt x="56302" y="62207"/>
                    </a:lnTo>
                    <a:cubicBezTo>
                      <a:pt x="55585" y="59076"/>
                      <a:pt x="55943" y="55716"/>
                      <a:pt x="57314" y="52780"/>
                    </a:cubicBezTo>
                    <a:lnTo>
                      <a:pt x="63805" y="38623"/>
                    </a:lnTo>
                    <a:close/>
                    <a:moveTo>
                      <a:pt x="153966" y="82138"/>
                    </a:moveTo>
                    <a:lnTo>
                      <a:pt x="184792" y="91924"/>
                    </a:lnTo>
                    <a:cubicBezTo>
                      <a:pt x="187891" y="92902"/>
                      <a:pt x="190598" y="94860"/>
                      <a:pt x="192458" y="97502"/>
                    </a:cubicBezTo>
                    <a:lnTo>
                      <a:pt x="201461" y="110224"/>
                    </a:lnTo>
                    <a:lnTo>
                      <a:pt x="194578" y="109441"/>
                    </a:lnTo>
                    <a:cubicBezTo>
                      <a:pt x="192947" y="109245"/>
                      <a:pt x="191381" y="108723"/>
                      <a:pt x="189946" y="107908"/>
                    </a:cubicBezTo>
                    <a:lnTo>
                      <a:pt x="152172" y="86085"/>
                    </a:lnTo>
                    <a:cubicBezTo>
                      <a:pt x="152955" y="84878"/>
                      <a:pt x="153542" y="83573"/>
                      <a:pt x="153966" y="82138"/>
                    </a:cubicBezTo>
                    <a:close/>
                    <a:moveTo>
                      <a:pt x="66904" y="99492"/>
                    </a:moveTo>
                    <a:cubicBezTo>
                      <a:pt x="71927" y="99492"/>
                      <a:pt x="75972" y="103536"/>
                      <a:pt x="75972" y="108527"/>
                    </a:cubicBezTo>
                    <a:cubicBezTo>
                      <a:pt x="75972" y="113551"/>
                      <a:pt x="71927" y="117596"/>
                      <a:pt x="66904" y="117596"/>
                    </a:cubicBezTo>
                    <a:cubicBezTo>
                      <a:pt x="61913" y="117596"/>
                      <a:pt x="57868" y="113551"/>
                      <a:pt x="57868" y="108527"/>
                    </a:cubicBezTo>
                    <a:cubicBezTo>
                      <a:pt x="57868" y="103536"/>
                      <a:pt x="61913" y="99492"/>
                      <a:pt x="66904" y="99492"/>
                    </a:cubicBezTo>
                    <a:close/>
                    <a:moveTo>
                      <a:pt x="127348" y="97795"/>
                    </a:moveTo>
                    <a:lnTo>
                      <a:pt x="125946" y="125881"/>
                    </a:lnTo>
                    <a:lnTo>
                      <a:pt x="125000" y="124544"/>
                    </a:lnTo>
                    <a:cubicBezTo>
                      <a:pt x="122358" y="120825"/>
                      <a:pt x="118541" y="118052"/>
                      <a:pt x="114203" y="116650"/>
                    </a:cubicBezTo>
                    <a:lnTo>
                      <a:pt x="108625" y="114888"/>
                    </a:lnTo>
                    <a:cubicBezTo>
                      <a:pt x="108657" y="114888"/>
                      <a:pt x="108657" y="114856"/>
                      <a:pt x="108690" y="114823"/>
                    </a:cubicBezTo>
                    <a:lnTo>
                      <a:pt x="127348" y="97795"/>
                    </a:lnTo>
                    <a:close/>
                    <a:moveTo>
                      <a:pt x="81517" y="112735"/>
                    </a:moveTo>
                    <a:lnTo>
                      <a:pt x="112343" y="122489"/>
                    </a:lnTo>
                    <a:cubicBezTo>
                      <a:pt x="115410" y="123467"/>
                      <a:pt x="118150" y="125457"/>
                      <a:pt x="120009" y="128099"/>
                    </a:cubicBezTo>
                    <a:lnTo>
                      <a:pt x="126076" y="136678"/>
                    </a:lnTo>
                    <a:lnTo>
                      <a:pt x="126109" y="136678"/>
                    </a:lnTo>
                    <a:lnTo>
                      <a:pt x="129012" y="140788"/>
                    </a:lnTo>
                    <a:lnTo>
                      <a:pt x="122129" y="140005"/>
                    </a:lnTo>
                    <a:cubicBezTo>
                      <a:pt x="120498" y="139810"/>
                      <a:pt x="118932" y="139320"/>
                      <a:pt x="117497" y="138472"/>
                    </a:cubicBezTo>
                    <a:lnTo>
                      <a:pt x="79723" y="116682"/>
                    </a:lnTo>
                    <a:cubicBezTo>
                      <a:pt x="80506" y="115475"/>
                      <a:pt x="81093" y="114138"/>
                      <a:pt x="81517" y="112735"/>
                    </a:cubicBezTo>
                    <a:close/>
                    <a:moveTo>
                      <a:pt x="53464" y="115573"/>
                    </a:moveTo>
                    <a:cubicBezTo>
                      <a:pt x="53921" y="116454"/>
                      <a:pt x="54476" y="117269"/>
                      <a:pt x="55095" y="118020"/>
                    </a:cubicBezTo>
                    <a:lnTo>
                      <a:pt x="54998" y="119977"/>
                    </a:lnTo>
                    <a:lnTo>
                      <a:pt x="32131" y="140919"/>
                    </a:lnTo>
                    <a:cubicBezTo>
                      <a:pt x="29750" y="143072"/>
                      <a:pt x="26651" y="144442"/>
                      <a:pt x="23454" y="144735"/>
                    </a:cubicBezTo>
                    <a:lnTo>
                      <a:pt x="7927" y="146171"/>
                    </a:lnTo>
                    <a:lnTo>
                      <a:pt x="7927" y="146171"/>
                    </a:lnTo>
                    <a:lnTo>
                      <a:pt x="12070" y="140625"/>
                    </a:lnTo>
                    <a:cubicBezTo>
                      <a:pt x="13048" y="139288"/>
                      <a:pt x="14288" y="138211"/>
                      <a:pt x="15723" y="137363"/>
                    </a:cubicBezTo>
                    <a:lnTo>
                      <a:pt x="53464" y="115573"/>
                    </a:lnTo>
                    <a:close/>
                    <a:moveTo>
                      <a:pt x="78419" y="122978"/>
                    </a:moveTo>
                    <a:lnTo>
                      <a:pt x="114431" y="143757"/>
                    </a:lnTo>
                    <a:cubicBezTo>
                      <a:pt x="116584" y="145029"/>
                      <a:pt x="118932" y="145812"/>
                      <a:pt x="121412" y="146073"/>
                    </a:cubicBezTo>
                    <a:lnTo>
                      <a:pt x="124902" y="146497"/>
                    </a:lnTo>
                    <a:lnTo>
                      <a:pt x="122097" y="202668"/>
                    </a:lnTo>
                    <a:lnTo>
                      <a:pt x="82398" y="202668"/>
                    </a:lnTo>
                    <a:lnTo>
                      <a:pt x="78419" y="122978"/>
                    </a:lnTo>
                    <a:close/>
                    <a:moveTo>
                      <a:pt x="133742" y="92054"/>
                    </a:moveTo>
                    <a:cubicBezTo>
                      <a:pt x="135471" y="92739"/>
                      <a:pt x="137395" y="93131"/>
                      <a:pt x="139352" y="93131"/>
                    </a:cubicBezTo>
                    <a:cubicBezTo>
                      <a:pt x="141147" y="93131"/>
                      <a:pt x="142843" y="92837"/>
                      <a:pt x="144441" y="92250"/>
                    </a:cubicBezTo>
                    <a:lnTo>
                      <a:pt x="149954" y="202668"/>
                    </a:lnTo>
                    <a:lnTo>
                      <a:pt x="128229" y="202668"/>
                    </a:lnTo>
                    <a:lnTo>
                      <a:pt x="131002" y="147182"/>
                    </a:lnTo>
                    <a:cubicBezTo>
                      <a:pt x="131253" y="147220"/>
                      <a:pt x="131505" y="147239"/>
                      <a:pt x="131756" y="147239"/>
                    </a:cubicBezTo>
                    <a:cubicBezTo>
                      <a:pt x="133429" y="147239"/>
                      <a:pt x="135048" y="146402"/>
                      <a:pt x="135927" y="144898"/>
                    </a:cubicBezTo>
                    <a:cubicBezTo>
                      <a:pt x="136906" y="143267"/>
                      <a:pt x="136808" y="141245"/>
                      <a:pt x="135732" y="139712"/>
                    </a:cubicBezTo>
                    <a:lnTo>
                      <a:pt x="131654" y="133971"/>
                    </a:lnTo>
                    <a:lnTo>
                      <a:pt x="133742" y="92054"/>
                    </a:lnTo>
                    <a:close/>
                    <a:moveTo>
                      <a:pt x="136272" y="0"/>
                    </a:moveTo>
                    <a:cubicBezTo>
                      <a:pt x="134442" y="0"/>
                      <a:pt x="132719" y="1102"/>
                      <a:pt x="131948" y="2774"/>
                    </a:cubicBezTo>
                    <a:lnTo>
                      <a:pt x="124184" y="19638"/>
                    </a:lnTo>
                    <a:cubicBezTo>
                      <a:pt x="122292" y="23781"/>
                      <a:pt x="121770" y="28511"/>
                      <a:pt x="122749" y="32947"/>
                    </a:cubicBezTo>
                    <a:lnTo>
                      <a:pt x="130056" y="65991"/>
                    </a:lnTo>
                    <a:cubicBezTo>
                      <a:pt x="126500" y="68764"/>
                      <a:pt x="124184" y="73102"/>
                      <a:pt x="124184" y="77962"/>
                    </a:cubicBezTo>
                    <a:cubicBezTo>
                      <a:pt x="124184" y="78289"/>
                      <a:pt x="124217" y="78582"/>
                      <a:pt x="124217" y="78908"/>
                    </a:cubicBezTo>
                    <a:lnTo>
                      <a:pt x="89248" y="99100"/>
                    </a:lnTo>
                    <a:cubicBezTo>
                      <a:pt x="87813" y="99948"/>
                      <a:pt x="87291" y="101808"/>
                      <a:pt x="88139" y="103275"/>
                    </a:cubicBezTo>
                    <a:cubicBezTo>
                      <a:pt x="88694" y="104254"/>
                      <a:pt x="89738" y="104809"/>
                      <a:pt x="90782" y="104809"/>
                    </a:cubicBezTo>
                    <a:cubicBezTo>
                      <a:pt x="91303" y="104809"/>
                      <a:pt x="91825" y="104678"/>
                      <a:pt x="92315" y="104385"/>
                    </a:cubicBezTo>
                    <a:lnTo>
                      <a:pt x="125913" y="84976"/>
                    </a:lnTo>
                    <a:cubicBezTo>
                      <a:pt x="126468" y="85987"/>
                      <a:pt x="127087" y="86933"/>
                      <a:pt x="127838" y="87814"/>
                    </a:cubicBezTo>
                    <a:lnTo>
                      <a:pt x="127772" y="89118"/>
                    </a:lnTo>
                    <a:lnTo>
                      <a:pt x="104580" y="110321"/>
                    </a:lnTo>
                    <a:cubicBezTo>
                      <a:pt x="103568" y="111235"/>
                      <a:pt x="102492" y="111985"/>
                      <a:pt x="101318" y="112572"/>
                    </a:cubicBezTo>
                    <a:lnTo>
                      <a:pt x="81942" y="106472"/>
                    </a:lnTo>
                    <a:cubicBezTo>
                      <a:pt x="81257" y="101416"/>
                      <a:pt x="78060" y="97143"/>
                      <a:pt x="73689" y="94957"/>
                    </a:cubicBezTo>
                    <a:lnTo>
                      <a:pt x="73689" y="49779"/>
                    </a:lnTo>
                    <a:cubicBezTo>
                      <a:pt x="73689" y="47300"/>
                      <a:pt x="73167" y="44853"/>
                      <a:pt x="72188" y="42570"/>
                    </a:cubicBezTo>
                    <a:lnTo>
                      <a:pt x="68241" y="33469"/>
                    </a:lnTo>
                    <a:cubicBezTo>
                      <a:pt x="67491" y="31740"/>
                      <a:pt x="65795" y="30598"/>
                      <a:pt x="63903" y="30598"/>
                    </a:cubicBezTo>
                    <a:cubicBezTo>
                      <a:pt x="63875" y="30598"/>
                      <a:pt x="63847" y="30598"/>
                      <a:pt x="63819" y="30598"/>
                    </a:cubicBezTo>
                    <a:cubicBezTo>
                      <a:pt x="61960" y="30598"/>
                      <a:pt x="60270" y="31668"/>
                      <a:pt x="59499" y="33371"/>
                    </a:cubicBezTo>
                    <a:lnTo>
                      <a:pt x="51736" y="50236"/>
                    </a:lnTo>
                    <a:cubicBezTo>
                      <a:pt x="49844" y="54378"/>
                      <a:pt x="49322" y="59076"/>
                      <a:pt x="50300" y="63544"/>
                    </a:cubicBezTo>
                    <a:lnTo>
                      <a:pt x="57607" y="96556"/>
                    </a:lnTo>
                    <a:cubicBezTo>
                      <a:pt x="54052" y="99361"/>
                      <a:pt x="51736" y="103667"/>
                      <a:pt x="51736" y="108527"/>
                    </a:cubicBezTo>
                    <a:cubicBezTo>
                      <a:pt x="51736" y="108853"/>
                      <a:pt x="51736" y="109180"/>
                      <a:pt x="51768" y="109473"/>
                    </a:cubicBezTo>
                    <a:lnTo>
                      <a:pt x="12657" y="132079"/>
                    </a:lnTo>
                    <a:cubicBezTo>
                      <a:pt x="10504" y="133318"/>
                      <a:pt x="8645" y="134982"/>
                      <a:pt x="7144" y="136972"/>
                    </a:cubicBezTo>
                    <a:lnTo>
                      <a:pt x="1240" y="144931"/>
                    </a:lnTo>
                    <a:cubicBezTo>
                      <a:pt x="131" y="146464"/>
                      <a:pt x="0" y="148487"/>
                      <a:pt x="914" y="150118"/>
                    </a:cubicBezTo>
                    <a:cubicBezTo>
                      <a:pt x="1748" y="151636"/>
                      <a:pt x="3342" y="152557"/>
                      <a:pt x="5029" y="152557"/>
                    </a:cubicBezTo>
                    <a:cubicBezTo>
                      <a:pt x="5189" y="152557"/>
                      <a:pt x="5351" y="152549"/>
                      <a:pt x="5513" y="152531"/>
                    </a:cubicBezTo>
                    <a:lnTo>
                      <a:pt x="24009" y="150835"/>
                    </a:lnTo>
                    <a:cubicBezTo>
                      <a:pt x="28543" y="150411"/>
                      <a:pt x="32881" y="148487"/>
                      <a:pt x="36241" y="145420"/>
                    </a:cubicBezTo>
                    <a:lnTo>
                      <a:pt x="54573" y="128654"/>
                    </a:lnTo>
                    <a:lnTo>
                      <a:pt x="52616" y="167504"/>
                    </a:lnTo>
                    <a:cubicBezTo>
                      <a:pt x="52551" y="169200"/>
                      <a:pt x="53856" y="170636"/>
                      <a:pt x="55519" y="170701"/>
                    </a:cubicBezTo>
                    <a:cubicBezTo>
                      <a:pt x="55579" y="170704"/>
                      <a:pt x="55639" y="170706"/>
                      <a:pt x="55698" y="170706"/>
                    </a:cubicBezTo>
                    <a:cubicBezTo>
                      <a:pt x="57315" y="170706"/>
                      <a:pt x="58654" y="169434"/>
                      <a:pt x="58749" y="167798"/>
                    </a:cubicBezTo>
                    <a:lnTo>
                      <a:pt x="60967" y="122815"/>
                    </a:lnTo>
                    <a:lnTo>
                      <a:pt x="61195" y="122586"/>
                    </a:lnTo>
                    <a:cubicBezTo>
                      <a:pt x="62957" y="123304"/>
                      <a:pt x="64881" y="123728"/>
                      <a:pt x="66904" y="123728"/>
                    </a:cubicBezTo>
                    <a:cubicBezTo>
                      <a:pt x="68796" y="123728"/>
                      <a:pt x="70622" y="123369"/>
                      <a:pt x="72286" y="122717"/>
                    </a:cubicBezTo>
                    <a:lnTo>
                      <a:pt x="76266" y="202668"/>
                    </a:lnTo>
                    <a:lnTo>
                      <a:pt x="56987" y="202668"/>
                    </a:lnTo>
                    <a:lnTo>
                      <a:pt x="58129" y="179867"/>
                    </a:lnTo>
                    <a:cubicBezTo>
                      <a:pt x="58227" y="178171"/>
                      <a:pt x="56922" y="176735"/>
                      <a:pt x="55226" y="176670"/>
                    </a:cubicBezTo>
                    <a:cubicBezTo>
                      <a:pt x="55167" y="176667"/>
                      <a:pt x="55109" y="176665"/>
                      <a:pt x="55050" y="176665"/>
                    </a:cubicBezTo>
                    <a:cubicBezTo>
                      <a:pt x="53462" y="176665"/>
                      <a:pt x="52124" y="177936"/>
                      <a:pt x="52029" y="179541"/>
                    </a:cubicBezTo>
                    <a:lnTo>
                      <a:pt x="50887" y="202668"/>
                    </a:lnTo>
                    <a:lnTo>
                      <a:pt x="26325" y="202668"/>
                    </a:lnTo>
                    <a:cubicBezTo>
                      <a:pt x="24628" y="202668"/>
                      <a:pt x="23258" y="204006"/>
                      <a:pt x="23258" y="205702"/>
                    </a:cubicBezTo>
                    <a:cubicBezTo>
                      <a:pt x="23258" y="207398"/>
                      <a:pt x="24628" y="208768"/>
                      <a:pt x="26325" y="208768"/>
                    </a:cubicBezTo>
                    <a:lnTo>
                      <a:pt x="183030" y="208768"/>
                    </a:lnTo>
                    <a:cubicBezTo>
                      <a:pt x="184727" y="208768"/>
                      <a:pt x="186097" y="207398"/>
                      <a:pt x="186097" y="205702"/>
                    </a:cubicBezTo>
                    <a:cubicBezTo>
                      <a:pt x="186097" y="204006"/>
                      <a:pt x="184727" y="202668"/>
                      <a:pt x="183030" y="202668"/>
                    </a:cubicBezTo>
                    <a:lnTo>
                      <a:pt x="156054" y="202668"/>
                    </a:lnTo>
                    <a:lnTo>
                      <a:pt x="150574" y="92217"/>
                    </a:lnTo>
                    <a:lnTo>
                      <a:pt x="150574" y="92217"/>
                    </a:lnTo>
                    <a:lnTo>
                      <a:pt x="186880" y="113192"/>
                    </a:lnTo>
                    <a:cubicBezTo>
                      <a:pt x="189033" y="114431"/>
                      <a:pt x="191414" y="115214"/>
                      <a:pt x="193893" y="115508"/>
                    </a:cubicBezTo>
                    <a:lnTo>
                      <a:pt x="203711" y="116650"/>
                    </a:lnTo>
                    <a:cubicBezTo>
                      <a:pt x="203883" y="116668"/>
                      <a:pt x="204054" y="116677"/>
                      <a:pt x="204225" y="116677"/>
                    </a:cubicBezTo>
                    <a:cubicBezTo>
                      <a:pt x="205906" y="116677"/>
                      <a:pt x="207517" y="115814"/>
                      <a:pt x="208376" y="114334"/>
                    </a:cubicBezTo>
                    <a:cubicBezTo>
                      <a:pt x="209355" y="112703"/>
                      <a:pt x="209257" y="110680"/>
                      <a:pt x="208180" y="109114"/>
                    </a:cubicBezTo>
                    <a:lnTo>
                      <a:pt x="197448" y="93979"/>
                    </a:lnTo>
                    <a:cubicBezTo>
                      <a:pt x="194839" y="90260"/>
                      <a:pt x="190990" y="87455"/>
                      <a:pt x="186651" y="86085"/>
                    </a:cubicBezTo>
                    <a:lnTo>
                      <a:pt x="154390" y="75875"/>
                    </a:lnTo>
                    <a:cubicBezTo>
                      <a:pt x="153705" y="70819"/>
                      <a:pt x="150508" y="66578"/>
                      <a:pt x="146137" y="64360"/>
                    </a:cubicBezTo>
                    <a:lnTo>
                      <a:pt x="146137" y="19181"/>
                    </a:lnTo>
                    <a:cubicBezTo>
                      <a:pt x="146137" y="16702"/>
                      <a:pt x="145615" y="14256"/>
                      <a:pt x="144637" y="11972"/>
                    </a:cubicBezTo>
                    <a:lnTo>
                      <a:pt x="140690" y="2872"/>
                    </a:lnTo>
                    <a:cubicBezTo>
                      <a:pt x="139940" y="1143"/>
                      <a:pt x="138243" y="34"/>
                      <a:pt x="136351" y="1"/>
                    </a:cubicBezTo>
                    <a:cubicBezTo>
                      <a:pt x="136325" y="1"/>
                      <a:pt x="136298" y="0"/>
                      <a:pt x="13627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sp>
        <p:nvSpPr>
          <p:cNvPr id="2065" name="Google Shape;2065;p88"/>
          <p:cNvSpPr/>
          <p:nvPr/>
        </p:nvSpPr>
        <p:spPr>
          <a:xfrm>
            <a:off x="5869200" y="1239175"/>
            <a:ext cx="2081400" cy="2081400"/>
          </a:xfrm>
          <a:prstGeom prst="ellipse">
            <a:avLst/>
          </a:prstGeom>
          <a:solidFill>
            <a:schemeClr val="lt1"/>
          </a:solidFill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  <a:effectLst>
            <a:outerShdw blurRad="57150" dist="19050" dir="5400000" algn="bl" rotWithShape="0">
              <a:srgbClr val="000000">
                <a:alpha val="50000"/>
              </a:srgbClr>
            </a:outerShdw>
          </a:effectLst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066" name="Google Shape;2066;p88"/>
          <p:cNvPicPr preferRelativeResize="0"/>
          <p:nvPr/>
        </p:nvPicPr>
        <p:blipFill rotWithShape="1">
          <a:blip r:embed="rId4">
            <a:alphaModFix/>
          </a:blip>
          <a:srcRect l="3859" t="29218" r="6373" b="10325"/>
          <a:stretch/>
        </p:blipFill>
        <p:spPr>
          <a:xfrm>
            <a:off x="6024725" y="1386775"/>
            <a:ext cx="1770300" cy="1786200"/>
          </a:xfrm>
          <a:prstGeom prst="ellipse">
            <a:avLst/>
          </a:prstGeom>
          <a:noFill/>
          <a:ln w="38100" cap="flat" cmpd="sng">
            <a:solidFill>
              <a:schemeClr val="dk1"/>
            </a:solidFill>
            <a:prstDash val="solid"/>
            <a:round/>
            <a:headEnd type="none" w="sm" len="sm"/>
            <a:tailEnd type="none" w="sm" len="sm"/>
          </a:ln>
        </p:spPr>
      </p:pic>
      <p:grpSp>
        <p:nvGrpSpPr>
          <p:cNvPr id="2067" name="Google Shape;2067;p88"/>
          <p:cNvGrpSpPr/>
          <p:nvPr/>
        </p:nvGrpSpPr>
        <p:grpSpPr>
          <a:xfrm rot="1768553">
            <a:off x="4361434" y="1447369"/>
            <a:ext cx="1717153" cy="1665023"/>
            <a:chOff x="5038025" y="211525"/>
            <a:chExt cx="3438900" cy="3334500"/>
          </a:xfrm>
        </p:grpSpPr>
        <p:sp>
          <p:nvSpPr>
            <p:cNvPr id="2068" name="Google Shape;2068;p88"/>
            <p:cNvSpPr/>
            <p:nvPr/>
          </p:nvSpPr>
          <p:spPr>
            <a:xfrm>
              <a:off x="5038025" y="211525"/>
              <a:ext cx="3438900" cy="33345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069" name="Google Shape;2069;p88"/>
            <p:cNvGrpSpPr/>
            <p:nvPr/>
          </p:nvGrpSpPr>
          <p:grpSpPr>
            <a:xfrm>
              <a:off x="5362150" y="483415"/>
              <a:ext cx="2790706" cy="2790706"/>
              <a:chOff x="1190625" y="238125"/>
              <a:chExt cx="5219200" cy="5219200"/>
            </a:xfrm>
          </p:grpSpPr>
          <p:sp>
            <p:nvSpPr>
              <p:cNvPr id="2070" name="Google Shape;2070;p88"/>
              <p:cNvSpPr/>
              <p:nvPr/>
            </p:nvSpPr>
            <p:spPr>
              <a:xfrm>
                <a:off x="1725575" y="1053600"/>
                <a:ext cx="4149275" cy="4327050"/>
              </a:xfrm>
              <a:custGeom>
                <a:avLst/>
                <a:gdLst/>
                <a:ahLst/>
                <a:cxnLst/>
                <a:rect l="l" t="t" r="r" b="b"/>
                <a:pathLst>
                  <a:path w="165971" h="173082" extrusionOk="0">
                    <a:moveTo>
                      <a:pt x="82986" y="1"/>
                    </a:moveTo>
                    <a:lnTo>
                      <a:pt x="1" y="40580"/>
                    </a:lnTo>
                    <a:lnTo>
                      <a:pt x="1" y="173082"/>
                    </a:lnTo>
                    <a:lnTo>
                      <a:pt x="165971" y="173082"/>
                    </a:lnTo>
                    <a:lnTo>
                      <a:pt x="165971" y="40580"/>
                    </a:lnTo>
                    <a:lnTo>
                      <a:pt x="82986" y="1"/>
                    </a:ln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1" name="Google Shape;2071;p88"/>
              <p:cNvSpPr/>
              <p:nvPr/>
            </p:nvSpPr>
            <p:spPr>
              <a:xfrm>
                <a:off x="3723550" y="4287050"/>
                <a:ext cx="153325" cy="1017775"/>
              </a:xfrm>
              <a:custGeom>
                <a:avLst/>
                <a:gdLst/>
                <a:ahLst/>
                <a:cxnLst/>
                <a:rect l="l" t="t" r="r" b="b"/>
                <a:pathLst>
                  <a:path w="6133" h="40711" extrusionOk="0">
                    <a:moveTo>
                      <a:pt x="3067" y="1"/>
                    </a:moveTo>
                    <a:cubicBezTo>
                      <a:pt x="1370" y="1"/>
                      <a:pt x="0" y="1371"/>
                      <a:pt x="0" y="3067"/>
                    </a:cubicBezTo>
                    <a:lnTo>
                      <a:pt x="0" y="37644"/>
                    </a:lnTo>
                    <a:cubicBezTo>
                      <a:pt x="0" y="39340"/>
                      <a:pt x="1370" y="40710"/>
                      <a:pt x="3067" y="40710"/>
                    </a:cubicBezTo>
                    <a:cubicBezTo>
                      <a:pt x="4763" y="40710"/>
                      <a:pt x="6133" y="39340"/>
                      <a:pt x="6133" y="37644"/>
                    </a:cubicBezTo>
                    <a:lnTo>
                      <a:pt x="6133" y="3067"/>
                    </a:lnTo>
                    <a:cubicBezTo>
                      <a:pt x="6133" y="1371"/>
                      <a:pt x="4763" y="1"/>
                      <a:pt x="3067" y="1"/>
                    </a:cubicBezTo>
                    <a:close/>
                  </a:path>
                </a:pathLst>
              </a:custGeom>
              <a:solidFill>
                <a:srgbClr val="E5E1E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2" name="Google Shape;2072;p88"/>
              <p:cNvSpPr/>
              <p:nvPr/>
            </p:nvSpPr>
            <p:spPr>
              <a:xfrm>
                <a:off x="3953525" y="2868900"/>
                <a:ext cx="152525" cy="494225"/>
              </a:xfrm>
              <a:custGeom>
                <a:avLst/>
                <a:gdLst/>
                <a:ahLst/>
                <a:cxnLst/>
                <a:rect l="l" t="t" r="r" b="b"/>
                <a:pathLst>
                  <a:path w="6101" h="19769" extrusionOk="0">
                    <a:moveTo>
                      <a:pt x="3034" y="1"/>
                    </a:moveTo>
                    <a:cubicBezTo>
                      <a:pt x="1338" y="1"/>
                      <a:pt x="0" y="1371"/>
                      <a:pt x="0" y="3067"/>
                    </a:cubicBezTo>
                    <a:lnTo>
                      <a:pt x="0" y="16735"/>
                    </a:lnTo>
                    <a:cubicBezTo>
                      <a:pt x="0" y="18398"/>
                      <a:pt x="1338" y="19768"/>
                      <a:pt x="3034" y="19768"/>
                    </a:cubicBezTo>
                    <a:cubicBezTo>
                      <a:pt x="4730" y="19768"/>
                      <a:pt x="6100" y="18398"/>
                      <a:pt x="6100" y="16735"/>
                    </a:cubicBezTo>
                    <a:lnTo>
                      <a:pt x="6100" y="3067"/>
                    </a:lnTo>
                    <a:cubicBezTo>
                      <a:pt x="6100" y="1371"/>
                      <a:pt x="4730" y="1"/>
                      <a:pt x="3034" y="1"/>
                    </a:cubicBezTo>
                    <a:close/>
                  </a:path>
                </a:pathLst>
              </a:custGeom>
              <a:solidFill>
                <a:srgbClr val="E5E1E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3" name="Google Shape;2073;p88"/>
              <p:cNvSpPr/>
              <p:nvPr/>
            </p:nvSpPr>
            <p:spPr>
              <a:xfrm>
                <a:off x="3494400" y="2868900"/>
                <a:ext cx="153325" cy="494225"/>
              </a:xfrm>
              <a:custGeom>
                <a:avLst/>
                <a:gdLst/>
                <a:ahLst/>
                <a:cxnLst/>
                <a:rect l="l" t="t" r="r" b="b"/>
                <a:pathLst>
                  <a:path w="6133" h="19769" extrusionOk="0">
                    <a:moveTo>
                      <a:pt x="3066" y="1"/>
                    </a:moveTo>
                    <a:cubicBezTo>
                      <a:pt x="1370" y="1"/>
                      <a:pt x="0" y="1371"/>
                      <a:pt x="0" y="3067"/>
                    </a:cubicBezTo>
                    <a:lnTo>
                      <a:pt x="0" y="16735"/>
                    </a:lnTo>
                    <a:cubicBezTo>
                      <a:pt x="0" y="18398"/>
                      <a:pt x="1370" y="19768"/>
                      <a:pt x="3066" y="19768"/>
                    </a:cubicBezTo>
                    <a:cubicBezTo>
                      <a:pt x="4763" y="19768"/>
                      <a:pt x="6133" y="18398"/>
                      <a:pt x="6133" y="16735"/>
                    </a:cubicBezTo>
                    <a:lnTo>
                      <a:pt x="6133" y="3067"/>
                    </a:lnTo>
                    <a:cubicBezTo>
                      <a:pt x="6133" y="1371"/>
                      <a:pt x="4763" y="1"/>
                      <a:pt x="3066" y="1"/>
                    </a:cubicBezTo>
                    <a:close/>
                  </a:path>
                </a:pathLst>
              </a:custGeom>
              <a:solidFill>
                <a:srgbClr val="E5E1E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4" name="Google Shape;2074;p88"/>
              <p:cNvSpPr/>
              <p:nvPr/>
            </p:nvSpPr>
            <p:spPr>
              <a:xfrm>
                <a:off x="3292975" y="3287250"/>
                <a:ext cx="1014500" cy="1076475"/>
              </a:xfrm>
              <a:custGeom>
                <a:avLst/>
                <a:gdLst/>
                <a:ahLst/>
                <a:cxnLst/>
                <a:rect l="l" t="t" r="r" b="b"/>
                <a:pathLst>
                  <a:path w="40580" h="43059" extrusionOk="0">
                    <a:moveTo>
                      <a:pt x="2773" y="1"/>
                    </a:moveTo>
                    <a:cubicBezTo>
                      <a:pt x="1240" y="1"/>
                      <a:pt x="0" y="1240"/>
                      <a:pt x="0" y="2741"/>
                    </a:cubicBezTo>
                    <a:lnTo>
                      <a:pt x="0" y="22769"/>
                    </a:lnTo>
                    <a:cubicBezTo>
                      <a:pt x="0" y="33958"/>
                      <a:pt x="9101" y="43059"/>
                      <a:pt x="20290" y="43059"/>
                    </a:cubicBezTo>
                    <a:cubicBezTo>
                      <a:pt x="31478" y="43059"/>
                      <a:pt x="40579" y="33958"/>
                      <a:pt x="40579" y="22769"/>
                    </a:cubicBezTo>
                    <a:lnTo>
                      <a:pt x="40579" y="2741"/>
                    </a:lnTo>
                    <a:cubicBezTo>
                      <a:pt x="40579" y="1240"/>
                      <a:pt x="39340" y="1"/>
                      <a:pt x="37806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5" name="Google Shape;2075;p88"/>
              <p:cNvSpPr/>
              <p:nvPr/>
            </p:nvSpPr>
            <p:spPr>
              <a:xfrm>
                <a:off x="1267275" y="742900"/>
                <a:ext cx="5065875" cy="1763375"/>
              </a:xfrm>
              <a:custGeom>
                <a:avLst/>
                <a:gdLst/>
                <a:ahLst/>
                <a:cxnLst/>
                <a:rect l="l" t="t" r="r" b="b"/>
                <a:pathLst>
                  <a:path w="202635" h="70535" extrusionOk="0">
                    <a:moveTo>
                      <a:pt x="101318" y="1"/>
                    </a:moveTo>
                    <a:lnTo>
                      <a:pt x="1142" y="48376"/>
                    </a:lnTo>
                    <a:cubicBezTo>
                      <a:pt x="424" y="48702"/>
                      <a:pt x="0" y="49420"/>
                      <a:pt x="0" y="50203"/>
                    </a:cubicBezTo>
                    <a:lnTo>
                      <a:pt x="0" y="68502"/>
                    </a:lnTo>
                    <a:cubicBezTo>
                      <a:pt x="0" y="69679"/>
                      <a:pt x="963" y="70535"/>
                      <a:pt x="2024" y="70535"/>
                    </a:cubicBezTo>
                    <a:cubicBezTo>
                      <a:pt x="2315" y="70535"/>
                      <a:pt x="2615" y="70470"/>
                      <a:pt x="2903" y="70329"/>
                    </a:cubicBezTo>
                    <a:lnTo>
                      <a:pt x="101318" y="22835"/>
                    </a:lnTo>
                    <a:lnTo>
                      <a:pt x="199732" y="70329"/>
                    </a:lnTo>
                    <a:cubicBezTo>
                      <a:pt x="200020" y="70470"/>
                      <a:pt x="200320" y="70535"/>
                      <a:pt x="200612" y="70535"/>
                    </a:cubicBezTo>
                    <a:cubicBezTo>
                      <a:pt x="201672" y="70535"/>
                      <a:pt x="202635" y="69679"/>
                      <a:pt x="202635" y="68502"/>
                    </a:cubicBezTo>
                    <a:lnTo>
                      <a:pt x="202635" y="50203"/>
                    </a:lnTo>
                    <a:cubicBezTo>
                      <a:pt x="202635" y="49420"/>
                      <a:pt x="202211" y="48702"/>
                      <a:pt x="201493" y="48376"/>
                    </a:cubicBezTo>
                    <a:lnTo>
                      <a:pt x="101318" y="1"/>
                    </a:ln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6" name="Google Shape;2076;p88"/>
              <p:cNvSpPr/>
              <p:nvPr/>
            </p:nvSpPr>
            <p:spPr>
              <a:xfrm>
                <a:off x="1267275" y="5074825"/>
                <a:ext cx="5065875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202635" h="12233" extrusionOk="0">
                    <a:moveTo>
                      <a:pt x="2447" y="0"/>
                    </a:moveTo>
                    <a:cubicBezTo>
                      <a:pt x="1077" y="0"/>
                      <a:pt x="0" y="1109"/>
                      <a:pt x="0" y="2447"/>
                    </a:cubicBezTo>
                    <a:lnTo>
                      <a:pt x="0" y="9786"/>
                    </a:lnTo>
                    <a:cubicBezTo>
                      <a:pt x="0" y="11156"/>
                      <a:pt x="1077" y="12233"/>
                      <a:pt x="2447" y="12233"/>
                    </a:cubicBezTo>
                    <a:lnTo>
                      <a:pt x="200188" y="12233"/>
                    </a:lnTo>
                    <a:cubicBezTo>
                      <a:pt x="201558" y="12233"/>
                      <a:pt x="202635" y="11156"/>
                      <a:pt x="202635" y="9786"/>
                    </a:cubicBezTo>
                    <a:lnTo>
                      <a:pt x="202635" y="2447"/>
                    </a:lnTo>
                    <a:cubicBezTo>
                      <a:pt x="202635" y="1109"/>
                      <a:pt x="201558" y="0"/>
                      <a:pt x="200188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7" name="Google Shape;2077;p88"/>
              <p:cNvSpPr/>
              <p:nvPr/>
            </p:nvSpPr>
            <p:spPr>
              <a:xfrm>
                <a:off x="2615275" y="314975"/>
                <a:ext cx="2369050" cy="2158225"/>
              </a:xfrm>
              <a:custGeom>
                <a:avLst/>
                <a:gdLst/>
                <a:ahLst/>
                <a:cxnLst/>
                <a:rect l="l" t="t" r="r" b="b"/>
                <a:pathLst>
                  <a:path w="94762" h="86329" extrusionOk="0">
                    <a:moveTo>
                      <a:pt x="47381" y="0"/>
                    </a:moveTo>
                    <a:cubicBezTo>
                      <a:pt x="36339" y="0"/>
                      <a:pt x="25298" y="4217"/>
                      <a:pt x="16865" y="12649"/>
                    </a:cubicBezTo>
                    <a:cubicBezTo>
                      <a:pt x="1" y="29513"/>
                      <a:pt x="1" y="56849"/>
                      <a:pt x="16865" y="73681"/>
                    </a:cubicBezTo>
                    <a:cubicBezTo>
                      <a:pt x="25298" y="82113"/>
                      <a:pt x="36339" y="86329"/>
                      <a:pt x="47381" y="86329"/>
                    </a:cubicBezTo>
                    <a:cubicBezTo>
                      <a:pt x="58423" y="86329"/>
                      <a:pt x="69465" y="82113"/>
                      <a:pt x="77897" y="73681"/>
                    </a:cubicBezTo>
                    <a:cubicBezTo>
                      <a:pt x="94762" y="56849"/>
                      <a:pt x="94762" y="29513"/>
                      <a:pt x="77897" y="12649"/>
                    </a:cubicBezTo>
                    <a:cubicBezTo>
                      <a:pt x="69465" y="4217"/>
                      <a:pt x="58423" y="0"/>
                      <a:pt x="47381" y="0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8" name="Google Shape;2078;p88"/>
              <p:cNvSpPr/>
              <p:nvPr/>
            </p:nvSpPr>
            <p:spPr>
              <a:xfrm>
                <a:off x="3297050" y="660550"/>
                <a:ext cx="1007975" cy="1466750"/>
              </a:xfrm>
              <a:custGeom>
                <a:avLst/>
                <a:gdLst/>
                <a:ahLst/>
                <a:cxnLst/>
                <a:rect l="l" t="t" r="r" b="b"/>
                <a:pathLst>
                  <a:path w="40319" h="58670" extrusionOk="0">
                    <a:moveTo>
                      <a:pt x="28053" y="0"/>
                    </a:moveTo>
                    <a:cubicBezTo>
                      <a:pt x="27205" y="33"/>
                      <a:pt x="26390" y="522"/>
                      <a:pt x="25672" y="1240"/>
                    </a:cubicBezTo>
                    <a:cubicBezTo>
                      <a:pt x="17713" y="8807"/>
                      <a:pt x="9721" y="16343"/>
                      <a:pt x="1762" y="23878"/>
                    </a:cubicBezTo>
                    <a:cubicBezTo>
                      <a:pt x="0" y="25541"/>
                      <a:pt x="261" y="28053"/>
                      <a:pt x="2284" y="29293"/>
                    </a:cubicBezTo>
                    <a:cubicBezTo>
                      <a:pt x="6687" y="31935"/>
                      <a:pt x="11189" y="34447"/>
                      <a:pt x="15625" y="36991"/>
                    </a:cubicBezTo>
                    <a:cubicBezTo>
                      <a:pt x="15886" y="37154"/>
                      <a:pt x="16016" y="37285"/>
                      <a:pt x="15886" y="37643"/>
                    </a:cubicBezTo>
                    <a:cubicBezTo>
                      <a:pt x="14418" y="41069"/>
                      <a:pt x="12983" y="44494"/>
                      <a:pt x="11580" y="47919"/>
                    </a:cubicBezTo>
                    <a:cubicBezTo>
                      <a:pt x="10667" y="50072"/>
                      <a:pt x="9786" y="52192"/>
                      <a:pt x="8938" y="54312"/>
                    </a:cubicBezTo>
                    <a:cubicBezTo>
                      <a:pt x="8318" y="55911"/>
                      <a:pt x="9068" y="57607"/>
                      <a:pt x="10569" y="58324"/>
                    </a:cubicBezTo>
                    <a:cubicBezTo>
                      <a:pt x="11049" y="58553"/>
                      <a:pt x="11521" y="58670"/>
                      <a:pt x="11990" y="58670"/>
                    </a:cubicBezTo>
                    <a:cubicBezTo>
                      <a:pt x="12858" y="58670"/>
                      <a:pt x="13713" y="58270"/>
                      <a:pt x="14581" y="57444"/>
                    </a:cubicBezTo>
                    <a:cubicBezTo>
                      <a:pt x="22573" y="49876"/>
                      <a:pt x="30532" y="42341"/>
                      <a:pt x="38492" y="34805"/>
                    </a:cubicBezTo>
                    <a:cubicBezTo>
                      <a:pt x="40318" y="33077"/>
                      <a:pt x="39959" y="30532"/>
                      <a:pt x="37807" y="29293"/>
                    </a:cubicBezTo>
                    <a:cubicBezTo>
                      <a:pt x="33403" y="26748"/>
                      <a:pt x="29032" y="24204"/>
                      <a:pt x="24628" y="21660"/>
                    </a:cubicBezTo>
                    <a:cubicBezTo>
                      <a:pt x="24335" y="21497"/>
                      <a:pt x="24237" y="21366"/>
                      <a:pt x="24400" y="21040"/>
                    </a:cubicBezTo>
                    <a:cubicBezTo>
                      <a:pt x="26716" y="15495"/>
                      <a:pt x="29130" y="9949"/>
                      <a:pt x="31315" y="4339"/>
                    </a:cubicBezTo>
                    <a:cubicBezTo>
                      <a:pt x="32131" y="2218"/>
                      <a:pt x="30500" y="0"/>
                      <a:pt x="28053" y="0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079" name="Google Shape;2079;p88"/>
              <p:cNvSpPr/>
              <p:nvPr/>
            </p:nvSpPr>
            <p:spPr>
              <a:xfrm>
                <a:off x="1190625" y="238125"/>
                <a:ext cx="5219200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08768" extrusionOk="0">
                    <a:moveTo>
                      <a:pt x="112506" y="19963"/>
                    </a:moveTo>
                    <a:cubicBezTo>
                      <a:pt x="112669" y="19996"/>
                      <a:pt x="112702" y="20094"/>
                      <a:pt x="112702" y="20126"/>
                    </a:cubicBezTo>
                    <a:cubicBezTo>
                      <a:pt x="110549" y="25704"/>
                      <a:pt x="108135" y="31282"/>
                      <a:pt x="105819" y="36730"/>
                    </a:cubicBezTo>
                    <a:cubicBezTo>
                      <a:pt x="105101" y="38459"/>
                      <a:pt x="105721" y="40286"/>
                      <a:pt x="107352" y="41232"/>
                    </a:cubicBezTo>
                    <a:cubicBezTo>
                      <a:pt x="111756" y="43743"/>
                      <a:pt x="116127" y="46320"/>
                      <a:pt x="120530" y="48832"/>
                    </a:cubicBezTo>
                    <a:cubicBezTo>
                      <a:pt x="120987" y="49093"/>
                      <a:pt x="120987" y="49158"/>
                      <a:pt x="120661" y="49452"/>
                    </a:cubicBezTo>
                    <a:cubicBezTo>
                      <a:pt x="112278" y="57411"/>
                      <a:pt x="97011" y="72090"/>
                      <a:pt x="96229" y="72514"/>
                    </a:cubicBezTo>
                    <a:cubicBezTo>
                      <a:pt x="96163" y="72481"/>
                      <a:pt x="96000" y="72416"/>
                      <a:pt x="96033" y="72318"/>
                    </a:cubicBezTo>
                    <a:cubicBezTo>
                      <a:pt x="98153" y="66805"/>
                      <a:pt x="100795" y="60836"/>
                      <a:pt x="102948" y="55715"/>
                    </a:cubicBezTo>
                    <a:cubicBezTo>
                      <a:pt x="103568" y="54279"/>
                      <a:pt x="103307" y="52355"/>
                      <a:pt x="101415" y="51246"/>
                    </a:cubicBezTo>
                    <a:cubicBezTo>
                      <a:pt x="96979" y="48701"/>
                      <a:pt x="92510" y="46222"/>
                      <a:pt x="88139" y="43548"/>
                    </a:cubicBezTo>
                    <a:cubicBezTo>
                      <a:pt x="87813" y="43352"/>
                      <a:pt x="87813" y="43287"/>
                      <a:pt x="88106" y="42993"/>
                    </a:cubicBezTo>
                    <a:cubicBezTo>
                      <a:pt x="93358" y="38035"/>
                      <a:pt x="110712" y="21170"/>
                      <a:pt x="112506" y="19963"/>
                    </a:cubicBezTo>
                    <a:close/>
                    <a:moveTo>
                      <a:pt x="112648" y="13892"/>
                    </a:moveTo>
                    <a:cubicBezTo>
                      <a:pt x="110962" y="13892"/>
                      <a:pt x="109231" y="14572"/>
                      <a:pt x="107809" y="15918"/>
                    </a:cubicBezTo>
                    <a:cubicBezTo>
                      <a:pt x="99817" y="23552"/>
                      <a:pt x="91890" y="30989"/>
                      <a:pt x="83898" y="38557"/>
                    </a:cubicBezTo>
                    <a:cubicBezTo>
                      <a:pt x="82365" y="40025"/>
                      <a:pt x="81615" y="41982"/>
                      <a:pt x="81811" y="44004"/>
                    </a:cubicBezTo>
                    <a:cubicBezTo>
                      <a:pt x="82039" y="45961"/>
                      <a:pt x="83181" y="47723"/>
                      <a:pt x="84975" y="48799"/>
                    </a:cubicBezTo>
                    <a:cubicBezTo>
                      <a:pt x="88791" y="51083"/>
                      <a:pt x="92608" y="53268"/>
                      <a:pt x="96424" y="55454"/>
                    </a:cubicBezTo>
                    <a:cubicBezTo>
                      <a:pt x="94532" y="59923"/>
                      <a:pt x="92184" y="65338"/>
                      <a:pt x="90357" y="70133"/>
                    </a:cubicBezTo>
                    <a:cubicBezTo>
                      <a:pt x="89150" y="73166"/>
                      <a:pt x="90520" y="76526"/>
                      <a:pt x="93489" y="77961"/>
                    </a:cubicBezTo>
                    <a:cubicBezTo>
                      <a:pt x="94366" y="78394"/>
                      <a:pt x="95296" y="78630"/>
                      <a:pt x="96245" y="78630"/>
                    </a:cubicBezTo>
                    <a:cubicBezTo>
                      <a:pt x="97799" y="78630"/>
                      <a:pt x="99407" y="77997"/>
                      <a:pt x="100926" y="76559"/>
                    </a:cubicBezTo>
                    <a:cubicBezTo>
                      <a:pt x="108755" y="69121"/>
                      <a:pt x="117040" y="61325"/>
                      <a:pt x="124869" y="53921"/>
                    </a:cubicBezTo>
                    <a:cubicBezTo>
                      <a:pt x="126435" y="52420"/>
                      <a:pt x="127185" y="50430"/>
                      <a:pt x="126924" y="48440"/>
                    </a:cubicBezTo>
                    <a:cubicBezTo>
                      <a:pt x="126696" y="46418"/>
                      <a:pt x="125489" y="44624"/>
                      <a:pt x="123597" y="43548"/>
                    </a:cubicBezTo>
                    <a:cubicBezTo>
                      <a:pt x="119845" y="41395"/>
                      <a:pt x="116094" y="39209"/>
                      <a:pt x="112343" y="37056"/>
                    </a:cubicBezTo>
                    <a:cubicBezTo>
                      <a:pt x="114398" y="32228"/>
                      <a:pt x="116486" y="27303"/>
                      <a:pt x="118410" y="22345"/>
                    </a:cubicBezTo>
                    <a:cubicBezTo>
                      <a:pt x="119160" y="20453"/>
                      <a:pt x="118899" y="18300"/>
                      <a:pt x="117758" y="16636"/>
                    </a:cubicBezTo>
                    <a:cubicBezTo>
                      <a:pt x="116481" y="14800"/>
                      <a:pt x="114595" y="13892"/>
                      <a:pt x="112648" y="13892"/>
                    </a:cubicBezTo>
                    <a:close/>
                    <a:moveTo>
                      <a:pt x="104384" y="6133"/>
                    </a:moveTo>
                    <a:cubicBezTo>
                      <a:pt x="126500" y="6133"/>
                      <a:pt x="144506" y="24106"/>
                      <a:pt x="144506" y="46222"/>
                    </a:cubicBezTo>
                    <a:cubicBezTo>
                      <a:pt x="144506" y="68371"/>
                      <a:pt x="126500" y="86345"/>
                      <a:pt x="104384" y="86345"/>
                    </a:cubicBezTo>
                    <a:cubicBezTo>
                      <a:pt x="82267" y="86345"/>
                      <a:pt x="64261" y="68371"/>
                      <a:pt x="64261" y="46222"/>
                    </a:cubicBezTo>
                    <a:cubicBezTo>
                      <a:pt x="64261" y="24106"/>
                      <a:pt x="82267" y="6133"/>
                      <a:pt x="104384" y="6133"/>
                    </a:cubicBezTo>
                    <a:close/>
                    <a:moveTo>
                      <a:pt x="150606" y="45896"/>
                    </a:moveTo>
                    <a:lnTo>
                      <a:pt x="202635" y="71046"/>
                    </a:lnTo>
                    <a:lnTo>
                      <a:pt x="202635" y="87062"/>
                    </a:lnTo>
                    <a:lnTo>
                      <a:pt x="148257" y="60803"/>
                    </a:lnTo>
                    <a:cubicBezTo>
                      <a:pt x="149790" y="56237"/>
                      <a:pt x="150606" y="51311"/>
                      <a:pt x="150606" y="46222"/>
                    </a:cubicBezTo>
                    <a:cubicBezTo>
                      <a:pt x="150606" y="46124"/>
                      <a:pt x="150606" y="46027"/>
                      <a:pt x="150606" y="45896"/>
                    </a:cubicBezTo>
                    <a:close/>
                    <a:moveTo>
                      <a:pt x="121607" y="124999"/>
                    </a:moveTo>
                    <a:lnTo>
                      <a:pt x="121607" y="144734"/>
                    </a:lnTo>
                    <a:cubicBezTo>
                      <a:pt x="121607" y="154227"/>
                      <a:pt x="113876" y="161958"/>
                      <a:pt x="104384" y="161958"/>
                    </a:cubicBezTo>
                    <a:cubicBezTo>
                      <a:pt x="94891" y="161958"/>
                      <a:pt x="87160" y="154227"/>
                      <a:pt x="87160" y="144734"/>
                    </a:cubicBezTo>
                    <a:lnTo>
                      <a:pt x="87160" y="124999"/>
                    </a:lnTo>
                    <a:close/>
                    <a:moveTo>
                      <a:pt x="202667" y="196535"/>
                    </a:moveTo>
                    <a:lnTo>
                      <a:pt x="202667" y="202667"/>
                    </a:lnTo>
                    <a:lnTo>
                      <a:pt x="6133" y="202667"/>
                    </a:lnTo>
                    <a:lnTo>
                      <a:pt x="6133" y="196535"/>
                    </a:lnTo>
                    <a:close/>
                    <a:moveTo>
                      <a:pt x="104384" y="0"/>
                    </a:moveTo>
                    <a:cubicBezTo>
                      <a:pt x="78875" y="0"/>
                      <a:pt x="58161" y="20746"/>
                      <a:pt x="58161" y="46222"/>
                    </a:cubicBezTo>
                    <a:cubicBezTo>
                      <a:pt x="58161" y="51311"/>
                      <a:pt x="58977" y="56237"/>
                      <a:pt x="60510" y="60803"/>
                    </a:cubicBezTo>
                    <a:lnTo>
                      <a:pt x="6133" y="87062"/>
                    </a:lnTo>
                    <a:lnTo>
                      <a:pt x="6133" y="71046"/>
                    </a:lnTo>
                    <a:lnTo>
                      <a:pt x="49745" y="49974"/>
                    </a:lnTo>
                    <a:cubicBezTo>
                      <a:pt x="51246" y="49223"/>
                      <a:pt x="51898" y="47397"/>
                      <a:pt x="51148" y="45896"/>
                    </a:cubicBezTo>
                    <a:cubicBezTo>
                      <a:pt x="50632" y="44794"/>
                      <a:pt x="49542" y="44163"/>
                      <a:pt x="48400" y="44163"/>
                    </a:cubicBezTo>
                    <a:cubicBezTo>
                      <a:pt x="47955" y="44163"/>
                      <a:pt x="47501" y="44259"/>
                      <a:pt x="47070" y="44461"/>
                    </a:cubicBezTo>
                    <a:lnTo>
                      <a:pt x="2903" y="65794"/>
                    </a:lnTo>
                    <a:cubicBezTo>
                      <a:pt x="1142" y="66642"/>
                      <a:pt x="0" y="68436"/>
                      <a:pt x="0" y="70394"/>
                    </a:cubicBezTo>
                    <a:lnTo>
                      <a:pt x="0" y="88693"/>
                    </a:lnTo>
                    <a:cubicBezTo>
                      <a:pt x="0" y="90455"/>
                      <a:pt x="881" y="92086"/>
                      <a:pt x="2381" y="93032"/>
                    </a:cubicBezTo>
                    <a:cubicBezTo>
                      <a:pt x="3212" y="93538"/>
                      <a:pt x="4153" y="93793"/>
                      <a:pt x="5094" y="93793"/>
                    </a:cubicBezTo>
                    <a:cubicBezTo>
                      <a:pt x="5851" y="93793"/>
                      <a:pt x="6608" y="93628"/>
                      <a:pt x="7307" y="93293"/>
                    </a:cubicBezTo>
                    <a:lnTo>
                      <a:pt x="18365" y="87976"/>
                    </a:lnTo>
                    <a:lnTo>
                      <a:pt x="18365" y="190435"/>
                    </a:lnTo>
                    <a:lnTo>
                      <a:pt x="5513" y="190435"/>
                    </a:lnTo>
                    <a:cubicBezTo>
                      <a:pt x="2479" y="190435"/>
                      <a:pt x="0" y="192881"/>
                      <a:pt x="0" y="195915"/>
                    </a:cubicBezTo>
                    <a:lnTo>
                      <a:pt x="0" y="203254"/>
                    </a:lnTo>
                    <a:cubicBezTo>
                      <a:pt x="0" y="206288"/>
                      <a:pt x="2479" y="208767"/>
                      <a:pt x="5513" y="208767"/>
                    </a:cubicBezTo>
                    <a:lnTo>
                      <a:pt x="203254" y="208767"/>
                    </a:lnTo>
                    <a:cubicBezTo>
                      <a:pt x="206288" y="208767"/>
                      <a:pt x="208767" y="206288"/>
                      <a:pt x="208767" y="203254"/>
                    </a:cubicBezTo>
                    <a:lnTo>
                      <a:pt x="208767" y="195915"/>
                    </a:lnTo>
                    <a:cubicBezTo>
                      <a:pt x="208767" y="192881"/>
                      <a:pt x="206288" y="190435"/>
                      <a:pt x="203254" y="190435"/>
                    </a:cubicBezTo>
                    <a:lnTo>
                      <a:pt x="190435" y="190435"/>
                    </a:lnTo>
                    <a:lnTo>
                      <a:pt x="190435" y="167536"/>
                    </a:lnTo>
                    <a:cubicBezTo>
                      <a:pt x="190435" y="165839"/>
                      <a:pt x="189065" y="164469"/>
                      <a:pt x="187369" y="164469"/>
                    </a:cubicBezTo>
                    <a:cubicBezTo>
                      <a:pt x="185672" y="164469"/>
                      <a:pt x="184302" y="165839"/>
                      <a:pt x="184302" y="167536"/>
                    </a:cubicBezTo>
                    <a:lnTo>
                      <a:pt x="184302" y="190435"/>
                    </a:lnTo>
                    <a:lnTo>
                      <a:pt x="107450" y="190435"/>
                    </a:lnTo>
                    <a:lnTo>
                      <a:pt x="107450" y="167862"/>
                    </a:lnTo>
                    <a:cubicBezTo>
                      <a:pt x="118867" y="166361"/>
                      <a:pt x="127739" y="156575"/>
                      <a:pt x="127739" y="144734"/>
                    </a:cubicBezTo>
                    <a:lnTo>
                      <a:pt x="127739" y="124706"/>
                    </a:lnTo>
                    <a:cubicBezTo>
                      <a:pt x="127739" y="121509"/>
                      <a:pt x="125130" y="118899"/>
                      <a:pt x="121900" y="118899"/>
                    </a:cubicBezTo>
                    <a:lnTo>
                      <a:pt x="116616" y="118899"/>
                    </a:lnTo>
                    <a:lnTo>
                      <a:pt x="116616" y="108298"/>
                    </a:lnTo>
                    <a:cubicBezTo>
                      <a:pt x="116616" y="106602"/>
                      <a:pt x="115246" y="105232"/>
                      <a:pt x="113550" y="105232"/>
                    </a:cubicBezTo>
                    <a:cubicBezTo>
                      <a:pt x="111854" y="105232"/>
                      <a:pt x="110516" y="106602"/>
                      <a:pt x="110516" y="108298"/>
                    </a:cubicBezTo>
                    <a:lnTo>
                      <a:pt x="110516" y="118899"/>
                    </a:lnTo>
                    <a:lnTo>
                      <a:pt x="98284" y="118899"/>
                    </a:lnTo>
                    <a:lnTo>
                      <a:pt x="98284" y="108298"/>
                    </a:lnTo>
                    <a:cubicBezTo>
                      <a:pt x="98284" y="106602"/>
                      <a:pt x="96914" y="105232"/>
                      <a:pt x="95217" y="105232"/>
                    </a:cubicBezTo>
                    <a:cubicBezTo>
                      <a:pt x="93521" y="105232"/>
                      <a:pt x="92151" y="106602"/>
                      <a:pt x="92151" y="108298"/>
                    </a:cubicBezTo>
                    <a:lnTo>
                      <a:pt x="92151" y="118899"/>
                    </a:lnTo>
                    <a:lnTo>
                      <a:pt x="86867" y="118899"/>
                    </a:lnTo>
                    <a:cubicBezTo>
                      <a:pt x="83637" y="118899"/>
                      <a:pt x="81028" y="121509"/>
                      <a:pt x="81028" y="124706"/>
                    </a:cubicBezTo>
                    <a:lnTo>
                      <a:pt x="81028" y="144734"/>
                    </a:lnTo>
                    <a:cubicBezTo>
                      <a:pt x="81028" y="156575"/>
                      <a:pt x="89900" y="166361"/>
                      <a:pt x="101317" y="167862"/>
                    </a:cubicBezTo>
                    <a:lnTo>
                      <a:pt x="101317" y="190402"/>
                    </a:lnTo>
                    <a:lnTo>
                      <a:pt x="24465" y="190402"/>
                    </a:lnTo>
                    <a:lnTo>
                      <a:pt x="24465" y="85007"/>
                    </a:lnTo>
                    <a:lnTo>
                      <a:pt x="62826" y="66479"/>
                    </a:lnTo>
                    <a:cubicBezTo>
                      <a:pt x="70361" y="81843"/>
                      <a:pt x="86149" y="92477"/>
                      <a:pt x="104384" y="92477"/>
                    </a:cubicBezTo>
                    <a:cubicBezTo>
                      <a:pt x="122618" y="92477"/>
                      <a:pt x="138406" y="81843"/>
                      <a:pt x="145941" y="66479"/>
                    </a:cubicBezTo>
                    <a:lnTo>
                      <a:pt x="184302" y="85007"/>
                    </a:lnTo>
                    <a:lnTo>
                      <a:pt x="184302" y="155303"/>
                    </a:lnTo>
                    <a:cubicBezTo>
                      <a:pt x="184302" y="156999"/>
                      <a:pt x="185672" y="158369"/>
                      <a:pt x="187369" y="158369"/>
                    </a:cubicBezTo>
                    <a:cubicBezTo>
                      <a:pt x="189065" y="158369"/>
                      <a:pt x="190435" y="156999"/>
                      <a:pt x="190435" y="155303"/>
                    </a:cubicBezTo>
                    <a:lnTo>
                      <a:pt x="190435" y="87976"/>
                    </a:lnTo>
                    <a:lnTo>
                      <a:pt x="201460" y="93293"/>
                    </a:lnTo>
                    <a:cubicBezTo>
                      <a:pt x="202173" y="93628"/>
                      <a:pt x="202932" y="93793"/>
                      <a:pt x="203687" y="93793"/>
                    </a:cubicBezTo>
                    <a:cubicBezTo>
                      <a:pt x="204624" y="93793"/>
                      <a:pt x="205555" y="93538"/>
                      <a:pt x="206386" y="93032"/>
                    </a:cubicBezTo>
                    <a:cubicBezTo>
                      <a:pt x="207886" y="92086"/>
                      <a:pt x="208767" y="90455"/>
                      <a:pt x="208767" y="88693"/>
                    </a:cubicBezTo>
                    <a:lnTo>
                      <a:pt x="208767" y="70394"/>
                    </a:lnTo>
                    <a:cubicBezTo>
                      <a:pt x="208767" y="68436"/>
                      <a:pt x="207625" y="66642"/>
                      <a:pt x="205897" y="65794"/>
                    </a:cubicBezTo>
                    <a:lnTo>
                      <a:pt x="150019" y="38818"/>
                    </a:lnTo>
                    <a:cubicBezTo>
                      <a:pt x="146463" y="16832"/>
                      <a:pt x="127348" y="0"/>
                      <a:pt x="10438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4" name="Google Shape;2084;p89"/>
          <p:cNvSpPr txBox="1">
            <a:spLocks noGrp="1"/>
          </p:cNvSpPr>
          <p:nvPr>
            <p:ph type="title"/>
          </p:nvPr>
        </p:nvSpPr>
        <p:spPr>
          <a:xfrm>
            <a:off x="4536175" y="576075"/>
            <a:ext cx="3894600" cy="9903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THANKS</a:t>
            </a:r>
            <a:endParaRPr/>
          </a:p>
        </p:txBody>
      </p:sp>
      <p:sp>
        <p:nvSpPr>
          <p:cNvPr id="2085" name="Google Shape;2085;p89"/>
          <p:cNvSpPr txBox="1">
            <a:spLocks noGrp="1"/>
          </p:cNvSpPr>
          <p:nvPr>
            <p:ph type="subTitle" idx="1"/>
          </p:nvPr>
        </p:nvSpPr>
        <p:spPr>
          <a:xfrm>
            <a:off x="4536325" y="1718725"/>
            <a:ext cx="3894600" cy="7980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Do you have any questions?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addyouremail@freepik.com +91 620 421 838 </a:t>
            </a:r>
            <a:endParaRPr/>
          </a:p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/>
              <a:t>yourwebsite.com</a:t>
            </a:r>
            <a:endParaRPr/>
          </a:p>
        </p:txBody>
      </p:sp>
      <p:grpSp>
        <p:nvGrpSpPr>
          <p:cNvPr id="2086" name="Google Shape;2086;p89"/>
          <p:cNvGrpSpPr/>
          <p:nvPr/>
        </p:nvGrpSpPr>
        <p:grpSpPr>
          <a:xfrm>
            <a:off x="6355896" y="2697237"/>
            <a:ext cx="387681" cy="387661"/>
            <a:chOff x="266768" y="1721375"/>
            <a:chExt cx="397907" cy="397887"/>
          </a:xfrm>
        </p:grpSpPr>
        <p:sp>
          <p:nvSpPr>
            <p:cNvPr id="2087" name="Google Shape;2087;p89"/>
            <p:cNvSpPr/>
            <p:nvPr/>
          </p:nvSpPr>
          <p:spPr>
            <a:xfrm>
              <a:off x="454843" y="1791037"/>
              <a:ext cx="136218" cy="328222"/>
            </a:xfrm>
            <a:custGeom>
              <a:avLst/>
              <a:gdLst/>
              <a:ahLst/>
              <a:cxnLst/>
              <a:rect l="l" t="t" r="r" b="b"/>
              <a:pathLst>
                <a:path w="6527" h="15727" extrusionOk="0">
                  <a:moveTo>
                    <a:pt x="4957" y="1"/>
                  </a:moveTo>
                  <a:cubicBezTo>
                    <a:pt x="4645" y="1"/>
                    <a:pt x="4336" y="24"/>
                    <a:pt x="4028" y="69"/>
                  </a:cubicBezTo>
                  <a:cubicBezTo>
                    <a:pt x="2588" y="280"/>
                    <a:pt x="1700" y="890"/>
                    <a:pt x="1675" y="2250"/>
                  </a:cubicBezTo>
                  <a:lnTo>
                    <a:pt x="1675" y="5040"/>
                  </a:lnTo>
                  <a:cubicBezTo>
                    <a:pt x="1675" y="5348"/>
                    <a:pt x="1426" y="5599"/>
                    <a:pt x="1118" y="5599"/>
                  </a:cubicBezTo>
                  <a:lnTo>
                    <a:pt x="0" y="5599"/>
                  </a:lnTo>
                  <a:lnTo>
                    <a:pt x="0" y="6715"/>
                  </a:lnTo>
                  <a:lnTo>
                    <a:pt x="1118" y="6715"/>
                  </a:lnTo>
                  <a:cubicBezTo>
                    <a:pt x="1426" y="6715"/>
                    <a:pt x="1675" y="6965"/>
                    <a:pt x="1675" y="7274"/>
                  </a:cubicBezTo>
                  <a:lnTo>
                    <a:pt x="1675" y="15727"/>
                  </a:lnTo>
                  <a:lnTo>
                    <a:pt x="3352" y="15727"/>
                  </a:lnTo>
                  <a:lnTo>
                    <a:pt x="3352" y="7274"/>
                  </a:lnTo>
                  <a:cubicBezTo>
                    <a:pt x="3352" y="6965"/>
                    <a:pt x="3602" y="6715"/>
                    <a:pt x="3910" y="6715"/>
                  </a:cubicBezTo>
                  <a:lnTo>
                    <a:pt x="5709" y="6715"/>
                  </a:lnTo>
                  <a:lnTo>
                    <a:pt x="5987" y="5599"/>
                  </a:lnTo>
                  <a:lnTo>
                    <a:pt x="3910" y="5599"/>
                  </a:lnTo>
                  <a:cubicBezTo>
                    <a:pt x="3602" y="5599"/>
                    <a:pt x="3352" y="5348"/>
                    <a:pt x="3352" y="5040"/>
                  </a:cubicBezTo>
                  <a:lnTo>
                    <a:pt x="3352" y="3253"/>
                  </a:lnTo>
                  <a:cubicBezTo>
                    <a:pt x="3352" y="2316"/>
                    <a:pt x="3942" y="1677"/>
                    <a:pt x="4968" y="1504"/>
                  </a:cubicBezTo>
                  <a:cubicBezTo>
                    <a:pt x="5157" y="1473"/>
                    <a:pt x="5339" y="1460"/>
                    <a:pt x="5511" y="1460"/>
                  </a:cubicBezTo>
                  <a:cubicBezTo>
                    <a:pt x="5810" y="1460"/>
                    <a:pt x="6082" y="1498"/>
                    <a:pt x="6324" y="1546"/>
                  </a:cubicBezTo>
                  <a:lnTo>
                    <a:pt x="6526" y="182"/>
                  </a:lnTo>
                  <a:cubicBezTo>
                    <a:pt x="5988" y="62"/>
                    <a:pt x="5468" y="1"/>
                    <a:pt x="4957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8" name="Google Shape;2088;p89"/>
            <p:cNvSpPr/>
            <p:nvPr/>
          </p:nvSpPr>
          <p:spPr>
            <a:xfrm>
              <a:off x="266768" y="1721375"/>
              <a:ext cx="397907" cy="397887"/>
            </a:xfrm>
            <a:custGeom>
              <a:avLst/>
              <a:gdLst/>
              <a:ahLst/>
              <a:cxnLst/>
              <a:rect l="l" t="t" r="r" b="b"/>
              <a:pathLst>
                <a:path w="19066" h="19065" extrusionOk="0">
                  <a:moveTo>
                    <a:pt x="2794" y="0"/>
                  </a:moveTo>
                  <a:cubicBezTo>
                    <a:pt x="1255" y="0"/>
                    <a:pt x="1" y="1253"/>
                    <a:pt x="1" y="2793"/>
                  </a:cubicBezTo>
                  <a:lnTo>
                    <a:pt x="1" y="16271"/>
                  </a:lnTo>
                  <a:cubicBezTo>
                    <a:pt x="1" y="17812"/>
                    <a:pt x="1255" y="19065"/>
                    <a:pt x="2794" y="19065"/>
                  </a:cubicBezTo>
                  <a:lnTo>
                    <a:pt x="9571" y="19065"/>
                  </a:lnTo>
                  <a:lnTo>
                    <a:pt x="9571" y="11171"/>
                  </a:lnTo>
                  <a:lnTo>
                    <a:pt x="8453" y="11171"/>
                  </a:lnTo>
                  <a:cubicBezTo>
                    <a:pt x="8145" y="11171"/>
                    <a:pt x="7896" y="10920"/>
                    <a:pt x="7896" y="10612"/>
                  </a:cubicBezTo>
                  <a:lnTo>
                    <a:pt x="7896" y="8378"/>
                  </a:lnTo>
                  <a:cubicBezTo>
                    <a:pt x="7896" y="8070"/>
                    <a:pt x="8145" y="7819"/>
                    <a:pt x="8453" y="7819"/>
                  </a:cubicBezTo>
                  <a:lnTo>
                    <a:pt x="9571" y="7819"/>
                  </a:lnTo>
                  <a:lnTo>
                    <a:pt x="9571" y="5836"/>
                  </a:lnTo>
                  <a:cubicBezTo>
                    <a:pt x="9571" y="3710"/>
                    <a:pt x="10741" y="2615"/>
                    <a:pt x="12878" y="2302"/>
                  </a:cubicBezTo>
                  <a:cubicBezTo>
                    <a:pt x="13231" y="2249"/>
                    <a:pt x="13591" y="2223"/>
                    <a:pt x="13956" y="2223"/>
                  </a:cubicBezTo>
                  <a:cubicBezTo>
                    <a:pt x="14725" y="2223"/>
                    <a:pt x="15517" y="2339"/>
                    <a:pt x="16318" y="2567"/>
                  </a:cubicBezTo>
                  <a:cubicBezTo>
                    <a:pt x="16589" y="2643"/>
                    <a:pt x="16759" y="2908"/>
                    <a:pt x="16718" y="3186"/>
                  </a:cubicBezTo>
                  <a:lnTo>
                    <a:pt x="16352" y="5650"/>
                  </a:lnTo>
                  <a:cubicBezTo>
                    <a:pt x="16329" y="5806"/>
                    <a:pt x="16240" y="5944"/>
                    <a:pt x="16111" y="6031"/>
                  </a:cubicBezTo>
                  <a:cubicBezTo>
                    <a:pt x="16006" y="6102"/>
                    <a:pt x="15912" y="6127"/>
                    <a:pt x="15818" y="6127"/>
                  </a:cubicBezTo>
                  <a:cubicBezTo>
                    <a:pt x="15717" y="6127"/>
                    <a:pt x="15614" y="6098"/>
                    <a:pt x="15494" y="6068"/>
                  </a:cubicBezTo>
                  <a:cubicBezTo>
                    <a:pt x="15202" y="5995"/>
                    <a:pt x="14879" y="5914"/>
                    <a:pt x="14527" y="5914"/>
                  </a:cubicBezTo>
                  <a:cubicBezTo>
                    <a:pt x="14409" y="5914"/>
                    <a:pt x="14289" y="5923"/>
                    <a:pt x="14165" y="5944"/>
                  </a:cubicBezTo>
                  <a:cubicBezTo>
                    <a:pt x="13534" y="6050"/>
                    <a:pt x="13481" y="6333"/>
                    <a:pt x="13481" y="6590"/>
                  </a:cubicBezTo>
                  <a:lnTo>
                    <a:pt x="13481" y="7819"/>
                  </a:lnTo>
                  <a:lnTo>
                    <a:pt x="15715" y="7819"/>
                  </a:lnTo>
                  <a:cubicBezTo>
                    <a:pt x="15887" y="7819"/>
                    <a:pt x="16048" y="7899"/>
                    <a:pt x="16154" y="8035"/>
                  </a:cubicBezTo>
                  <a:cubicBezTo>
                    <a:pt x="16260" y="8169"/>
                    <a:pt x="16297" y="8346"/>
                    <a:pt x="16256" y="8513"/>
                  </a:cubicBezTo>
                  <a:lnTo>
                    <a:pt x="15697" y="10747"/>
                  </a:lnTo>
                  <a:cubicBezTo>
                    <a:pt x="15635" y="10996"/>
                    <a:pt x="15412" y="11170"/>
                    <a:pt x="15156" y="11170"/>
                  </a:cubicBezTo>
                  <a:lnTo>
                    <a:pt x="13481" y="11170"/>
                  </a:lnTo>
                  <a:lnTo>
                    <a:pt x="13481" y="19065"/>
                  </a:lnTo>
                  <a:lnTo>
                    <a:pt x="16272" y="19065"/>
                  </a:lnTo>
                  <a:cubicBezTo>
                    <a:pt x="17813" y="19065"/>
                    <a:pt x="19066" y="17810"/>
                    <a:pt x="19066" y="16271"/>
                  </a:cubicBezTo>
                  <a:lnTo>
                    <a:pt x="19066" y="2793"/>
                  </a:lnTo>
                  <a:cubicBezTo>
                    <a:pt x="19066" y="1253"/>
                    <a:pt x="17813" y="0"/>
                    <a:pt x="1627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89" name="Google Shape;2089;p89"/>
          <p:cNvGrpSpPr/>
          <p:nvPr/>
        </p:nvGrpSpPr>
        <p:grpSpPr>
          <a:xfrm>
            <a:off x="7418017" y="2697237"/>
            <a:ext cx="387661" cy="387661"/>
            <a:chOff x="1379798" y="1723250"/>
            <a:chExt cx="397887" cy="397887"/>
          </a:xfrm>
        </p:grpSpPr>
        <p:sp>
          <p:nvSpPr>
            <p:cNvPr id="2090" name="Google Shape;2090;p89"/>
            <p:cNvSpPr/>
            <p:nvPr/>
          </p:nvSpPr>
          <p:spPr>
            <a:xfrm>
              <a:off x="1462169" y="1793977"/>
              <a:ext cx="23354" cy="23312"/>
            </a:xfrm>
            <a:custGeom>
              <a:avLst/>
              <a:gdLst/>
              <a:ahLst/>
              <a:cxnLst/>
              <a:rect l="l" t="t" r="r" b="b"/>
              <a:pathLst>
                <a:path w="1119" h="1117" extrusionOk="0">
                  <a:moveTo>
                    <a:pt x="559" y="1"/>
                  </a:moveTo>
                  <a:cubicBezTo>
                    <a:pt x="251" y="1"/>
                    <a:pt x="0" y="250"/>
                    <a:pt x="0" y="558"/>
                  </a:cubicBezTo>
                  <a:cubicBezTo>
                    <a:pt x="0" y="866"/>
                    <a:pt x="251" y="1117"/>
                    <a:pt x="559" y="1117"/>
                  </a:cubicBezTo>
                  <a:cubicBezTo>
                    <a:pt x="867" y="1117"/>
                    <a:pt x="1118" y="866"/>
                    <a:pt x="1118" y="558"/>
                  </a:cubicBezTo>
                  <a:cubicBezTo>
                    <a:pt x="1118" y="250"/>
                    <a:pt x="867" y="1"/>
                    <a:pt x="559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1" name="Google Shape;2091;p89"/>
            <p:cNvSpPr/>
            <p:nvPr/>
          </p:nvSpPr>
          <p:spPr>
            <a:xfrm>
              <a:off x="1379798" y="1723250"/>
              <a:ext cx="397887" cy="397887"/>
            </a:xfrm>
            <a:custGeom>
              <a:avLst/>
              <a:gdLst/>
              <a:ahLst/>
              <a:cxnLst/>
              <a:rect l="l" t="t" r="r" b="b"/>
              <a:pathLst>
                <a:path w="19065" h="19065" extrusionOk="0">
                  <a:moveTo>
                    <a:pt x="4506" y="2271"/>
                  </a:moveTo>
                  <a:cubicBezTo>
                    <a:pt x="5429" y="2271"/>
                    <a:pt x="6181" y="3023"/>
                    <a:pt x="6181" y="3947"/>
                  </a:cubicBezTo>
                  <a:cubicBezTo>
                    <a:pt x="6181" y="4872"/>
                    <a:pt x="5429" y="5622"/>
                    <a:pt x="4506" y="5622"/>
                  </a:cubicBezTo>
                  <a:cubicBezTo>
                    <a:pt x="3583" y="5622"/>
                    <a:pt x="2831" y="4872"/>
                    <a:pt x="2831" y="3947"/>
                  </a:cubicBezTo>
                  <a:cubicBezTo>
                    <a:pt x="2831" y="3023"/>
                    <a:pt x="3583" y="2271"/>
                    <a:pt x="4506" y="2271"/>
                  </a:cubicBezTo>
                  <a:close/>
                  <a:moveTo>
                    <a:pt x="5622" y="6740"/>
                  </a:moveTo>
                  <a:cubicBezTo>
                    <a:pt x="5932" y="6740"/>
                    <a:pt x="6181" y="6989"/>
                    <a:pt x="6181" y="7299"/>
                  </a:cubicBezTo>
                  <a:lnTo>
                    <a:pt x="6181" y="16234"/>
                  </a:lnTo>
                  <a:cubicBezTo>
                    <a:pt x="6181" y="16544"/>
                    <a:pt x="5932" y="16793"/>
                    <a:pt x="5622" y="16793"/>
                  </a:cubicBezTo>
                  <a:lnTo>
                    <a:pt x="3388" y="16793"/>
                  </a:lnTo>
                  <a:cubicBezTo>
                    <a:pt x="3080" y="16793"/>
                    <a:pt x="2831" y="16544"/>
                    <a:pt x="2831" y="16234"/>
                  </a:cubicBezTo>
                  <a:lnTo>
                    <a:pt x="2831" y="7299"/>
                  </a:lnTo>
                  <a:cubicBezTo>
                    <a:pt x="2831" y="6989"/>
                    <a:pt x="3080" y="6740"/>
                    <a:pt x="3388" y="6740"/>
                  </a:cubicBezTo>
                  <a:close/>
                  <a:moveTo>
                    <a:pt x="12596" y="6721"/>
                  </a:moveTo>
                  <a:cubicBezTo>
                    <a:pt x="12811" y="6721"/>
                    <a:pt x="13027" y="6739"/>
                    <a:pt x="13241" y="6774"/>
                  </a:cubicBezTo>
                  <a:cubicBezTo>
                    <a:pt x="15058" y="7069"/>
                    <a:pt x="16235" y="8557"/>
                    <a:pt x="16235" y="10223"/>
                  </a:cubicBezTo>
                  <a:lnTo>
                    <a:pt x="16235" y="16234"/>
                  </a:lnTo>
                  <a:cubicBezTo>
                    <a:pt x="16235" y="16544"/>
                    <a:pt x="15985" y="16793"/>
                    <a:pt x="15676" y="16793"/>
                  </a:cubicBezTo>
                  <a:lnTo>
                    <a:pt x="13441" y="16793"/>
                  </a:lnTo>
                  <a:cubicBezTo>
                    <a:pt x="13133" y="16793"/>
                    <a:pt x="12884" y="16544"/>
                    <a:pt x="12884" y="16234"/>
                  </a:cubicBezTo>
                  <a:lnTo>
                    <a:pt x="12884" y="11209"/>
                  </a:lnTo>
                  <a:cubicBezTo>
                    <a:pt x="12884" y="10593"/>
                    <a:pt x="12382" y="10091"/>
                    <a:pt x="11766" y="10091"/>
                  </a:cubicBezTo>
                  <a:cubicBezTo>
                    <a:pt x="11150" y="10091"/>
                    <a:pt x="10650" y="10593"/>
                    <a:pt x="10650" y="11209"/>
                  </a:cubicBezTo>
                  <a:lnTo>
                    <a:pt x="10650" y="16234"/>
                  </a:lnTo>
                  <a:cubicBezTo>
                    <a:pt x="10650" y="16544"/>
                    <a:pt x="10399" y="16793"/>
                    <a:pt x="10091" y="16793"/>
                  </a:cubicBezTo>
                  <a:lnTo>
                    <a:pt x="7857" y="16793"/>
                  </a:lnTo>
                  <a:cubicBezTo>
                    <a:pt x="7547" y="16793"/>
                    <a:pt x="7298" y="16544"/>
                    <a:pt x="7298" y="16234"/>
                  </a:cubicBezTo>
                  <a:lnTo>
                    <a:pt x="7298" y="7299"/>
                  </a:lnTo>
                  <a:cubicBezTo>
                    <a:pt x="7298" y="6989"/>
                    <a:pt x="7547" y="6740"/>
                    <a:pt x="7857" y="6740"/>
                  </a:cubicBezTo>
                  <a:lnTo>
                    <a:pt x="10091" y="6740"/>
                  </a:lnTo>
                  <a:cubicBezTo>
                    <a:pt x="10377" y="6740"/>
                    <a:pt x="10613" y="6956"/>
                    <a:pt x="10644" y="7234"/>
                  </a:cubicBezTo>
                  <a:cubicBezTo>
                    <a:pt x="11219" y="6901"/>
                    <a:pt x="11901" y="6721"/>
                    <a:pt x="12596" y="6721"/>
                  </a:cubicBezTo>
                  <a:close/>
                  <a:moveTo>
                    <a:pt x="2831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31" y="19065"/>
                  </a:cubicBezTo>
                  <a:lnTo>
                    <a:pt x="16235" y="19065"/>
                  </a:lnTo>
                  <a:cubicBezTo>
                    <a:pt x="17774" y="19065"/>
                    <a:pt x="19065" y="17775"/>
                    <a:pt x="19065" y="16234"/>
                  </a:cubicBezTo>
                  <a:lnTo>
                    <a:pt x="19065" y="2831"/>
                  </a:lnTo>
                  <a:cubicBezTo>
                    <a:pt x="19065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2" name="Google Shape;2092;p89"/>
            <p:cNvSpPr/>
            <p:nvPr/>
          </p:nvSpPr>
          <p:spPr>
            <a:xfrm>
              <a:off x="1555413" y="1886846"/>
              <a:ext cx="139912" cy="163558"/>
            </a:xfrm>
            <a:custGeom>
              <a:avLst/>
              <a:gdLst/>
              <a:ahLst/>
              <a:cxnLst/>
              <a:rect l="l" t="t" r="r" b="b"/>
              <a:pathLst>
                <a:path w="6704" h="7837" extrusionOk="0">
                  <a:moveTo>
                    <a:pt x="4182" y="0"/>
                  </a:moveTo>
                  <a:cubicBezTo>
                    <a:pt x="3474" y="0"/>
                    <a:pt x="2782" y="261"/>
                    <a:pt x="2332" y="711"/>
                  </a:cubicBezTo>
                  <a:cubicBezTo>
                    <a:pt x="2108" y="935"/>
                    <a:pt x="1938" y="1142"/>
                    <a:pt x="1686" y="1142"/>
                  </a:cubicBezTo>
                  <a:cubicBezTo>
                    <a:pt x="1618" y="1142"/>
                    <a:pt x="1544" y="1127"/>
                    <a:pt x="1462" y="1093"/>
                  </a:cubicBezTo>
                  <a:cubicBezTo>
                    <a:pt x="1253" y="1006"/>
                    <a:pt x="1117" y="803"/>
                    <a:pt x="1117" y="576"/>
                  </a:cubicBezTo>
                  <a:lnTo>
                    <a:pt x="1117" y="17"/>
                  </a:lnTo>
                  <a:lnTo>
                    <a:pt x="1" y="17"/>
                  </a:lnTo>
                  <a:lnTo>
                    <a:pt x="1" y="7836"/>
                  </a:lnTo>
                  <a:lnTo>
                    <a:pt x="1117" y="7836"/>
                  </a:lnTo>
                  <a:lnTo>
                    <a:pt x="1117" y="3370"/>
                  </a:lnTo>
                  <a:cubicBezTo>
                    <a:pt x="1117" y="2137"/>
                    <a:pt x="2120" y="1135"/>
                    <a:pt x="3351" y="1135"/>
                  </a:cubicBezTo>
                  <a:cubicBezTo>
                    <a:pt x="4584" y="1135"/>
                    <a:pt x="5585" y="2137"/>
                    <a:pt x="5585" y="3370"/>
                  </a:cubicBezTo>
                  <a:lnTo>
                    <a:pt x="5585" y="7836"/>
                  </a:lnTo>
                  <a:lnTo>
                    <a:pt x="6703" y="7836"/>
                  </a:lnTo>
                  <a:lnTo>
                    <a:pt x="6703" y="2384"/>
                  </a:lnTo>
                  <a:cubicBezTo>
                    <a:pt x="6703" y="1266"/>
                    <a:pt x="5932" y="245"/>
                    <a:pt x="4648" y="38"/>
                  </a:cubicBezTo>
                  <a:cubicBezTo>
                    <a:pt x="4493" y="13"/>
                    <a:pt x="4337" y="0"/>
                    <a:pt x="4182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3" name="Google Shape;2093;p89"/>
            <p:cNvSpPr/>
            <p:nvPr/>
          </p:nvSpPr>
          <p:spPr>
            <a:xfrm>
              <a:off x="1462169" y="1887200"/>
              <a:ext cx="23354" cy="163203"/>
            </a:xfrm>
            <a:custGeom>
              <a:avLst/>
              <a:gdLst/>
              <a:ahLst/>
              <a:cxnLst/>
              <a:rect l="l" t="t" r="r" b="b"/>
              <a:pathLst>
                <a:path w="1119" h="7820" extrusionOk="0">
                  <a:moveTo>
                    <a:pt x="0" y="0"/>
                  </a:moveTo>
                  <a:lnTo>
                    <a:pt x="0" y="7819"/>
                  </a:lnTo>
                  <a:lnTo>
                    <a:pt x="1118" y="7819"/>
                  </a:lnTo>
                  <a:lnTo>
                    <a:pt x="1118" y="0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4" name="Google Shape;2094;p89"/>
          <p:cNvGrpSpPr/>
          <p:nvPr/>
        </p:nvGrpSpPr>
        <p:grpSpPr>
          <a:xfrm>
            <a:off x="6886977" y="2697237"/>
            <a:ext cx="387641" cy="387661"/>
            <a:chOff x="864491" y="1723250"/>
            <a:chExt cx="397866" cy="397887"/>
          </a:xfrm>
        </p:grpSpPr>
        <p:sp>
          <p:nvSpPr>
            <p:cNvPr id="2095" name="Google Shape;2095;p89"/>
            <p:cNvSpPr/>
            <p:nvPr/>
          </p:nvSpPr>
          <p:spPr>
            <a:xfrm>
              <a:off x="935197" y="1793977"/>
              <a:ext cx="256451" cy="256430"/>
            </a:xfrm>
            <a:custGeom>
              <a:avLst/>
              <a:gdLst/>
              <a:ahLst/>
              <a:cxnLst/>
              <a:rect l="l" t="t" r="r" b="b"/>
              <a:pathLst>
                <a:path w="12288" h="12287" extrusionOk="0">
                  <a:moveTo>
                    <a:pt x="10053" y="1117"/>
                  </a:moveTo>
                  <a:cubicBezTo>
                    <a:pt x="10669" y="1117"/>
                    <a:pt x="11171" y="1617"/>
                    <a:pt x="11171" y="2233"/>
                  </a:cubicBezTo>
                  <a:cubicBezTo>
                    <a:pt x="11170" y="2850"/>
                    <a:pt x="10669" y="3351"/>
                    <a:pt x="10053" y="3351"/>
                  </a:cubicBezTo>
                  <a:cubicBezTo>
                    <a:pt x="9438" y="3351"/>
                    <a:pt x="8937" y="2850"/>
                    <a:pt x="8937" y="2233"/>
                  </a:cubicBezTo>
                  <a:cubicBezTo>
                    <a:pt x="8937" y="1617"/>
                    <a:pt x="9438" y="1117"/>
                    <a:pt x="10053" y="1117"/>
                  </a:cubicBezTo>
                  <a:close/>
                  <a:moveTo>
                    <a:pt x="6144" y="2233"/>
                  </a:moveTo>
                  <a:cubicBezTo>
                    <a:pt x="8300" y="2233"/>
                    <a:pt x="10053" y="3988"/>
                    <a:pt x="10053" y="6144"/>
                  </a:cubicBezTo>
                  <a:cubicBezTo>
                    <a:pt x="10053" y="8299"/>
                    <a:pt x="8300" y="10054"/>
                    <a:pt x="6144" y="10054"/>
                  </a:cubicBezTo>
                  <a:cubicBezTo>
                    <a:pt x="3989" y="10054"/>
                    <a:pt x="2234" y="8299"/>
                    <a:pt x="2234" y="6144"/>
                  </a:cubicBezTo>
                  <a:cubicBezTo>
                    <a:pt x="2234" y="3988"/>
                    <a:pt x="3987" y="2233"/>
                    <a:pt x="6144" y="2233"/>
                  </a:cubicBezTo>
                  <a:close/>
                  <a:moveTo>
                    <a:pt x="1675" y="1"/>
                  </a:moveTo>
                  <a:cubicBezTo>
                    <a:pt x="752" y="1"/>
                    <a:pt x="0" y="751"/>
                    <a:pt x="0" y="1676"/>
                  </a:cubicBezTo>
                  <a:lnTo>
                    <a:pt x="0" y="10611"/>
                  </a:lnTo>
                  <a:cubicBezTo>
                    <a:pt x="0" y="11536"/>
                    <a:pt x="752" y="12286"/>
                    <a:pt x="1675" y="12286"/>
                  </a:cubicBezTo>
                  <a:lnTo>
                    <a:pt x="10612" y="12286"/>
                  </a:lnTo>
                  <a:cubicBezTo>
                    <a:pt x="11536" y="12286"/>
                    <a:pt x="12288" y="11536"/>
                    <a:pt x="12288" y="10611"/>
                  </a:cubicBezTo>
                  <a:lnTo>
                    <a:pt x="12288" y="1676"/>
                  </a:lnTo>
                  <a:cubicBezTo>
                    <a:pt x="12288" y="752"/>
                    <a:pt x="11536" y="1"/>
                    <a:pt x="10612" y="1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6" name="Google Shape;2096;p89"/>
            <p:cNvSpPr/>
            <p:nvPr/>
          </p:nvSpPr>
          <p:spPr>
            <a:xfrm>
              <a:off x="1005109" y="1863910"/>
              <a:ext cx="116622" cy="116559"/>
            </a:xfrm>
            <a:custGeom>
              <a:avLst/>
              <a:gdLst/>
              <a:ahLst/>
              <a:cxnLst/>
              <a:rect l="l" t="t" r="r" b="b"/>
              <a:pathLst>
                <a:path w="5588" h="5585" extrusionOk="0">
                  <a:moveTo>
                    <a:pt x="2794" y="0"/>
                  </a:moveTo>
                  <a:cubicBezTo>
                    <a:pt x="1255" y="0"/>
                    <a:pt x="1" y="1252"/>
                    <a:pt x="1" y="2793"/>
                  </a:cubicBezTo>
                  <a:cubicBezTo>
                    <a:pt x="1" y="4332"/>
                    <a:pt x="1255" y="5585"/>
                    <a:pt x="2794" y="5585"/>
                  </a:cubicBezTo>
                  <a:cubicBezTo>
                    <a:pt x="4333" y="5585"/>
                    <a:pt x="5587" y="4332"/>
                    <a:pt x="5587" y="2793"/>
                  </a:cubicBezTo>
                  <a:cubicBezTo>
                    <a:pt x="5587" y="1252"/>
                    <a:pt x="4333" y="0"/>
                    <a:pt x="2794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7" name="Google Shape;2097;p89"/>
            <p:cNvSpPr/>
            <p:nvPr/>
          </p:nvSpPr>
          <p:spPr>
            <a:xfrm>
              <a:off x="864491" y="1723250"/>
              <a:ext cx="397866" cy="397887"/>
            </a:xfrm>
            <a:custGeom>
              <a:avLst/>
              <a:gdLst/>
              <a:ahLst/>
              <a:cxnLst/>
              <a:rect l="l" t="t" r="r" b="b"/>
              <a:pathLst>
                <a:path w="19064" h="19065" extrusionOk="0">
                  <a:moveTo>
                    <a:pt x="14000" y="2271"/>
                  </a:moveTo>
                  <a:cubicBezTo>
                    <a:pt x="15539" y="2271"/>
                    <a:pt x="16794" y="3524"/>
                    <a:pt x="16794" y="5065"/>
                  </a:cubicBezTo>
                  <a:lnTo>
                    <a:pt x="16794" y="14000"/>
                  </a:lnTo>
                  <a:cubicBezTo>
                    <a:pt x="16794" y="15541"/>
                    <a:pt x="15539" y="16793"/>
                    <a:pt x="14000" y="16793"/>
                  </a:cubicBezTo>
                  <a:lnTo>
                    <a:pt x="5063" y="16793"/>
                  </a:lnTo>
                  <a:cubicBezTo>
                    <a:pt x="3524" y="16793"/>
                    <a:pt x="2272" y="15541"/>
                    <a:pt x="2272" y="14000"/>
                  </a:cubicBezTo>
                  <a:lnTo>
                    <a:pt x="2272" y="5065"/>
                  </a:lnTo>
                  <a:cubicBezTo>
                    <a:pt x="2272" y="3524"/>
                    <a:pt x="3524" y="2271"/>
                    <a:pt x="5063" y="2271"/>
                  </a:cubicBezTo>
                  <a:close/>
                  <a:moveTo>
                    <a:pt x="2829" y="0"/>
                  </a:moveTo>
                  <a:cubicBezTo>
                    <a:pt x="1290" y="0"/>
                    <a:pt x="0" y="1290"/>
                    <a:pt x="0" y="2831"/>
                  </a:cubicBezTo>
                  <a:lnTo>
                    <a:pt x="0" y="16234"/>
                  </a:lnTo>
                  <a:cubicBezTo>
                    <a:pt x="0" y="17775"/>
                    <a:pt x="1290" y="19065"/>
                    <a:pt x="2829" y="19065"/>
                  </a:cubicBezTo>
                  <a:lnTo>
                    <a:pt x="16235" y="19065"/>
                  </a:lnTo>
                  <a:cubicBezTo>
                    <a:pt x="17774" y="19065"/>
                    <a:pt x="19063" y="17775"/>
                    <a:pt x="19063" y="16234"/>
                  </a:cubicBezTo>
                  <a:lnTo>
                    <a:pt x="19063" y="2831"/>
                  </a:lnTo>
                  <a:cubicBezTo>
                    <a:pt x="19063" y="1290"/>
                    <a:pt x="17774" y="0"/>
                    <a:pt x="16235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2098" name="Google Shape;2098;p89"/>
          <p:cNvGrpSpPr/>
          <p:nvPr/>
        </p:nvGrpSpPr>
        <p:grpSpPr>
          <a:xfrm>
            <a:off x="7949079" y="2696585"/>
            <a:ext cx="388966" cy="388966"/>
            <a:chOff x="1190625" y="238125"/>
            <a:chExt cx="5235075" cy="5235075"/>
          </a:xfrm>
        </p:grpSpPr>
        <p:sp>
          <p:nvSpPr>
            <p:cNvPr id="2099" name="Google Shape;2099;p89"/>
            <p:cNvSpPr/>
            <p:nvPr/>
          </p:nvSpPr>
          <p:spPr>
            <a:xfrm>
              <a:off x="2315100" y="1168900"/>
              <a:ext cx="2952100" cy="3373700"/>
            </a:xfrm>
            <a:custGeom>
              <a:avLst/>
              <a:gdLst/>
              <a:ahLst/>
              <a:cxnLst/>
              <a:rect l="l" t="t" r="r" b="b"/>
              <a:pathLst>
                <a:path w="118084" h="134948" extrusionOk="0">
                  <a:moveTo>
                    <a:pt x="69703" y="1"/>
                  </a:moveTo>
                  <a:cubicBezTo>
                    <a:pt x="69732" y="18483"/>
                    <a:pt x="69791" y="73192"/>
                    <a:pt x="69614" y="94277"/>
                  </a:cubicBezTo>
                  <a:cubicBezTo>
                    <a:pt x="69555" y="101848"/>
                    <a:pt x="66627" y="108827"/>
                    <a:pt x="61393" y="113914"/>
                  </a:cubicBezTo>
                  <a:cubicBezTo>
                    <a:pt x="56291" y="118871"/>
                    <a:pt x="49391" y="121638"/>
                    <a:pt x="41981" y="121638"/>
                  </a:cubicBezTo>
                  <a:cubicBezTo>
                    <a:pt x="41788" y="121638"/>
                    <a:pt x="41595" y="121636"/>
                    <a:pt x="41402" y="121632"/>
                  </a:cubicBezTo>
                  <a:cubicBezTo>
                    <a:pt x="26527" y="121336"/>
                    <a:pt x="14462" y="109005"/>
                    <a:pt x="14491" y="94159"/>
                  </a:cubicBezTo>
                  <a:cubicBezTo>
                    <a:pt x="14491" y="82094"/>
                    <a:pt x="22387" y="71477"/>
                    <a:pt x="33950" y="67988"/>
                  </a:cubicBezTo>
                  <a:lnTo>
                    <a:pt x="33861" y="54473"/>
                  </a:lnTo>
                  <a:cubicBezTo>
                    <a:pt x="25522" y="56070"/>
                    <a:pt x="17360" y="60949"/>
                    <a:pt x="11238" y="68224"/>
                  </a:cubicBezTo>
                  <a:cubicBezTo>
                    <a:pt x="3401" y="77480"/>
                    <a:pt x="1" y="88984"/>
                    <a:pt x="1864" y="99837"/>
                  </a:cubicBezTo>
                  <a:cubicBezTo>
                    <a:pt x="3668" y="109951"/>
                    <a:pt x="8961" y="119148"/>
                    <a:pt x="16857" y="125772"/>
                  </a:cubicBezTo>
                  <a:cubicBezTo>
                    <a:pt x="23901" y="131741"/>
                    <a:pt x="32192" y="134947"/>
                    <a:pt x="40396" y="134947"/>
                  </a:cubicBezTo>
                  <a:cubicBezTo>
                    <a:pt x="41215" y="134947"/>
                    <a:pt x="42034" y="134915"/>
                    <a:pt x="42851" y="134851"/>
                  </a:cubicBezTo>
                  <a:cubicBezTo>
                    <a:pt x="66893" y="133017"/>
                    <a:pt x="82508" y="116634"/>
                    <a:pt x="82596" y="93183"/>
                  </a:cubicBezTo>
                  <a:lnTo>
                    <a:pt x="82626" y="43738"/>
                  </a:lnTo>
                  <a:cubicBezTo>
                    <a:pt x="82626" y="40066"/>
                    <a:pt x="85620" y="37517"/>
                    <a:pt x="88833" y="37517"/>
                  </a:cubicBezTo>
                  <a:cubicBezTo>
                    <a:pt x="90045" y="37517"/>
                    <a:pt x="91289" y="37880"/>
                    <a:pt x="92414" y="38681"/>
                  </a:cubicBezTo>
                  <a:cubicBezTo>
                    <a:pt x="100014" y="44064"/>
                    <a:pt x="111163" y="46104"/>
                    <a:pt x="118083" y="46873"/>
                  </a:cubicBezTo>
                  <a:lnTo>
                    <a:pt x="118083" y="34127"/>
                  </a:lnTo>
                  <a:cubicBezTo>
                    <a:pt x="112405" y="32530"/>
                    <a:pt x="106432" y="30697"/>
                    <a:pt x="101197" y="27503"/>
                  </a:cubicBezTo>
                  <a:cubicBezTo>
                    <a:pt x="91320" y="21441"/>
                    <a:pt x="85228" y="12214"/>
                    <a:pt x="83069" y="30"/>
                  </a:cubicBezTo>
                  <a:lnTo>
                    <a:pt x="83069" y="1"/>
                  </a:ln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100" name="Google Shape;2100;p89"/>
            <p:cNvSpPr/>
            <p:nvPr/>
          </p:nvSpPr>
          <p:spPr>
            <a:xfrm>
              <a:off x="1190625" y="238125"/>
              <a:ext cx="5235075" cy="5235075"/>
            </a:xfrm>
            <a:custGeom>
              <a:avLst/>
              <a:gdLst/>
              <a:ahLst/>
              <a:cxnLst/>
              <a:rect l="l" t="t" r="r" b="b"/>
              <a:pathLst>
                <a:path w="209403" h="209403" extrusionOk="0">
                  <a:moveTo>
                    <a:pt x="108469" y="24836"/>
                  </a:moveTo>
                  <a:cubicBezTo>
                    <a:pt x="108549" y="24836"/>
                    <a:pt x="108628" y="24838"/>
                    <a:pt x="108708" y="24841"/>
                  </a:cubicBezTo>
                  <a:lnTo>
                    <a:pt x="132248" y="24841"/>
                  </a:lnTo>
                  <a:cubicBezTo>
                    <a:pt x="132267" y="24841"/>
                    <a:pt x="132287" y="24841"/>
                    <a:pt x="132306" y="24841"/>
                  </a:cubicBezTo>
                  <a:cubicBezTo>
                    <a:pt x="136154" y="24841"/>
                    <a:pt x="139377" y="27758"/>
                    <a:pt x="139789" y="31583"/>
                  </a:cubicBezTo>
                  <a:cubicBezTo>
                    <a:pt x="140794" y="42082"/>
                    <a:pt x="144993" y="49445"/>
                    <a:pt x="152653" y="54147"/>
                  </a:cubicBezTo>
                  <a:cubicBezTo>
                    <a:pt x="156556" y="56542"/>
                    <a:pt x="161406" y="57991"/>
                    <a:pt x="166463" y="59411"/>
                  </a:cubicBezTo>
                  <a:cubicBezTo>
                    <a:pt x="167557" y="59736"/>
                    <a:pt x="168651" y="59973"/>
                    <a:pt x="169775" y="60150"/>
                  </a:cubicBezTo>
                  <a:cubicBezTo>
                    <a:pt x="173028" y="60357"/>
                    <a:pt x="175512" y="63078"/>
                    <a:pt x="175453" y="66331"/>
                  </a:cubicBezTo>
                  <a:lnTo>
                    <a:pt x="175453" y="90787"/>
                  </a:lnTo>
                  <a:cubicBezTo>
                    <a:pt x="175453" y="92414"/>
                    <a:pt x="174802" y="94011"/>
                    <a:pt x="173620" y="95194"/>
                  </a:cubicBezTo>
                  <a:cubicBezTo>
                    <a:pt x="172462" y="96322"/>
                    <a:pt x="170909" y="96969"/>
                    <a:pt x="169292" y="96969"/>
                  </a:cubicBezTo>
                  <a:cubicBezTo>
                    <a:pt x="169256" y="96969"/>
                    <a:pt x="169220" y="96969"/>
                    <a:pt x="169184" y="96968"/>
                  </a:cubicBezTo>
                  <a:cubicBezTo>
                    <a:pt x="168444" y="96968"/>
                    <a:pt x="154871" y="96702"/>
                    <a:pt x="141888" y="91970"/>
                  </a:cubicBezTo>
                  <a:cubicBezTo>
                    <a:pt x="141720" y="91905"/>
                    <a:pt x="141550" y="91875"/>
                    <a:pt x="141384" y="91875"/>
                  </a:cubicBezTo>
                  <a:cubicBezTo>
                    <a:pt x="140646" y="91875"/>
                    <a:pt x="139996" y="92474"/>
                    <a:pt x="139996" y="93271"/>
                  </a:cubicBezTo>
                  <a:lnTo>
                    <a:pt x="139966" y="130444"/>
                  </a:lnTo>
                  <a:cubicBezTo>
                    <a:pt x="139848" y="160371"/>
                    <a:pt x="119265" y="182077"/>
                    <a:pt x="88776" y="184443"/>
                  </a:cubicBezTo>
                  <a:cubicBezTo>
                    <a:pt x="87653" y="184532"/>
                    <a:pt x="86529" y="184561"/>
                    <a:pt x="85405" y="184561"/>
                  </a:cubicBezTo>
                  <a:cubicBezTo>
                    <a:pt x="61481" y="184561"/>
                    <a:pt x="39095" y="164896"/>
                    <a:pt x="34629" y="139168"/>
                  </a:cubicBezTo>
                  <a:cubicBezTo>
                    <a:pt x="32116" y="124707"/>
                    <a:pt x="36522" y="109507"/>
                    <a:pt x="46724" y="97441"/>
                  </a:cubicBezTo>
                  <a:cubicBezTo>
                    <a:pt x="56803" y="85541"/>
                    <a:pt x="70647" y="78721"/>
                    <a:pt x="84747" y="78721"/>
                  </a:cubicBezTo>
                  <a:cubicBezTo>
                    <a:pt x="84839" y="78721"/>
                    <a:pt x="84930" y="78721"/>
                    <a:pt x="85021" y="78722"/>
                  </a:cubicBezTo>
                  <a:cubicBezTo>
                    <a:pt x="88392" y="78722"/>
                    <a:pt x="91142" y="81472"/>
                    <a:pt x="91172" y="84873"/>
                  </a:cubicBezTo>
                  <a:lnTo>
                    <a:pt x="91349" y="108856"/>
                  </a:lnTo>
                  <a:cubicBezTo>
                    <a:pt x="91349" y="112641"/>
                    <a:pt x="88658" y="116013"/>
                    <a:pt x="84902" y="116545"/>
                  </a:cubicBezTo>
                  <a:cubicBezTo>
                    <a:pt x="77125" y="117580"/>
                    <a:pt x="71447" y="124441"/>
                    <a:pt x="71890" y="132277"/>
                  </a:cubicBezTo>
                  <a:cubicBezTo>
                    <a:pt x="72334" y="140114"/>
                    <a:pt x="78751" y="146295"/>
                    <a:pt x="86618" y="146443"/>
                  </a:cubicBezTo>
                  <a:cubicBezTo>
                    <a:pt x="86736" y="146445"/>
                    <a:pt x="86855" y="146446"/>
                    <a:pt x="86973" y="146446"/>
                  </a:cubicBezTo>
                  <a:cubicBezTo>
                    <a:pt x="91096" y="146446"/>
                    <a:pt x="94919" y="144946"/>
                    <a:pt x="97707" y="142243"/>
                  </a:cubicBezTo>
                  <a:cubicBezTo>
                    <a:pt x="100605" y="139434"/>
                    <a:pt x="102143" y="135619"/>
                    <a:pt x="102173" y="131390"/>
                  </a:cubicBezTo>
                  <a:cubicBezTo>
                    <a:pt x="102380" y="106047"/>
                    <a:pt x="102291" y="31790"/>
                    <a:pt x="102291" y="31051"/>
                  </a:cubicBezTo>
                  <a:cubicBezTo>
                    <a:pt x="102291" y="28419"/>
                    <a:pt x="103917" y="26083"/>
                    <a:pt x="106401" y="25196"/>
                  </a:cubicBezTo>
                  <a:cubicBezTo>
                    <a:pt x="107067" y="24956"/>
                    <a:pt x="107756" y="24836"/>
                    <a:pt x="108469" y="24836"/>
                  </a:cubicBezTo>
                  <a:close/>
                  <a:moveTo>
                    <a:pt x="33831" y="0"/>
                  </a:moveTo>
                  <a:cubicBezTo>
                    <a:pt x="15141" y="0"/>
                    <a:pt x="0" y="15141"/>
                    <a:pt x="0" y="33831"/>
                  </a:cubicBezTo>
                  <a:lnTo>
                    <a:pt x="0" y="175601"/>
                  </a:lnTo>
                  <a:cubicBezTo>
                    <a:pt x="0" y="194261"/>
                    <a:pt x="15141" y="209402"/>
                    <a:pt x="33831" y="209402"/>
                  </a:cubicBezTo>
                  <a:lnTo>
                    <a:pt x="175601" y="209402"/>
                  </a:lnTo>
                  <a:cubicBezTo>
                    <a:pt x="194261" y="209402"/>
                    <a:pt x="209402" y="194261"/>
                    <a:pt x="209402" y="175601"/>
                  </a:cubicBezTo>
                  <a:lnTo>
                    <a:pt x="209402" y="33831"/>
                  </a:lnTo>
                  <a:cubicBezTo>
                    <a:pt x="209402" y="15141"/>
                    <a:pt x="194261" y="0"/>
                    <a:pt x="175601" y="0"/>
                  </a:cubicBezTo>
                  <a:close/>
                </a:path>
              </a:pathLst>
            </a:custGeom>
            <a:solidFill>
              <a:schemeClr val="accent4"/>
            </a:solidFill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2101" name="Google Shape;2101;p89"/>
          <p:cNvSpPr txBox="1"/>
          <p:nvPr/>
        </p:nvSpPr>
        <p:spPr>
          <a:xfrm>
            <a:off x="5255725" y="4071625"/>
            <a:ext cx="3174900" cy="292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Actor"/>
                <a:ea typeface="Actor"/>
                <a:cs typeface="Actor"/>
                <a:sym typeface="Actor"/>
              </a:rPr>
              <a:t>Please, keep this slide for the attribution</a:t>
            </a:r>
            <a:endParaRPr sz="1200">
              <a:solidFill>
                <a:schemeClr val="dk1"/>
              </a:solidFill>
              <a:latin typeface="Actor"/>
              <a:ea typeface="Actor"/>
              <a:cs typeface="Actor"/>
              <a:sym typeface="Actor"/>
            </a:endParaRPr>
          </a:p>
        </p:txBody>
      </p:sp>
      <p:cxnSp>
        <p:nvCxnSpPr>
          <p:cNvPr id="2102" name="Google Shape;2102;p89"/>
          <p:cNvCxnSpPr/>
          <p:nvPr/>
        </p:nvCxnSpPr>
        <p:spPr>
          <a:xfrm>
            <a:off x="7977075" y="1689413"/>
            <a:ext cx="3411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grpSp>
        <p:nvGrpSpPr>
          <p:cNvPr id="2103" name="Google Shape;2103;p89"/>
          <p:cNvGrpSpPr/>
          <p:nvPr/>
        </p:nvGrpSpPr>
        <p:grpSpPr>
          <a:xfrm rot="1066017">
            <a:off x="593404" y="2106605"/>
            <a:ext cx="1776040" cy="1729173"/>
            <a:chOff x="563513" y="1627488"/>
            <a:chExt cx="2705700" cy="2634300"/>
          </a:xfrm>
        </p:grpSpPr>
        <p:sp>
          <p:nvSpPr>
            <p:cNvPr id="2104" name="Google Shape;2104;p89"/>
            <p:cNvSpPr/>
            <p:nvPr/>
          </p:nvSpPr>
          <p:spPr>
            <a:xfrm>
              <a:off x="563513" y="1627488"/>
              <a:ext cx="2705700" cy="26343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05" name="Google Shape;2105;p89"/>
            <p:cNvGrpSpPr/>
            <p:nvPr/>
          </p:nvGrpSpPr>
          <p:grpSpPr>
            <a:xfrm>
              <a:off x="877494" y="1897519"/>
              <a:ext cx="2077765" cy="2024006"/>
              <a:chOff x="1121300" y="238125"/>
              <a:chExt cx="5357825" cy="5219200"/>
            </a:xfrm>
          </p:grpSpPr>
          <p:sp>
            <p:nvSpPr>
              <p:cNvPr id="2106" name="Google Shape;2106;p89"/>
              <p:cNvSpPr/>
              <p:nvPr/>
            </p:nvSpPr>
            <p:spPr>
              <a:xfrm>
                <a:off x="1190625" y="1768800"/>
                <a:ext cx="5219200" cy="3688525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147541" extrusionOk="0">
                    <a:moveTo>
                      <a:pt x="3066" y="0"/>
                    </a:moveTo>
                    <a:cubicBezTo>
                      <a:pt x="1370" y="0"/>
                      <a:pt x="0" y="1371"/>
                      <a:pt x="0" y="3067"/>
                    </a:cubicBezTo>
                    <a:lnTo>
                      <a:pt x="0" y="144474"/>
                    </a:lnTo>
                    <a:cubicBezTo>
                      <a:pt x="0" y="146170"/>
                      <a:pt x="1370" y="147540"/>
                      <a:pt x="3066" y="147540"/>
                    </a:cubicBezTo>
                    <a:lnTo>
                      <a:pt x="205701" y="147540"/>
                    </a:lnTo>
                    <a:cubicBezTo>
                      <a:pt x="207397" y="147540"/>
                      <a:pt x="208767" y="146170"/>
                      <a:pt x="208767" y="144474"/>
                    </a:cubicBezTo>
                    <a:lnTo>
                      <a:pt x="208767" y="3067"/>
                    </a:lnTo>
                    <a:cubicBezTo>
                      <a:pt x="208767" y="1371"/>
                      <a:pt x="207397" y="0"/>
                      <a:pt x="205701" y="0"/>
                    </a:cubicBezTo>
                    <a:cubicBezTo>
                      <a:pt x="188804" y="0"/>
                      <a:pt x="188804" y="8155"/>
                      <a:pt x="171939" y="8155"/>
                    </a:cubicBezTo>
                    <a:cubicBezTo>
                      <a:pt x="155042" y="8155"/>
                      <a:pt x="155042" y="0"/>
                      <a:pt x="138145" y="0"/>
                    </a:cubicBezTo>
                    <a:cubicBezTo>
                      <a:pt x="121281" y="0"/>
                      <a:pt x="121281" y="8155"/>
                      <a:pt x="104384" y="8155"/>
                    </a:cubicBezTo>
                    <a:cubicBezTo>
                      <a:pt x="87486" y="8155"/>
                      <a:pt x="87486" y="0"/>
                      <a:pt x="70622" y="0"/>
                    </a:cubicBezTo>
                    <a:cubicBezTo>
                      <a:pt x="53725" y="0"/>
                      <a:pt x="53725" y="8155"/>
                      <a:pt x="36828" y="8155"/>
                    </a:cubicBezTo>
                    <a:cubicBezTo>
                      <a:pt x="19963" y="8155"/>
                      <a:pt x="19963" y="0"/>
                      <a:pt x="3066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7" name="Google Shape;2107;p89"/>
              <p:cNvSpPr/>
              <p:nvPr/>
            </p:nvSpPr>
            <p:spPr>
              <a:xfrm>
                <a:off x="2862375" y="1436075"/>
                <a:ext cx="1875675" cy="3944575"/>
              </a:xfrm>
              <a:custGeom>
                <a:avLst/>
                <a:gdLst/>
                <a:ahLst/>
                <a:cxnLst/>
                <a:rect l="l" t="t" r="r" b="b"/>
                <a:pathLst>
                  <a:path w="75027" h="157783" extrusionOk="0">
                    <a:moveTo>
                      <a:pt x="25477" y="1"/>
                    </a:moveTo>
                    <a:lnTo>
                      <a:pt x="25477" y="16245"/>
                    </a:lnTo>
                    <a:lnTo>
                      <a:pt x="31609" y="97828"/>
                    </a:lnTo>
                    <a:lnTo>
                      <a:pt x="25477" y="127609"/>
                    </a:lnTo>
                    <a:lnTo>
                      <a:pt x="1697" y="144735"/>
                    </a:lnTo>
                    <a:cubicBezTo>
                      <a:pt x="621" y="145485"/>
                      <a:pt x="1" y="146725"/>
                      <a:pt x="1" y="148030"/>
                    </a:cubicBezTo>
                    <a:lnTo>
                      <a:pt x="1" y="153705"/>
                    </a:lnTo>
                    <a:cubicBezTo>
                      <a:pt x="1" y="155956"/>
                      <a:pt x="1827" y="157783"/>
                      <a:pt x="4078" y="157783"/>
                    </a:cubicBezTo>
                    <a:lnTo>
                      <a:pt x="70949" y="157783"/>
                    </a:lnTo>
                    <a:cubicBezTo>
                      <a:pt x="73200" y="157783"/>
                      <a:pt x="75026" y="155956"/>
                      <a:pt x="75026" y="153705"/>
                    </a:cubicBezTo>
                    <a:lnTo>
                      <a:pt x="75026" y="148030"/>
                    </a:lnTo>
                    <a:cubicBezTo>
                      <a:pt x="75026" y="146725"/>
                      <a:pt x="74407" y="145485"/>
                      <a:pt x="73330" y="144735"/>
                    </a:cubicBezTo>
                    <a:lnTo>
                      <a:pt x="49550" y="127609"/>
                    </a:lnTo>
                    <a:lnTo>
                      <a:pt x="43418" y="110778"/>
                    </a:lnTo>
                    <a:lnTo>
                      <a:pt x="49550" y="16245"/>
                    </a:lnTo>
                    <a:lnTo>
                      <a:pt x="49550" y="1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8" name="Google Shape;2108;p89"/>
              <p:cNvSpPr/>
              <p:nvPr/>
            </p:nvSpPr>
            <p:spPr>
              <a:xfrm>
                <a:off x="2862375" y="1924550"/>
                <a:ext cx="1875675" cy="3456100"/>
              </a:xfrm>
              <a:custGeom>
                <a:avLst/>
                <a:gdLst/>
                <a:ahLst/>
                <a:cxnLst/>
                <a:rect l="l" t="t" r="r" b="b"/>
                <a:pathLst>
                  <a:path w="75027" h="138244" extrusionOk="0">
                    <a:moveTo>
                      <a:pt x="25477" y="1"/>
                    </a:moveTo>
                    <a:lnTo>
                      <a:pt x="25477" y="108070"/>
                    </a:lnTo>
                    <a:lnTo>
                      <a:pt x="1697" y="125196"/>
                    </a:lnTo>
                    <a:cubicBezTo>
                      <a:pt x="621" y="125946"/>
                      <a:pt x="1" y="127186"/>
                      <a:pt x="1" y="128491"/>
                    </a:cubicBezTo>
                    <a:lnTo>
                      <a:pt x="1" y="134166"/>
                    </a:lnTo>
                    <a:cubicBezTo>
                      <a:pt x="1" y="136417"/>
                      <a:pt x="1827" y="138244"/>
                      <a:pt x="4078" y="138244"/>
                    </a:cubicBezTo>
                    <a:lnTo>
                      <a:pt x="70949" y="138244"/>
                    </a:lnTo>
                    <a:cubicBezTo>
                      <a:pt x="73200" y="138244"/>
                      <a:pt x="75026" y="136417"/>
                      <a:pt x="75026" y="134166"/>
                    </a:cubicBezTo>
                    <a:lnTo>
                      <a:pt x="75026" y="128491"/>
                    </a:lnTo>
                    <a:cubicBezTo>
                      <a:pt x="75026" y="127186"/>
                      <a:pt x="74407" y="125946"/>
                      <a:pt x="73330" y="125196"/>
                    </a:cubicBezTo>
                    <a:lnTo>
                      <a:pt x="49550" y="108070"/>
                    </a:lnTo>
                    <a:lnTo>
                      <a:pt x="49550" y="1"/>
                    </a:lnTo>
                    <a:cubicBezTo>
                      <a:pt x="46517" y="1110"/>
                      <a:pt x="42863" y="1925"/>
                      <a:pt x="37514" y="1925"/>
                    </a:cubicBezTo>
                    <a:cubicBezTo>
                      <a:pt x="32164" y="1925"/>
                      <a:pt x="28510" y="1110"/>
                      <a:pt x="2547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09" name="Google Shape;2109;p89"/>
              <p:cNvSpPr/>
              <p:nvPr/>
            </p:nvSpPr>
            <p:spPr>
              <a:xfrm>
                <a:off x="2754725" y="314775"/>
                <a:ext cx="2090975" cy="1121325"/>
              </a:xfrm>
              <a:custGeom>
                <a:avLst/>
                <a:gdLst/>
                <a:ahLst/>
                <a:cxnLst/>
                <a:rect l="l" t="t" r="r" b="b"/>
                <a:pathLst>
                  <a:path w="83639" h="44853" extrusionOk="0">
                    <a:moveTo>
                      <a:pt x="3132" y="0"/>
                    </a:moveTo>
                    <a:cubicBezTo>
                      <a:pt x="1143" y="0"/>
                      <a:pt x="1" y="2218"/>
                      <a:pt x="1110" y="3849"/>
                    </a:cubicBezTo>
                    <a:lnTo>
                      <a:pt x="29783" y="44853"/>
                    </a:lnTo>
                    <a:lnTo>
                      <a:pt x="53856" y="44853"/>
                    </a:lnTo>
                    <a:lnTo>
                      <a:pt x="82529" y="3849"/>
                    </a:lnTo>
                    <a:cubicBezTo>
                      <a:pt x="83638" y="2218"/>
                      <a:pt x="82497" y="0"/>
                      <a:pt x="80507" y="0"/>
                    </a:cubicBezTo>
                    <a:close/>
                  </a:path>
                </a:pathLst>
              </a:custGeom>
              <a:solidFill>
                <a:schemeClr val="l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0" name="Google Shape;2110;p89"/>
              <p:cNvSpPr/>
              <p:nvPr/>
            </p:nvSpPr>
            <p:spPr>
              <a:xfrm>
                <a:off x="5261575" y="2956975"/>
                <a:ext cx="365375" cy="1015325"/>
              </a:xfrm>
              <a:custGeom>
                <a:avLst/>
                <a:gdLst/>
                <a:ahLst/>
                <a:cxnLst/>
                <a:rect l="l" t="t" r="r" b="b"/>
                <a:pathLst>
                  <a:path w="14615" h="40613" extrusionOk="0">
                    <a:moveTo>
                      <a:pt x="7307" y="1"/>
                    </a:moveTo>
                    <a:cubicBezTo>
                      <a:pt x="3262" y="1"/>
                      <a:pt x="0" y="9102"/>
                      <a:pt x="0" y="20323"/>
                    </a:cubicBezTo>
                    <a:cubicBezTo>
                      <a:pt x="0" y="31511"/>
                      <a:pt x="3262" y="40612"/>
                      <a:pt x="7307" y="40612"/>
                    </a:cubicBezTo>
                    <a:cubicBezTo>
                      <a:pt x="11352" y="40612"/>
                      <a:pt x="14614" y="31511"/>
                      <a:pt x="14614" y="20323"/>
                    </a:cubicBezTo>
                    <a:cubicBezTo>
                      <a:pt x="14614" y="9102"/>
                      <a:pt x="11352" y="1"/>
                      <a:pt x="730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1" name="Google Shape;2111;p89"/>
              <p:cNvSpPr/>
              <p:nvPr/>
            </p:nvSpPr>
            <p:spPr>
              <a:xfrm>
                <a:off x="4514575" y="3926925"/>
                <a:ext cx="980250" cy="597950"/>
              </a:xfrm>
              <a:custGeom>
                <a:avLst/>
                <a:gdLst/>
                <a:ahLst/>
                <a:cxnLst/>
                <a:rect l="l" t="t" r="r" b="b"/>
                <a:pathLst>
                  <a:path w="39210" h="23918" extrusionOk="0">
                    <a:moveTo>
                      <a:pt x="32598" y="1"/>
                    </a:moveTo>
                    <a:cubicBezTo>
                      <a:pt x="28461" y="1"/>
                      <a:pt x="22254" y="1993"/>
                      <a:pt x="15952" y="5631"/>
                    </a:cubicBezTo>
                    <a:cubicBezTo>
                      <a:pt x="6231" y="11242"/>
                      <a:pt x="1" y="18614"/>
                      <a:pt x="2023" y="22104"/>
                    </a:cubicBezTo>
                    <a:cubicBezTo>
                      <a:pt x="2734" y="23331"/>
                      <a:pt x="4373" y="23917"/>
                      <a:pt x="6621" y="23917"/>
                    </a:cubicBezTo>
                    <a:cubicBezTo>
                      <a:pt x="10764" y="23917"/>
                      <a:pt x="16977" y="21925"/>
                      <a:pt x="23259" y="18287"/>
                    </a:cubicBezTo>
                    <a:cubicBezTo>
                      <a:pt x="32979" y="12677"/>
                      <a:pt x="39210" y="5305"/>
                      <a:pt x="37187" y="1814"/>
                    </a:cubicBezTo>
                    <a:cubicBezTo>
                      <a:pt x="36476" y="587"/>
                      <a:pt x="34841" y="1"/>
                      <a:pt x="32598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2" name="Google Shape;2112;p89"/>
              <p:cNvSpPr/>
              <p:nvPr/>
            </p:nvSpPr>
            <p:spPr>
              <a:xfrm>
                <a:off x="5393675" y="3926925"/>
                <a:ext cx="980250" cy="598300"/>
              </a:xfrm>
              <a:custGeom>
                <a:avLst/>
                <a:gdLst/>
                <a:ahLst/>
                <a:cxnLst/>
                <a:rect l="l" t="t" r="r" b="b"/>
                <a:pathLst>
                  <a:path w="39210" h="23932" extrusionOk="0">
                    <a:moveTo>
                      <a:pt x="6621" y="1"/>
                    </a:moveTo>
                    <a:cubicBezTo>
                      <a:pt x="4373" y="1"/>
                      <a:pt x="2734" y="587"/>
                      <a:pt x="2023" y="1814"/>
                    </a:cubicBezTo>
                    <a:cubicBezTo>
                      <a:pt x="1" y="5305"/>
                      <a:pt x="6231" y="12709"/>
                      <a:pt x="15952" y="18287"/>
                    </a:cubicBezTo>
                    <a:cubicBezTo>
                      <a:pt x="22256" y="21926"/>
                      <a:pt x="28463" y="23932"/>
                      <a:pt x="32600" y="23932"/>
                    </a:cubicBezTo>
                    <a:cubicBezTo>
                      <a:pt x="34843" y="23932"/>
                      <a:pt x="36476" y="23342"/>
                      <a:pt x="37187" y="22104"/>
                    </a:cubicBezTo>
                    <a:cubicBezTo>
                      <a:pt x="39210" y="18614"/>
                      <a:pt x="32979" y="11242"/>
                      <a:pt x="23259" y="5631"/>
                    </a:cubicBezTo>
                    <a:cubicBezTo>
                      <a:pt x="16977" y="1993"/>
                      <a:pt x="10765" y="1"/>
                      <a:pt x="6621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3" name="Google Shape;2113;p89"/>
              <p:cNvSpPr/>
              <p:nvPr/>
            </p:nvSpPr>
            <p:spPr>
              <a:xfrm>
                <a:off x="5242825" y="3734950"/>
                <a:ext cx="403675" cy="402900"/>
              </a:xfrm>
              <a:custGeom>
                <a:avLst/>
                <a:gdLst/>
                <a:ahLst/>
                <a:cxnLst/>
                <a:rect l="l" t="t" r="r" b="b"/>
                <a:pathLst>
                  <a:path w="16147" h="16116" extrusionOk="0">
                    <a:moveTo>
                      <a:pt x="8057" y="1"/>
                    </a:moveTo>
                    <a:cubicBezTo>
                      <a:pt x="3621" y="1"/>
                      <a:pt x="0" y="3589"/>
                      <a:pt x="0" y="8058"/>
                    </a:cubicBezTo>
                    <a:cubicBezTo>
                      <a:pt x="0" y="12527"/>
                      <a:pt x="3621" y="16115"/>
                      <a:pt x="8057" y="16115"/>
                    </a:cubicBezTo>
                    <a:cubicBezTo>
                      <a:pt x="12526" y="16115"/>
                      <a:pt x="16147" y="12527"/>
                      <a:pt x="16147" y="8058"/>
                    </a:cubicBezTo>
                    <a:cubicBezTo>
                      <a:pt x="16147" y="3589"/>
                      <a:pt x="12526" y="1"/>
                      <a:pt x="8057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4" name="Google Shape;2114;p89"/>
              <p:cNvSpPr/>
              <p:nvPr/>
            </p:nvSpPr>
            <p:spPr>
              <a:xfrm>
                <a:off x="1973500" y="2956975"/>
                <a:ext cx="365350" cy="1015325"/>
              </a:xfrm>
              <a:custGeom>
                <a:avLst/>
                <a:gdLst/>
                <a:ahLst/>
                <a:cxnLst/>
                <a:rect l="l" t="t" r="r" b="b"/>
                <a:pathLst>
                  <a:path w="14614" h="40613" extrusionOk="0">
                    <a:moveTo>
                      <a:pt x="7307" y="1"/>
                    </a:moveTo>
                    <a:cubicBezTo>
                      <a:pt x="3262" y="1"/>
                      <a:pt x="0" y="9102"/>
                      <a:pt x="0" y="20323"/>
                    </a:cubicBezTo>
                    <a:cubicBezTo>
                      <a:pt x="0" y="31511"/>
                      <a:pt x="3262" y="40612"/>
                      <a:pt x="7307" y="40612"/>
                    </a:cubicBezTo>
                    <a:cubicBezTo>
                      <a:pt x="11352" y="40612"/>
                      <a:pt x="14614" y="31511"/>
                      <a:pt x="14614" y="20323"/>
                    </a:cubicBezTo>
                    <a:cubicBezTo>
                      <a:pt x="14614" y="9102"/>
                      <a:pt x="11352" y="1"/>
                      <a:pt x="7307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5" name="Google Shape;2115;p89"/>
              <p:cNvSpPr/>
              <p:nvPr/>
            </p:nvSpPr>
            <p:spPr>
              <a:xfrm>
                <a:off x="1226500" y="3926925"/>
                <a:ext cx="980250" cy="597950"/>
              </a:xfrm>
              <a:custGeom>
                <a:avLst/>
                <a:gdLst/>
                <a:ahLst/>
                <a:cxnLst/>
                <a:rect l="l" t="t" r="r" b="b"/>
                <a:pathLst>
                  <a:path w="39210" h="23918" extrusionOk="0">
                    <a:moveTo>
                      <a:pt x="32589" y="1"/>
                    </a:moveTo>
                    <a:cubicBezTo>
                      <a:pt x="28446" y="1"/>
                      <a:pt x="22233" y="1993"/>
                      <a:pt x="15951" y="5631"/>
                    </a:cubicBezTo>
                    <a:cubicBezTo>
                      <a:pt x="6231" y="11242"/>
                      <a:pt x="0" y="18614"/>
                      <a:pt x="2023" y="22104"/>
                    </a:cubicBezTo>
                    <a:cubicBezTo>
                      <a:pt x="2734" y="23331"/>
                      <a:pt x="4369" y="23917"/>
                      <a:pt x="6612" y="23917"/>
                    </a:cubicBezTo>
                    <a:cubicBezTo>
                      <a:pt x="10749" y="23917"/>
                      <a:pt x="16956" y="21925"/>
                      <a:pt x="23258" y="18287"/>
                    </a:cubicBezTo>
                    <a:cubicBezTo>
                      <a:pt x="32946" y="12677"/>
                      <a:pt x="39209" y="5305"/>
                      <a:pt x="37187" y="1814"/>
                    </a:cubicBezTo>
                    <a:cubicBezTo>
                      <a:pt x="36476" y="587"/>
                      <a:pt x="34837" y="1"/>
                      <a:pt x="3258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6" name="Google Shape;2116;p89"/>
              <p:cNvSpPr/>
              <p:nvPr/>
            </p:nvSpPr>
            <p:spPr>
              <a:xfrm>
                <a:off x="2105600" y="3926925"/>
                <a:ext cx="979425" cy="598300"/>
              </a:xfrm>
              <a:custGeom>
                <a:avLst/>
                <a:gdLst/>
                <a:ahLst/>
                <a:cxnLst/>
                <a:rect l="l" t="t" r="r" b="b"/>
                <a:pathLst>
                  <a:path w="39177" h="23932" extrusionOk="0">
                    <a:moveTo>
                      <a:pt x="6613" y="1"/>
                    </a:moveTo>
                    <a:cubicBezTo>
                      <a:pt x="4369" y="1"/>
                      <a:pt x="2734" y="587"/>
                      <a:pt x="2023" y="1814"/>
                    </a:cubicBezTo>
                    <a:cubicBezTo>
                      <a:pt x="0" y="5305"/>
                      <a:pt x="6231" y="12677"/>
                      <a:pt x="15919" y="18287"/>
                    </a:cubicBezTo>
                    <a:cubicBezTo>
                      <a:pt x="22223" y="21926"/>
                      <a:pt x="28444" y="23932"/>
                      <a:pt x="32582" y="23932"/>
                    </a:cubicBezTo>
                    <a:cubicBezTo>
                      <a:pt x="34824" y="23932"/>
                      <a:pt x="36455" y="23342"/>
                      <a:pt x="37155" y="22104"/>
                    </a:cubicBezTo>
                    <a:cubicBezTo>
                      <a:pt x="39177" y="18614"/>
                      <a:pt x="32947" y="11242"/>
                      <a:pt x="23258" y="5631"/>
                    </a:cubicBezTo>
                    <a:cubicBezTo>
                      <a:pt x="16956" y="1993"/>
                      <a:pt x="10749" y="1"/>
                      <a:pt x="6613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7" name="Google Shape;2117;p89"/>
              <p:cNvSpPr/>
              <p:nvPr/>
            </p:nvSpPr>
            <p:spPr>
              <a:xfrm>
                <a:off x="1953925" y="3734950"/>
                <a:ext cx="403700" cy="402900"/>
              </a:xfrm>
              <a:custGeom>
                <a:avLst/>
                <a:gdLst/>
                <a:ahLst/>
                <a:cxnLst/>
                <a:rect l="l" t="t" r="r" b="b"/>
                <a:pathLst>
                  <a:path w="16148" h="16116" extrusionOk="0">
                    <a:moveTo>
                      <a:pt x="8090" y="1"/>
                    </a:moveTo>
                    <a:cubicBezTo>
                      <a:pt x="3621" y="1"/>
                      <a:pt x="0" y="3589"/>
                      <a:pt x="0" y="8058"/>
                    </a:cubicBezTo>
                    <a:cubicBezTo>
                      <a:pt x="0" y="12527"/>
                      <a:pt x="3621" y="16115"/>
                      <a:pt x="8090" y="16115"/>
                    </a:cubicBezTo>
                    <a:cubicBezTo>
                      <a:pt x="12526" y="16115"/>
                      <a:pt x="16147" y="12527"/>
                      <a:pt x="16147" y="8058"/>
                    </a:cubicBezTo>
                    <a:cubicBezTo>
                      <a:pt x="16147" y="3589"/>
                      <a:pt x="12526" y="1"/>
                      <a:pt x="8090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8" name="Google Shape;2118;p89"/>
              <p:cNvSpPr/>
              <p:nvPr/>
            </p:nvSpPr>
            <p:spPr>
              <a:xfrm>
                <a:off x="2862375" y="4626300"/>
                <a:ext cx="1875675" cy="754350"/>
              </a:xfrm>
              <a:custGeom>
                <a:avLst/>
                <a:gdLst/>
                <a:ahLst/>
                <a:cxnLst/>
                <a:rect l="l" t="t" r="r" b="b"/>
                <a:pathLst>
                  <a:path w="75027" h="30174" extrusionOk="0">
                    <a:moveTo>
                      <a:pt x="25477" y="0"/>
                    </a:moveTo>
                    <a:lnTo>
                      <a:pt x="1697" y="17126"/>
                    </a:lnTo>
                    <a:cubicBezTo>
                      <a:pt x="621" y="17876"/>
                      <a:pt x="1" y="19116"/>
                      <a:pt x="1" y="20421"/>
                    </a:cubicBezTo>
                    <a:lnTo>
                      <a:pt x="1" y="26096"/>
                    </a:lnTo>
                    <a:cubicBezTo>
                      <a:pt x="1" y="28347"/>
                      <a:pt x="1827" y="30174"/>
                      <a:pt x="4078" y="30174"/>
                    </a:cubicBezTo>
                    <a:lnTo>
                      <a:pt x="70949" y="30174"/>
                    </a:lnTo>
                    <a:cubicBezTo>
                      <a:pt x="73200" y="30174"/>
                      <a:pt x="75026" y="28347"/>
                      <a:pt x="75026" y="26096"/>
                    </a:cubicBezTo>
                    <a:lnTo>
                      <a:pt x="75026" y="20421"/>
                    </a:lnTo>
                    <a:cubicBezTo>
                      <a:pt x="75026" y="19116"/>
                      <a:pt x="74407" y="17876"/>
                      <a:pt x="73330" y="17126"/>
                    </a:cubicBezTo>
                    <a:lnTo>
                      <a:pt x="49550" y="0"/>
                    </a:lnTo>
                    <a:close/>
                  </a:path>
                </a:pathLst>
              </a:custGeom>
              <a:solidFill>
                <a:schemeClr val="accent5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19" name="Google Shape;2119;p89"/>
              <p:cNvSpPr/>
              <p:nvPr/>
            </p:nvSpPr>
            <p:spPr>
              <a:xfrm>
                <a:off x="1121300" y="238125"/>
                <a:ext cx="5357825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214313" h="208768" extrusionOk="0">
                    <a:moveTo>
                      <a:pt x="109340" y="11667"/>
                    </a:moveTo>
                    <a:cubicBezTo>
                      <a:pt x="108453" y="11667"/>
                      <a:pt x="107583" y="12050"/>
                      <a:pt x="106993" y="12787"/>
                    </a:cubicBezTo>
                    <a:lnTo>
                      <a:pt x="101644" y="19311"/>
                    </a:lnTo>
                    <a:cubicBezTo>
                      <a:pt x="100730" y="20453"/>
                      <a:pt x="100404" y="21888"/>
                      <a:pt x="100698" y="23323"/>
                    </a:cubicBezTo>
                    <a:cubicBezTo>
                      <a:pt x="101024" y="24726"/>
                      <a:pt x="101970" y="25900"/>
                      <a:pt x="103275" y="26520"/>
                    </a:cubicBezTo>
                    <a:lnTo>
                      <a:pt x="107091" y="28347"/>
                    </a:lnTo>
                    <a:lnTo>
                      <a:pt x="102949" y="34577"/>
                    </a:lnTo>
                    <a:cubicBezTo>
                      <a:pt x="102003" y="35980"/>
                      <a:pt x="102394" y="37872"/>
                      <a:pt x="103797" y="38818"/>
                    </a:cubicBezTo>
                    <a:cubicBezTo>
                      <a:pt x="104305" y="39157"/>
                      <a:pt x="104891" y="39321"/>
                      <a:pt x="105474" y="39321"/>
                    </a:cubicBezTo>
                    <a:cubicBezTo>
                      <a:pt x="106461" y="39321"/>
                      <a:pt x="107443" y="38851"/>
                      <a:pt x="108037" y="37970"/>
                    </a:cubicBezTo>
                    <a:lnTo>
                      <a:pt x="113093" y="30369"/>
                    </a:lnTo>
                    <a:cubicBezTo>
                      <a:pt x="113876" y="29227"/>
                      <a:pt x="114105" y="27825"/>
                      <a:pt x="113713" y="26520"/>
                    </a:cubicBezTo>
                    <a:cubicBezTo>
                      <a:pt x="113354" y="25215"/>
                      <a:pt x="112441" y="24106"/>
                      <a:pt x="111234" y="23519"/>
                    </a:cubicBezTo>
                    <a:lnTo>
                      <a:pt x="107548" y="21790"/>
                    </a:lnTo>
                    <a:lnTo>
                      <a:pt x="111723" y="16669"/>
                    </a:lnTo>
                    <a:cubicBezTo>
                      <a:pt x="112800" y="15364"/>
                      <a:pt x="112604" y="13439"/>
                      <a:pt x="111299" y="12363"/>
                    </a:cubicBezTo>
                    <a:cubicBezTo>
                      <a:pt x="110717" y="11894"/>
                      <a:pt x="110024" y="11667"/>
                      <a:pt x="109340" y="11667"/>
                    </a:cubicBezTo>
                    <a:close/>
                    <a:moveTo>
                      <a:pt x="144669" y="6133"/>
                    </a:moveTo>
                    <a:lnTo>
                      <a:pt x="117595" y="44852"/>
                    </a:lnTo>
                    <a:lnTo>
                      <a:pt x="96718" y="44852"/>
                    </a:lnTo>
                    <a:lnTo>
                      <a:pt x="69644" y="6133"/>
                    </a:lnTo>
                    <a:close/>
                    <a:moveTo>
                      <a:pt x="116127" y="50985"/>
                    </a:moveTo>
                    <a:lnTo>
                      <a:pt x="116127" y="65240"/>
                    </a:lnTo>
                    <a:cubicBezTo>
                      <a:pt x="113746" y="65892"/>
                      <a:pt x="110908" y="66349"/>
                      <a:pt x="107157" y="66349"/>
                    </a:cubicBezTo>
                    <a:cubicBezTo>
                      <a:pt x="103405" y="66349"/>
                      <a:pt x="100567" y="65892"/>
                      <a:pt x="98186" y="65240"/>
                    </a:cubicBezTo>
                    <a:lnTo>
                      <a:pt x="98186" y="50985"/>
                    </a:lnTo>
                    <a:close/>
                    <a:moveTo>
                      <a:pt x="5839" y="82626"/>
                    </a:moveTo>
                    <a:cubicBezTo>
                      <a:pt x="4143" y="82626"/>
                      <a:pt x="2773" y="83996"/>
                      <a:pt x="2773" y="85692"/>
                    </a:cubicBezTo>
                    <a:cubicBezTo>
                      <a:pt x="2773" y="87389"/>
                      <a:pt x="4143" y="88759"/>
                      <a:pt x="5839" y="88759"/>
                    </a:cubicBezTo>
                    <a:cubicBezTo>
                      <a:pt x="13603" y="88759"/>
                      <a:pt x="17387" y="90585"/>
                      <a:pt x="21399" y="92543"/>
                    </a:cubicBezTo>
                    <a:cubicBezTo>
                      <a:pt x="25640" y="94598"/>
                      <a:pt x="30467" y="96914"/>
                      <a:pt x="39601" y="96914"/>
                    </a:cubicBezTo>
                    <a:cubicBezTo>
                      <a:pt x="48767" y="96914"/>
                      <a:pt x="53562" y="94598"/>
                      <a:pt x="57835" y="92543"/>
                    </a:cubicBezTo>
                    <a:cubicBezTo>
                      <a:pt x="61848" y="90585"/>
                      <a:pt x="65631" y="88759"/>
                      <a:pt x="73395" y="88759"/>
                    </a:cubicBezTo>
                    <a:cubicBezTo>
                      <a:pt x="76363" y="88759"/>
                      <a:pt x="78973" y="89020"/>
                      <a:pt x="81322" y="89574"/>
                    </a:cubicBezTo>
                    <a:cubicBezTo>
                      <a:pt x="81559" y="89631"/>
                      <a:pt x="81797" y="89658"/>
                      <a:pt x="82031" y="89658"/>
                    </a:cubicBezTo>
                    <a:cubicBezTo>
                      <a:pt x="83410" y="89658"/>
                      <a:pt x="84673" y="88717"/>
                      <a:pt x="85008" y="87323"/>
                    </a:cubicBezTo>
                    <a:cubicBezTo>
                      <a:pt x="85399" y="85660"/>
                      <a:pt x="84388" y="84029"/>
                      <a:pt x="82724" y="83637"/>
                    </a:cubicBezTo>
                    <a:cubicBezTo>
                      <a:pt x="79919" y="82952"/>
                      <a:pt x="76853" y="82626"/>
                      <a:pt x="73395" y="82626"/>
                    </a:cubicBezTo>
                    <a:cubicBezTo>
                      <a:pt x="64229" y="82626"/>
                      <a:pt x="59434" y="84975"/>
                      <a:pt x="55161" y="87030"/>
                    </a:cubicBezTo>
                    <a:cubicBezTo>
                      <a:pt x="51148" y="88954"/>
                      <a:pt x="47364" y="90781"/>
                      <a:pt x="39601" y="90781"/>
                    </a:cubicBezTo>
                    <a:cubicBezTo>
                      <a:pt x="31870" y="90781"/>
                      <a:pt x="28086" y="88954"/>
                      <a:pt x="24074" y="87030"/>
                    </a:cubicBezTo>
                    <a:cubicBezTo>
                      <a:pt x="19801" y="84975"/>
                      <a:pt x="14973" y="82626"/>
                      <a:pt x="5839" y="82626"/>
                    </a:cubicBezTo>
                    <a:close/>
                    <a:moveTo>
                      <a:pt x="140918" y="82626"/>
                    </a:moveTo>
                    <a:cubicBezTo>
                      <a:pt x="137134" y="82626"/>
                      <a:pt x="133807" y="83018"/>
                      <a:pt x="130773" y="83833"/>
                    </a:cubicBezTo>
                    <a:cubicBezTo>
                      <a:pt x="129142" y="84257"/>
                      <a:pt x="128164" y="85953"/>
                      <a:pt x="128588" y="87584"/>
                    </a:cubicBezTo>
                    <a:cubicBezTo>
                      <a:pt x="128971" y="88952"/>
                      <a:pt x="130203" y="89838"/>
                      <a:pt x="131553" y="89838"/>
                    </a:cubicBezTo>
                    <a:cubicBezTo>
                      <a:pt x="131812" y="89838"/>
                      <a:pt x="132076" y="89806"/>
                      <a:pt x="132339" y="89737"/>
                    </a:cubicBezTo>
                    <a:cubicBezTo>
                      <a:pt x="134851" y="89085"/>
                      <a:pt x="137656" y="88759"/>
                      <a:pt x="140918" y="88759"/>
                    </a:cubicBezTo>
                    <a:cubicBezTo>
                      <a:pt x="148682" y="88759"/>
                      <a:pt x="152466" y="90585"/>
                      <a:pt x="156478" y="92543"/>
                    </a:cubicBezTo>
                    <a:cubicBezTo>
                      <a:pt x="160718" y="94598"/>
                      <a:pt x="165546" y="96914"/>
                      <a:pt x="174680" y="96914"/>
                    </a:cubicBezTo>
                    <a:cubicBezTo>
                      <a:pt x="183846" y="96914"/>
                      <a:pt x="188674" y="94598"/>
                      <a:pt x="192914" y="92543"/>
                    </a:cubicBezTo>
                    <a:cubicBezTo>
                      <a:pt x="196926" y="90585"/>
                      <a:pt x="200710" y="88759"/>
                      <a:pt x="208474" y="88759"/>
                    </a:cubicBezTo>
                    <a:cubicBezTo>
                      <a:pt x="210170" y="88759"/>
                      <a:pt x="211540" y="87389"/>
                      <a:pt x="211540" y="85692"/>
                    </a:cubicBezTo>
                    <a:cubicBezTo>
                      <a:pt x="211540" y="83996"/>
                      <a:pt x="210170" y="82626"/>
                      <a:pt x="208474" y="82626"/>
                    </a:cubicBezTo>
                    <a:cubicBezTo>
                      <a:pt x="199340" y="82626"/>
                      <a:pt x="194513" y="84975"/>
                      <a:pt x="190239" y="87030"/>
                    </a:cubicBezTo>
                    <a:cubicBezTo>
                      <a:pt x="186227" y="88954"/>
                      <a:pt x="182443" y="90781"/>
                      <a:pt x="174680" y="90781"/>
                    </a:cubicBezTo>
                    <a:cubicBezTo>
                      <a:pt x="166949" y="90781"/>
                      <a:pt x="163165" y="88954"/>
                      <a:pt x="159153" y="87030"/>
                    </a:cubicBezTo>
                    <a:cubicBezTo>
                      <a:pt x="154879" y="84975"/>
                      <a:pt x="150052" y="82626"/>
                      <a:pt x="140918" y="82626"/>
                    </a:cubicBezTo>
                    <a:close/>
                    <a:moveTo>
                      <a:pt x="41395" y="111854"/>
                    </a:moveTo>
                    <a:cubicBezTo>
                      <a:pt x="42634" y="112506"/>
                      <a:pt x="45636" y="118410"/>
                      <a:pt x="45636" y="129077"/>
                    </a:cubicBezTo>
                    <a:cubicBezTo>
                      <a:pt x="45636" y="131980"/>
                      <a:pt x="45407" y="134818"/>
                      <a:pt x="44950" y="137395"/>
                    </a:cubicBezTo>
                    <a:cubicBezTo>
                      <a:pt x="43841" y="137003"/>
                      <a:pt x="42634" y="136808"/>
                      <a:pt x="41395" y="136808"/>
                    </a:cubicBezTo>
                    <a:cubicBezTo>
                      <a:pt x="40155" y="136808"/>
                      <a:pt x="38948" y="137003"/>
                      <a:pt x="37807" y="137395"/>
                    </a:cubicBezTo>
                    <a:cubicBezTo>
                      <a:pt x="37383" y="134818"/>
                      <a:pt x="37122" y="131980"/>
                      <a:pt x="37122" y="129077"/>
                    </a:cubicBezTo>
                    <a:cubicBezTo>
                      <a:pt x="37122" y="118410"/>
                      <a:pt x="40123" y="112506"/>
                      <a:pt x="41395" y="111854"/>
                    </a:cubicBezTo>
                    <a:close/>
                    <a:moveTo>
                      <a:pt x="172918" y="111854"/>
                    </a:moveTo>
                    <a:cubicBezTo>
                      <a:pt x="174190" y="112506"/>
                      <a:pt x="177191" y="118410"/>
                      <a:pt x="177191" y="129077"/>
                    </a:cubicBezTo>
                    <a:cubicBezTo>
                      <a:pt x="177191" y="131980"/>
                      <a:pt x="176930" y="134818"/>
                      <a:pt x="176506" y="137395"/>
                    </a:cubicBezTo>
                    <a:cubicBezTo>
                      <a:pt x="175365" y="137003"/>
                      <a:pt x="174158" y="136808"/>
                      <a:pt x="172918" y="136808"/>
                    </a:cubicBezTo>
                    <a:cubicBezTo>
                      <a:pt x="171679" y="136808"/>
                      <a:pt x="170472" y="137003"/>
                      <a:pt x="169363" y="137395"/>
                    </a:cubicBezTo>
                    <a:cubicBezTo>
                      <a:pt x="168906" y="134818"/>
                      <a:pt x="168678" y="131980"/>
                      <a:pt x="168678" y="129077"/>
                    </a:cubicBezTo>
                    <a:cubicBezTo>
                      <a:pt x="168678" y="118410"/>
                      <a:pt x="171679" y="112506"/>
                      <a:pt x="172918" y="111854"/>
                    </a:cubicBezTo>
                    <a:close/>
                    <a:moveTo>
                      <a:pt x="20728" y="120783"/>
                    </a:moveTo>
                    <a:cubicBezTo>
                      <a:pt x="19970" y="120783"/>
                      <a:pt x="19213" y="121068"/>
                      <a:pt x="18626" y="121639"/>
                    </a:cubicBezTo>
                    <a:cubicBezTo>
                      <a:pt x="12885" y="127152"/>
                      <a:pt x="9362" y="134557"/>
                      <a:pt x="8677" y="142451"/>
                    </a:cubicBezTo>
                    <a:cubicBezTo>
                      <a:pt x="8547" y="144115"/>
                      <a:pt x="9786" y="145615"/>
                      <a:pt x="11483" y="145746"/>
                    </a:cubicBezTo>
                    <a:lnTo>
                      <a:pt x="11743" y="145746"/>
                    </a:lnTo>
                    <a:cubicBezTo>
                      <a:pt x="13309" y="145746"/>
                      <a:pt x="14647" y="144571"/>
                      <a:pt x="14777" y="142973"/>
                    </a:cubicBezTo>
                    <a:cubicBezTo>
                      <a:pt x="15332" y="136547"/>
                      <a:pt x="18202" y="130545"/>
                      <a:pt x="22867" y="126043"/>
                    </a:cubicBezTo>
                    <a:cubicBezTo>
                      <a:pt x="24074" y="124869"/>
                      <a:pt x="24106" y="122944"/>
                      <a:pt x="22932" y="121737"/>
                    </a:cubicBezTo>
                    <a:cubicBezTo>
                      <a:pt x="22329" y="121101"/>
                      <a:pt x="21528" y="120783"/>
                      <a:pt x="20728" y="120783"/>
                    </a:cubicBezTo>
                    <a:close/>
                    <a:moveTo>
                      <a:pt x="152267" y="120783"/>
                    </a:moveTo>
                    <a:cubicBezTo>
                      <a:pt x="151501" y="120783"/>
                      <a:pt x="150737" y="121068"/>
                      <a:pt x="150150" y="121639"/>
                    </a:cubicBezTo>
                    <a:cubicBezTo>
                      <a:pt x="144441" y="127152"/>
                      <a:pt x="140918" y="134557"/>
                      <a:pt x="140233" y="142451"/>
                    </a:cubicBezTo>
                    <a:cubicBezTo>
                      <a:pt x="140070" y="144115"/>
                      <a:pt x="141342" y="145615"/>
                      <a:pt x="143006" y="145746"/>
                    </a:cubicBezTo>
                    <a:lnTo>
                      <a:pt x="143267" y="145746"/>
                    </a:lnTo>
                    <a:cubicBezTo>
                      <a:pt x="144865" y="145746"/>
                      <a:pt x="146170" y="144571"/>
                      <a:pt x="146333" y="142973"/>
                    </a:cubicBezTo>
                    <a:cubicBezTo>
                      <a:pt x="146888" y="136547"/>
                      <a:pt x="149725" y="130545"/>
                      <a:pt x="154390" y="126043"/>
                    </a:cubicBezTo>
                    <a:cubicBezTo>
                      <a:pt x="155597" y="124869"/>
                      <a:pt x="155662" y="122944"/>
                      <a:pt x="154488" y="121737"/>
                    </a:cubicBezTo>
                    <a:cubicBezTo>
                      <a:pt x="153885" y="121101"/>
                      <a:pt x="153075" y="120783"/>
                      <a:pt x="152267" y="120783"/>
                    </a:cubicBezTo>
                    <a:close/>
                    <a:moveTo>
                      <a:pt x="62046" y="120783"/>
                    </a:moveTo>
                    <a:cubicBezTo>
                      <a:pt x="61238" y="120783"/>
                      <a:pt x="60428" y="121101"/>
                      <a:pt x="59825" y="121737"/>
                    </a:cubicBezTo>
                    <a:cubicBezTo>
                      <a:pt x="58651" y="122944"/>
                      <a:pt x="58716" y="124869"/>
                      <a:pt x="59923" y="126043"/>
                    </a:cubicBezTo>
                    <a:cubicBezTo>
                      <a:pt x="64783" y="130740"/>
                      <a:pt x="67687" y="137036"/>
                      <a:pt x="68045" y="143788"/>
                    </a:cubicBezTo>
                    <a:cubicBezTo>
                      <a:pt x="68143" y="145419"/>
                      <a:pt x="69481" y="146692"/>
                      <a:pt x="71112" y="146692"/>
                    </a:cubicBezTo>
                    <a:lnTo>
                      <a:pt x="71275" y="146692"/>
                    </a:lnTo>
                    <a:cubicBezTo>
                      <a:pt x="72971" y="146594"/>
                      <a:pt x="74243" y="145158"/>
                      <a:pt x="74145" y="143462"/>
                    </a:cubicBezTo>
                    <a:cubicBezTo>
                      <a:pt x="73721" y="135177"/>
                      <a:pt x="70166" y="127413"/>
                      <a:pt x="64164" y="121639"/>
                    </a:cubicBezTo>
                    <a:cubicBezTo>
                      <a:pt x="63576" y="121068"/>
                      <a:pt x="62812" y="120783"/>
                      <a:pt x="62046" y="120783"/>
                    </a:cubicBezTo>
                    <a:close/>
                    <a:moveTo>
                      <a:pt x="193585" y="120783"/>
                    </a:moveTo>
                    <a:cubicBezTo>
                      <a:pt x="192785" y="120783"/>
                      <a:pt x="191984" y="121101"/>
                      <a:pt x="191381" y="121737"/>
                    </a:cubicBezTo>
                    <a:cubicBezTo>
                      <a:pt x="190207" y="122944"/>
                      <a:pt x="190239" y="124869"/>
                      <a:pt x="191446" y="126043"/>
                    </a:cubicBezTo>
                    <a:cubicBezTo>
                      <a:pt x="196339" y="130740"/>
                      <a:pt x="199210" y="137036"/>
                      <a:pt x="199601" y="143788"/>
                    </a:cubicBezTo>
                    <a:cubicBezTo>
                      <a:pt x="199667" y="145419"/>
                      <a:pt x="201037" y="146692"/>
                      <a:pt x="202635" y="146692"/>
                    </a:cubicBezTo>
                    <a:lnTo>
                      <a:pt x="202798" y="146692"/>
                    </a:lnTo>
                    <a:cubicBezTo>
                      <a:pt x="204494" y="146594"/>
                      <a:pt x="205799" y="145158"/>
                      <a:pt x="205701" y="143462"/>
                    </a:cubicBezTo>
                    <a:cubicBezTo>
                      <a:pt x="205244" y="135177"/>
                      <a:pt x="201689" y="127413"/>
                      <a:pt x="195687" y="121639"/>
                    </a:cubicBezTo>
                    <a:cubicBezTo>
                      <a:pt x="195100" y="121068"/>
                      <a:pt x="194343" y="120783"/>
                      <a:pt x="193585" y="120783"/>
                    </a:cubicBezTo>
                    <a:close/>
                    <a:moveTo>
                      <a:pt x="41395" y="142908"/>
                    </a:moveTo>
                    <a:cubicBezTo>
                      <a:pt x="44135" y="142908"/>
                      <a:pt x="46386" y="145158"/>
                      <a:pt x="46386" y="147931"/>
                    </a:cubicBezTo>
                    <a:cubicBezTo>
                      <a:pt x="46386" y="150704"/>
                      <a:pt x="44135" y="152955"/>
                      <a:pt x="41395" y="152955"/>
                    </a:cubicBezTo>
                    <a:cubicBezTo>
                      <a:pt x="41036" y="152955"/>
                      <a:pt x="40677" y="152922"/>
                      <a:pt x="40351" y="152824"/>
                    </a:cubicBezTo>
                    <a:cubicBezTo>
                      <a:pt x="38068" y="152367"/>
                      <a:pt x="36371" y="150345"/>
                      <a:pt x="36371" y="147931"/>
                    </a:cubicBezTo>
                    <a:cubicBezTo>
                      <a:pt x="36371" y="145158"/>
                      <a:pt x="38622" y="142908"/>
                      <a:pt x="41395" y="142908"/>
                    </a:cubicBezTo>
                    <a:close/>
                    <a:moveTo>
                      <a:pt x="172918" y="142908"/>
                    </a:moveTo>
                    <a:cubicBezTo>
                      <a:pt x="175691" y="142908"/>
                      <a:pt x="177942" y="145158"/>
                      <a:pt x="177942" y="147931"/>
                    </a:cubicBezTo>
                    <a:cubicBezTo>
                      <a:pt x="177942" y="150345"/>
                      <a:pt x="176245" y="152367"/>
                      <a:pt x="173962" y="152824"/>
                    </a:cubicBezTo>
                    <a:cubicBezTo>
                      <a:pt x="173636" y="152922"/>
                      <a:pt x="173277" y="152955"/>
                      <a:pt x="172918" y="152955"/>
                    </a:cubicBezTo>
                    <a:cubicBezTo>
                      <a:pt x="170178" y="152955"/>
                      <a:pt x="167927" y="150704"/>
                      <a:pt x="167927" y="147931"/>
                    </a:cubicBezTo>
                    <a:cubicBezTo>
                      <a:pt x="167927" y="145158"/>
                      <a:pt x="170178" y="142908"/>
                      <a:pt x="172918" y="142908"/>
                    </a:cubicBezTo>
                    <a:close/>
                    <a:moveTo>
                      <a:pt x="30924" y="151682"/>
                    </a:moveTo>
                    <a:cubicBezTo>
                      <a:pt x="31642" y="153737"/>
                      <a:pt x="32946" y="155499"/>
                      <a:pt x="34643" y="156771"/>
                    </a:cubicBezTo>
                    <a:cubicBezTo>
                      <a:pt x="32359" y="158989"/>
                      <a:pt x="29326" y="161240"/>
                      <a:pt x="25933" y="163197"/>
                    </a:cubicBezTo>
                    <a:cubicBezTo>
                      <a:pt x="18909" y="167243"/>
                      <a:pt x="13395" y="168418"/>
                      <a:pt x="10643" y="168418"/>
                    </a:cubicBezTo>
                    <a:cubicBezTo>
                      <a:pt x="9778" y="168418"/>
                      <a:pt x="9186" y="168302"/>
                      <a:pt x="8906" y="168123"/>
                    </a:cubicBezTo>
                    <a:cubicBezTo>
                      <a:pt x="8840" y="166720"/>
                      <a:pt x="12461" y="161142"/>
                      <a:pt x="21693" y="155825"/>
                    </a:cubicBezTo>
                    <a:cubicBezTo>
                      <a:pt x="24824" y="153998"/>
                      <a:pt x="28021" y="152596"/>
                      <a:pt x="30924" y="151682"/>
                    </a:cubicBezTo>
                    <a:close/>
                    <a:moveTo>
                      <a:pt x="51866" y="151682"/>
                    </a:moveTo>
                    <a:cubicBezTo>
                      <a:pt x="54769" y="152596"/>
                      <a:pt x="57966" y="153998"/>
                      <a:pt x="61097" y="155825"/>
                    </a:cubicBezTo>
                    <a:cubicBezTo>
                      <a:pt x="70329" y="161142"/>
                      <a:pt x="73950" y="166720"/>
                      <a:pt x="73884" y="168123"/>
                    </a:cubicBezTo>
                    <a:cubicBezTo>
                      <a:pt x="73596" y="168302"/>
                      <a:pt x="72998" y="168418"/>
                      <a:pt x="72129" y="168418"/>
                    </a:cubicBezTo>
                    <a:cubicBezTo>
                      <a:pt x="69362" y="168418"/>
                      <a:pt x="63849" y="167243"/>
                      <a:pt x="56824" y="163197"/>
                    </a:cubicBezTo>
                    <a:cubicBezTo>
                      <a:pt x="53432" y="161240"/>
                      <a:pt x="50398" y="158989"/>
                      <a:pt x="48115" y="156771"/>
                    </a:cubicBezTo>
                    <a:cubicBezTo>
                      <a:pt x="49811" y="155499"/>
                      <a:pt x="51116" y="153737"/>
                      <a:pt x="51866" y="151682"/>
                    </a:cubicBezTo>
                    <a:close/>
                    <a:moveTo>
                      <a:pt x="162447" y="151682"/>
                    </a:moveTo>
                    <a:cubicBezTo>
                      <a:pt x="163197" y="153737"/>
                      <a:pt x="164502" y="155499"/>
                      <a:pt x="166199" y="156771"/>
                    </a:cubicBezTo>
                    <a:cubicBezTo>
                      <a:pt x="163915" y="158989"/>
                      <a:pt x="160881" y="161240"/>
                      <a:pt x="157489" y="163197"/>
                    </a:cubicBezTo>
                    <a:cubicBezTo>
                      <a:pt x="150464" y="167243"/>
                      <a:pt x="144951" y="168418"/>
                      <a:pt x="142184" y="168418"/>
                    </a:cubicBezTo>
                    <a:cubicBezTo>
                      <a:pt x="141315" y="168418"/>
                      <a:pt x="140717" y="168302"/>
                      <a:pt x="140429" y="168123"/>
                    </a:cubicBezTo>
                    <a:cubicBezTo>
                      <a:pt x="140364" y="166720"/>
                      <a:pt x="143984" y="161142"/>
                      <a:pt x="153216" y="155825"/>
                    </a:cubicBezTo>
                    <a:cubicBezTo>
                      <a:pt x="156347" y="153998"/>
                      <a:pt x="159544" y="152596"/>
                      <a:pt x="162447" y="151682"/>
                    </a:cubicBezTo>
                    <a:close/>
                    <a:moveTo>
                      <a:pt x="183389" y="151682"/>
                    </a:moveTo>
                    <a:cubicBezTo>
                      <a:pt x="186325" y="152596"/>
                      <a:pt x="189489" y="153998"/>
                      <a:pt x="192621" y="155825"/>
                    </a:cubicBezTo>
                    <a:cubicBezTo>
                      <a:pt x="201852" y="161142"/>
                      <a:pt x="205473" y="166720"/>
                      <a:pt x="205408" y="168123"/>
                    </a:cubicBezTo>
                    <a:cubicBezTo>
                      <a:pt x="205127" y="168302"/>
                      <a:pt x="204535" y="168418"/>
                      <a:pt x="203670" y="168418"/>
                    </a:cubicBezTo>
                    <a:cubicBezTo>
                      <a:pt x="200918" y="168418"/>
                      <a:pt x="195405" y="167243"/>
                      <a:pt x="188380" y="163197"/>
                    </a:cubicBezTo>
                    <a:cubicBezTo>
                      <a:pt x="184988" y="161240"/>
                      <a:pt x="181954" y="158989"/>
                      <a:pt x="179671" y="156771"/>
                    </a:cubicBezTo>
                    <a:cubicBezTo>
                      <a:pt x="181367" y="155499"/>
                      <a:pt x="182672" y="153737"/>
                      <a:pt x="183389" y="151682"/>
                    </a:cubicBezTo>
                    <a:close/>
                    <a:moveTo>
                      <a:pt x="41395" y="105721"/>
                    </a:moveTo>
                    <a:cubicBezTo>
                      <a:pt x="34251" y="105721"/>
                      <a:pt x="31022" y="117823"/>
                      <a:pt x="31022" y="129077"/>
                    </a:cubicBezTo>
                    <a:cubicBezTo>
                      <a:pt x="31022" y="133448"/>
                      <a:pt x="31511" y="137754"/>
                      <a:pt x="32424" y="141374"/>
                    </a:cubicBezTo>
                    <a:cubicBezTo>
                      <a:pt x="31544" y="142549"/>
                      <a:pt x="30891" y="143951"/>
                      <a:pt x="30533" y="145419"/>
                    </a:cubicBezTo>
                    <a:cubicBezTo>
                      <a:pt x="26814" y="146431"/>
                      <a:pt x="22639" y="148192"/>
                      <a:pt x="18626" y="150541"/>
                    </a:cubicBezTo>
                    <a:cubicBezTo>
                      <a:pt x="8873" y="156151"/>
                      <a:pt x="0" y="165024"/>
                      <a:pt x="3588" y="171189"/>
                    </a:cubicBezTo>
                    <a:cubicBezTo>
                      <a:pt x="4502" y="172820"/>
                      <a:pt x="6524" y="174549"/>
                      <a:pt x="10797" y="174549"/>
                    </a:cubicBezTo>
                    <a:cubicBezTo>
                      <a:pt x="11874" y="174549"/>
                      <a:pt x="13113" y="174418"/>
                      <a:pt x="14516" y="174190"/>
                    </a:cubicBezTo>
                    <a:cubicBezTo>
                      <a:pt x="18855" y="173407"/>
                      <a:pt x="24009" y="171385"/>
                      <a:pt x="28999" y="168482"/>
                    </a:cubicBezTo>
                    <a:cubicBezTo>
                      <a:pt x="33860" y="165676"/>
                      <a:pt x="38100" y="162316"/>
                      <a:pt x="40938" y="159054"/>
                    </a:cubicBezTo>
                    <a:lnTo>
                      <a:pt x="41852" y="159054"/>
                    </a:lnTo>
                    <a:cubicBezTo>
                      <a:pt x="44690" y="162316"/>
                      <a:pt x="48930" y="165676"/>
                      <a:pt x="53790" y="168482"/>
                    </a:cubicBezTo>
                    <a:cubicBezTo>
                      <a:pt x="58781" y="171385"/>
                      <a:pt x="63935" y="173407"/>
                      <a:pt x="68274" y="174190"/>
                    </a:cubicBezTo>
                    <a:cubicBezTo>
                      <a:pt x="69676" y="174418"/>
                      <a:pt x="70883" y="174549"/>
                      <a:pt x="71992" y="174549"/>
                    </a:cubicBezTo>
                    <a:cubicBezTo>
                      <a:pt x="76233" y="174549"/>
                      <a:pt x="78255" y="172820"/>
                      <a:pt x="79201" y="171189"/>
                    </a:cubicBezTo>
                    <a:cubicBezTo>
                      <a:pt x="82757" y="165024"/>
                      <a:pt x="73884" y="156151"/>
                      <a:pt x="64164" y="150541"/>
                    </a:cubicBezTo>
                    <a:cubicBezTo>
                      <a:pt x="60119" y="148192"/>
                      <a:pt x="55976" y="146431"/>
                      <a:pt x="52225" y="145419"/>
                    </a:cubicBezTo>
                    <a:cubicBezTo>
                      <a:pt x="51899" y="143951"/>
                      <a:pt x="51246" y="142549"/>
                      <a:pt x="50365" y="141374"/>
                    </a:cubicBezTo>
                    <a:cubicBezTo>
                      <a:pt x="51279" y="137754"/>
                      <a:pt x="51768" y="133448"/>
                      <a:pt x="51768" y="129077"/>
                    </a:cubicBezTo>
                    <a:cubicBezTo>
                      <a:pt x="51768" y="117823"/>
                      <a:pt x="48506" y="105721"/>
                      <a:pt x="41395" y="105721"/>
                    </a:cubicBezTo>
                    <a:close/>
                    <a:moveTo>
                      <a:pt x="172918" y="105688"/>
                    </a:moveTo>
                    <a:cubicBezTo>
                      <a:pt x="165807" y="105688"/>
                      <a:pt x="162545" y="117823"/>
                      <a:pt x="162545" y="129077"/>
                    </a:cubicBezTo>
                    <a:cubicBezTo>
                      <a:pt x="162545" y="133448"/>
                      <a:pt x="163034" y="137754"/>
                      <a:pt x="163948" y="141374"/>
                    </a:cubicBezTo>
                    <a:cubicBezTo>
                      <a:pt x="163067" y="142549"/>
                      <a:pt x="162415" y="143951"/>
                      <a:pt x="162088" y="145419"/>
                    </a:cubicBezTo>
                    <a:cubicBezTo>
                      <a:pt x="158337" y="146431"/>
                      <a:pt x="154194" y="148192"/>
                      <a:pt x="150150" y="150541"/>
                    </a:cubicBezTo>
                    <a:cubicBezTo>
                      <a:pt x="140429" y="156151"/>
                      <a:pt x="131556" y="165024"/>
                      <a:pt x="135112" y="171189"/>
                    </a:cubicBezTo>
                    <a:cubicBezTo>
                      <a:pt x="136058" y="172820"/>
                      <a:pt x="138080" y="174549"/>
                      <a:pt x="142321" y="174549"/>
                    </a:cubicBezTo>
                    <a:cubicBezTo>
                      <a:pt x="143430" y="174549"/>
                      <a:pt x="144637" y="174418"/>
                      <a:pt x="146039" y="174190"/>
                    </a:cubicBezTo>
                    <a:cubicBezTo>
                      <a:pt x="150378" y="173407"/>
                      <a:pt x="155532" y="171385"/>
                      <a:pt x="160523" y="168482"/>
                    </a:cubicBezTo>
                    <a:cubicBezTo>
                      <a:pt x="165383" y="165676"/>
                      <a:pt x="169624" y="162316"/>
                      <a:pt x="172462" y="159054"/>
                    </a:cubicBezTo>
                    <a:lnTo>
                      <a:pt x="173375" y="159054"/>
                    </a:lnTo>
                    <a:cubicBezTo>
                      <a:pt x="176213" y="162316"/>
                      <a:pt x="180453" y="165676"/>
                      <a:pt x="185314" y="168482"/>
                    </a:cubicBezTo>
                    <a:cubicBezTo>
                      <a:pt x="190305" y="171385"/>
                      <a:pt x="195459" y="173407"/>
                      <a:pt x="199830" y="174190"/>
                    </a:cubicBezTo>
                    <a:cubicBezTo>
                      <a:pt x="201200" y="174418"/>
                      <a:pt x="202439" y="174549"/>
                      <a:pt x="203516" y="174549"/>
                    </a:cubicBezTo>
                    <a:cubicBezTo>
                      <a:pt x="207789" y="174549"/>
                      <a:pt x="209811" y="172820"/>
                      <a:pt x="210725" y="171189"/>
                    </a:cubicBezTo>
                    <a:cubicBezTo>
                      <a:pt x="214313" y="165024"/>
                      <a:pt x="205440" y="156151"/>
                      <a:pt x="195687" y="150541"/>
                    </a:cubicBezTo>
                    <a:cubicBezTo>
                      <a:pt x="191675" y="148192"/>
                      <a:pt x="187499" y="146431"/>
                      <a:pt x="183781" y="145419"/>
                    </a:cubicBezTo>
                    <a:cubicBezTo>
                      <a:pt x="183422" y="143951"/>
                      <a:pt x="182769" y="142549"/>
                      <a:pt x="181889" y="141374"/>
                    </a:cubicBezTo>
                    <a:cubicBezTo>
                      <a:pt x="182802" y="137754"/>
                      <a:pt x="183291" y="133448"/>
                      <a:pt x="183291" y="129077"/>
                    </a:cubicBezTo>
                    <a:cubicBezTo>
                      <a:pt x="183291" y="117823"/>
                      <a:pt x="180062" y="105688"/>
                      <a:pt x="172918" y="105688"/>
                    </a:cubicBezTo>
                    <a:close/>
                    <a:moveTo>
                      <a:pt x="26865" y="176969"/>
                    </a:moveTo>
                    <a:cubicBezTo>
                      <a:pt x="25796" y="176969"/>
                      <a:pt x="24759" y="177530"/>
                      <a:pt x="24204" y="178529"/>
                    </a:cubicBezTo>
                    <a:cubicBezTo>
                      <a:pt x="23356" y="179996"/>
                      <a:pt x="23911" y="181856"/>
                      <a:pt x="25379" y="182704"/>
                    </a:cubicBezTo>
                    <a:cubicBezTo>
                      <a:pt x="30239" y="185411"/>
                      <a:pt x="35784" y="186879"/>
                      <a:pt x="41395" y="186879"/>
                    </a:cubicBezTo>
                    <a:cubicBezTo>
                      <a:pt x="46908" y="186879"/>
                      <a:pt x="52355" y="185477"/>
                      <a:pt x="57150" y="182834"/>
                    </a:cubicBezTo>
                    <a:cubicBezTo>
                      <a:pt x="58618" y="182019"/>
                      <a:pt x="59173" y="180160"/>
                      <a:pt x="58357" y="178692"/>
                    </a:cubicBezTo>
                    <a:cubicBezTo>
                      <a:pt x="57798" y="177685"/>
                      <a:pt x="56747" y="177108"/>
                      <a:pt x="55669" y="177108"/>
                    </a:cubicBezTo>
                    <a:cubicBezTo>
                      <a:pt x="55175" y="177108"/>
                      <a:pt x="54676" y="177229"/>
                      <a:pt x="54215" y="177485"/>
                    </a:cubicBezTo>
                    <a:cubicBezTo>
                      <a:pt x="50300" y="179605"/>
                      <a:pt x="45864" y="180747"/>
                      <a:pt x="41395" y="180747"/>
                    </a:cubicBezTo>
                    <a:cubicBezTo>
                      <a:pt x="36828" y="180747"/>
                      <a:pt x="32327" y="179572"/>
                      <a:pt x="28347" y="177354"/>
                    </a:cubicBezTo>
                    <a:cubicBezTo>
                      <a:pt x="27877" y="177093"/>
                      <a:pt x="27368" y="176969"/>
                      <a:pt x="26865" y="176969"/>
                    </a:cubicBezTo>
                    <a:close/>
                    <a:moveTo>
                      <a:pt x="158420" y="176969"/>
                    </a:moveTo>
                    <a:cubicBezTo>
                      <a:pt x="157349" y="176969"/>
                      <a:pt x="156304" y="177530"/>
                      <a:pt x="155728" y="178529"/>
                    </a:cubicBezTo>
                    <a:cubicBezTo>
                      <a:pt x="154912" y="179996"/>
                      <a:pt x="155434" y="181856"/>
                      <a:pt x="156902" y="182704"/>
                    </a:cubicBezTo>
                    <a:cubicBezTo>
                      <a:pt x="161762" y="185411"/>
                      <a:pt x="167308" y="186879"/>
                      <a:pt x="172918" y="186879"/>
                    </a:cubicBezTo>
                    <a:cubicBezTo>
                      <a:pt x="178431" y="186879"/>
                      <a:pt x="183878" y="185477"/>
                      <a:pt x="188674" y="182834"/>
                    </a:cubicBezTo>
                    <a:cubicBezTo>
                      <a:pt x="190174" y="182019"/>
                      <a:pt x="190696" y="180160"/>
                      <a:pt x="189913" y="178692"/>
                    </a:cubicBezTo>
                    <a:cubicBezTo>
                      <a:pt x="189354" y="177685"/>
                      <a:pt x="188303" y="177108"/>
                      <a:pt x="187214" y="177108"/>
                    </a:cubicBezTo>
                    <a:cubicBezTo>
                      <a:pt x="186716" y="177108"/>
                      <a:pt x="186209" y="177229"/>
                      <a:pt x="185738" y="177485"/>
                    </a:cubicBezTo>
                    <a:cubicBezTo>
                      <a:pt x="181856" y="179605"/>
                      <a:pt x="177420" y="180747"/>
                      <a:pt x="172918" y="180747"/>
                    </a:cubicBezTo>
                    <a:cubicBezTo>
                      <a:pt x="168351" y="180747"/>
                      <a:pt x="163850" y="179572"/>
                      <a:pt x="159903" y="177354"/>
                    </a:cubicBezTo>
                    <a:cubicBezTo>
                      <a:pt x="159433" y="177093"/>
                      <a:pt x="158924" y="176969"/>
                      <a:pt x="158420" y="176969"/>
                    </a:cubicBezTo>
                    <a:close/>
                    <a:moveTo>
                      <a:pt x="118182" y="178594"/>
                    </a:moveTo>
                    <a:lnTo>
                      <a:pt x="141179" y="195132"/>
                    </a:lnTo>
                    <a:cubicBezTo>
                      <a:pt x="141440" y="195328"/>
                      <a:pt x="141603" y="195621"/>
                      <a:pt x="141603" y="195948"/>
                    </a:cubicBezTo>
                    <a:lnTo>
                      <a:pt x="141603" y="201623"/>
                    </a:lnTo>
                    <a:cubicBezTo>
                      <a:pt x="141603" y="202178"/>
                      <a:pt x="141146" y="202635"/>
                      <a:pt x="140592" y="202635"/>
                    </a:cubicBezTo>
                    <a:lnTo>
                      <a:pt x="73721" y="202635"/>
                    </a:lnTo>
                    <a:cubicBezTo>
                      <a:pt x="73167" y="202635"/>
                      <a:pt x="72710" y="202178"/>
                      <a:pt x="72710" y="201623"/>
                    </a:cubicBezTo>
                    <a:lnTo>
                      <a:pt x="72710" y="195948"/>
                    </a:lnTo>
                    <a:cubicBezTo>
                      <a:pt x="72710" y="195621"/>
                      <a:pt x="72873" y="195328"/>
                      <a:pt x="73134" y="195132"/>
                    </a:cubicBezTo>
                    <a:lnTo>
                      <a:pt x="96131" y="178594"/>
                    </a:lnTo>
                    <a:close/>
                    <a:moveTo>
                      <a:pt x="68469" y="0"/>
                    </a:moveTo>
                    <a:cubicBezTo>
                      <a:pt x="66414" y="0"/>
                      <a:pt x="64522" y="1142"/>
                      <a:pt x="63576" y="2968"/>
                    </a:cubicBezTo>
                    <a:cubicBezTo>
                      <a:pt x="62630" y="4795"/>
                      <a:pt x="62761" y="6981"/>
                      <a:pt x="63968" y="8677"/>
                    </a:cubicBezTo>
                    <a:lnTo>
                      <a:pt x="89248" y="44852"/>
                    </a:lnTo>
                    <a:lnTo>
                      <a:pt x="73950" y="44852"/>
                    </a:lnTo>
                    <a:lnTo>
                      <a:pt x="73950" y="37513"/>
                    </a:lnTo>
                    <a:cubicBezTo>
                      <a:pt x="73950" y="35817"/>
                      <a:pt x="72580" y="34447"/>
                      <a:pt x="70883" y="34447"/>
                    </a:cubicBezTo>
                    <a:cubicBezTo>
                      <a:pt x="69187" y="34447"/>
                      <a:pt x="67817" y="35817"/>
                      <a:pt x="67817" y="37513"/>
                    </a:cubicBezTo>
                    <a:lnTo>
                      <a:pt x="67817" y="45472"/>
                    </a:lnTo>
                    <a:cubicBezTo>
                      <a:pt x="67817" y="48506"/>
                      <a:pt x="70296" y="50985"/>
                      <a:pt x="73330" y="50985"/>
                    </a:cubicBezTo>
                    <a:lnTo>
                      <a:pt x="92086" y="50985"/>
                    </a:lnTo>
                    <a:lnTo>
                      <a:pt x="92086" y="62793"/>
                    </a:lnTo>
                    <a:cubicBezTo>
                      <a:pt x="87519" y="60608"/>
                      <a:pt x="82790" y="58194"/>
                      <a:pt x="73395" y="58194"/>
                    </a:cubicBezTo>
                    <a:cubicBezTo>
                      <a:pt x="64229" y="58194"/>
                      <a:pt x="59434" y="60510"/>
                      <a:pt x="55161" y="62565"/>
                    </a:cubicBezTo>
                    <a:cubicBezTo>
                      <a:pt x="51148" y="64489"/>
                      <a:pt x="47364" y="66349"/>
                      <a:pt x="39601" y="66349"/>
                    </a:cubicBezTo>
                    <a:cubicBezTo>
                      <a:pt x="31870" y="66349"/>
                      <a:pt x="28086" y="64489"/>
                      <a:pt x="24074" y="62565"/>
                    </a:cubicBezTo>
                    <a:cubicBezTo>
                      <a:pt x="19801" y="60510"/>
                      <a:pt x="14973" y="58194"/>
                      <a:pt x="5839" y="58194"/>
                    </a:cubicBezTo>
                    <a:cubicBezTo>
                      <a:pt x="4143" y="58194"/>
                      <a:pt x="2773" y="59531"/>
                      <a:pt x="2773" y="61227"/>
                    </a:cubicBezTo>
                    <a:cubicBezTo>
                      <a:pt x="2773" y="62924"/>
                      <a:pt x="4143" y="64294"/>
                      <a:pt x="5839" y="64294"/>
                    </a:cubicBezTo>
                    <a:cubicBezTo>
                      <a:pt x="13603" y="64294"/>
                      <a:pt x="17387" y="66120"/>
                      <a:pt x="21399" y="68078"/>
                    </a:cubicBezTo>
                    <a:cubicBezTo>
                      <a:pt x="25640" y="70133"/>
                      <a:pt x="30467" y="72449"/>
                      <a:pt x="39601" y="72449"/>
                    </a:cubicBezTo>
                    <a:cubicBezTo>
                      <a:pt x="48767" y="72449"/>
                      <a:pt x="53562" y="70133"/>
                      <a:pt x="57835" y="68078"/>
                    </a:cubicBezTo>
                    <a:cubicBezTo>
                      <a:pt x="61848" y="66120"/>
                      <a:pt x="65631" y="64294"/>
                      <a:pt x="73395" y="64294"/>
                    </a:cubicBezTo>
                    <a:cubicBezTo>
                      <a:pt x="81126" y="64294"/>
                      <a:pt x="84910" y="66120"/>
                      <a:pt x="88955" y="68078"/>
                    </a:cubicBezTo>
                    <a:cubicBezTo>
                      <a:pt x="89933" y="68534"/>
                      <a:pt x="90977" y="69056"/>
                      <a:pt x="92086" y="69513"/>
                    </a:cubicBezTo>
                    <a:lnTo>
                      <a:pt x="92086" y="173962"/>
                    </a:lnTo>
                    <a:lnTo>
                      <a:pt x="69546" y="190174"/>
                    </a:lnTo>
                    <a:cubicBezTo>
                      <a:pt x="67687" y="191511"/>
                      <a:pt x="66577" y="193664"/>
                      <a:pt x="66577" y="195948"/>
                    </a:cubicBezTo>
                    <a:lnTo>
                      <a:pt x="66577" y="201623"/>
                    </a:lnTo>
                    <a:cubicBezTo>
                      <a:pt x="66577" y="205538"/>
                      <a:pt x="69807" y="208767"/>
                      <a:pt x="73721" y="208767"/>
                    </a:cubicBezTo>
                    <a:lnTo>
                      <a:pt x="140592" y="208767"/>
                    </a:lnTo>
                    <a:cubicBezTo>
                      <a:pt x="144506" y="208767"/>
                      <a:pt x="147736" y="205538"/>
                      <a:pt x="147736" y="201623"/>
                    </a:cubicBezTo>
                    <a:lnTo>
                      <a:pt x="147736" y="195948"/>
                    </a:lnTo>
                    <a:cubicBezTo>
                      <a:pt x="147736" y="193664"/>
                      <a:pt x="146627" y="191511"/>
                      <a:pt x="144767" y="190174"/>
                    </a:cubicBezTo>
                    <a:lnTo>
                      <a:pt x="122227" y="173962"/>
                    </a:lnTo>
                    <a:lnTo>
                      <a:pt x="122227" y="160424"/>
                    </a:lnTo>
                    <a:cubicBezTo>
                      <a:pt x="122227" y="158728"/>
                      <a:pt x="120857" y="157358"/>
                      <a:pt x="119193" y="157358"/>
                    </a:cubicBezTo>
                    <a:cubicBezTo>
                      <a:pt x="117497" y="157358"/>
                      <a:pt x="116127" y="158728"/>
                      <a:pt x="116127" y="160424"/>
                    </a:cubicBezTo>
                    <a:lnTo>
                      <a:pt x="116127" y="172461"/>
                    </a:lnTo>
                    <a:lnTo>
                      <a:pt x="98186" y="172461"/>
                    </a:lnTo>
                    <a:lnTo>
                      <a:pt x="98186" y="71535"/>
                    </a:lnTo>
                    <a:cubicBezTo>
                      <a:pt x="100665" y="72090"/>
                      <a:pt x="103568" y="72449"/>
                      <a:pt x="107157" y="72449"/>
                    </a:cubicBezTo>
                    <a:cubicBezTo>
                      <a:pt x="110745" y="72449"/>
                      <a:pt x="113648" y="72090"/>
                      <a:pt x="116127" y="71535"/>
                    </a:cubicBezTo>
                    <a:lnTo>
                      <a:pt x="116127" y="148192"/>
                    </a:lnTo>
                    <a:cubicBezTo>
                      <a:pt x="116127" y="149888"/>
                      <a:pt x="117497" y="151258"/>
                      <a:pt x="119193" y="151258"/>
                    </a:cubicBezTo>
                    <a:cubicBezTo>
                      <a:pt x="120857" y="151258"/>
                      <a:pt x="122227" y="149888"/>
                      <a:pt x="122227" y="148192"/>
                    </a:cubicBezTo>
                    <a:lnTo>
                      <a:pt x="122227" y="69513"/>
                    </a:lnTo>
                    <a:cubicBezTo>
                      <a:pt x="123336" y="69056"/>
                      <a:pt x="124380" y="68534"/>
                      <a:pt x="125358" y="68078"/>
                    </a:cubicBezTo>
                    <a:cubicBezTo>
                      <a:pt x="129371" y="66120"/>
                      <a:pt x="133187" y="64294"/>
                      <a:pt x="140918" y="64294"/>
                    </a:cubicBezTo>
                    <a:cubicBezTo>
                      <a:pt x="148682" y="64294"/>
                      <a:pt x="152466" y="66120"/>
                      <a:pt x="156478" y="68078"/>
                    </a:cubicBezTo>
                    <a:cubicBezTo>
                      <a:pt x="160718" y="70133"/>
                      <a:pt x="165546" y="72449"/>
                      <a:pt x="174680" y="72449"/>
                    </a:cubicBezTo>
                    <a:cubicBezTo>
                      <a:pt x="183846" y="72449"/>
                      <a:pt x="188674" y="70133"/>
                      <a:pt x="192914" y="68078"/>
                    </a:cubicBezTo>
                    <a:cubicBezTo>
                      <a:pt x="196926" y="66120"/>
                      <a:pt x="200710" y="64294"/>
                      <a:pt x="208474" y="64294"/>
                    </a:cubicBezTo>
                    <a:cubicBezTo>
                      <a:pt x="210170" y="64294"/>
                      <a:pt x="211540" y="62924"/>
                      <a:pt x="211540" y="61227"/>
                    </a:cubicBezTo>
                    <a:cubicBezTo>
                      <a:pt x="211540" y="59564"/>
                      <a:pt x="210170" y="58194"/>
                      <a:pt x="208474" y="58194"/>
                    </a:cubicBezTo>
                    <a:cubicBezTo>
                      <a:pt x="199340" y="58194"/>
                      <a:pt x="194513" y="60510"/>
                      <a:pt x="190239" y="62565"/>
                    </a:cubicBezTo>
                    <a:cubicBezTo>
                      <a:pt x="186227" y="64489"/>
                      <a:pt x="182443" y="66349"/>
                      <a:pt x="174680" y="66349"/>
                    </a:cubicBezTo>
                    <a:cubicBezTo>
                      <a:pt x="166949" y="66349"/>
                      <a:pt x="163165" y="64489"/>
                      <a:pt x="159153" y="62565"/>
                    </a:cubicBezTo>
                    <a:cubicBezTo>
                      <a:pt x="154879" y="60510"/>
                      <a:pt x="150052" y="58194"/>
                      <a:pt x="140918" y="58194"/>
                    </a:cubicBezTo>
                    <a:cubicBezTo>
                      <a:pt x="131458" y="58194"/>
                      <a:pt x="126892" y="60575"/>
                      <a:pt x="122227" y="62793"/>
                    </a:cubicBezTo>
                    <a:lnTo>
                      <a:pt x="122227" y="50985"/>
                    </a:lnTo>
                    <a:lnTo>
                      <a:pt x="140983" y="50985"/>
                    </a:lnTo>
                    <a:cubicBezTo>
                      <a:pt x="144017" y="50985"/>
                      <a:pt x="146496" y="48506"/>
                      <a:pt x="146496" y="45472"/>
                    </a:cubicBezTo>
                    <a:lnTo>
                      <a:pt x="146496" y="37513"/>
                    </a:lnTo>
                    <a:cubicBezTo>
                      <a:pt x="146496" y="35817"/>
                      <a:pt x="145126" y="34447"/>
                      <a:pt x="143430" y="34447"/>
                    </a:cubicBezTo>
                    <a:cubicBezTo>
                      <a:pt x="141734" y="34447"/>
                      <a:pt x="140364" y="35817"/>
                      <a:pt x="140364" y="37513"/>
                    </a:cubicBezTo>
                    <a:lnTo>
                      <a:pt x="140364" y="44852"/>
                    </a:lnTo>
                    <a:lnTo>
                      <a:pt x="125065" y="44852"/>
                    </a:lnTo>
                    <a:lnTo>
                      <a:pt x="150345" y="8677"/>
                    </a:lnTo>
                    <a:cubicBezTo>
                      <a:pt x="151552" y="6981"/>
                      <a:pt x="151683" y="4795"/>
                      <a:pt x="150737" y="2968"/>
                    </a:cubicBezTo>
                    <a:cubicBezTo>
                      <a:pt x="149791" y="1142"/>
                      <a:pt x="147899" y="0"/>
                      <a:pt x="14584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120" name="Google Shape;2120;p89"/>
          <p:cNvGrpSpPr/>
          <p:nvPr/>
        </p:nvGrpSpPr>
        <p:grpSpPr>
          <a:xfrm rot="-791722">
            <a:off x="1796554" y="1247805"/>
            <a:ext cx="1680329" cy="1661215"/>
            <a:chOff x="2772900" y="2342800"/>
            <a:chExt cx="2083500" cy="2059800"/>
          </a:xfrm>
        </p:grpSpPr>
        <p:sp>
          <p:nvSpPr>
            <p:cNvPr id="2121" name="Google Shape;2121;p89"/>
            <p:cNvSpPr/>
            <p:nvPr/>
          </p:nvSpPr>
          <p:spPr>
            <a:xfrm>
              <a:off x="2772900" y="2342800"/>
              <a:ext cx="2083500" cy="20598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22" name="Google Shape;2122;p89"/>
            <p:cNvGrpSpPr/>
            <p:nvPr/>
          </p:nvGrpSpPr>
          <p:grpSpPr>
            <a:xfrm>
              <a:off x="3022890" y="2580948"/>
              <a:ext cx="1583505" cy="1583505"/>
              <a:chOff x="1190625" y="238125"/>
              <a:chExt cx="5219200" cy="5219200"/>
            </a:xfrm>
          </p:grpSpPr>
          <p:sp>
            <p:nvSpPr>
              <p:cNvPr id="2123" name="Google Shape;2123;p89"/>
              <p:cNvSpPr/>
              <p:nvPr/>
            </p:nvSpPr>
            <p:spPr>
              <a:xfrm>
                <a:off x="1267275" y="4534975"/>
                <a:ext cx="2303800" cy="845675"/>
              </a:xfrm>
              <a:custGeom>
                <a:avLst/>
                <a:gdLst/>
                <a:ahLst/>
                <a:cxnLst/>
                <a:rect l="l" t="t" r="r" b="b"/>
                <a:pathLst>
                  <a:path w="92152" h="33827" extrusionOk="0">
                    <a:moveTo>
                      <a:pt x="5285" y="0"/>
                    </a:moveTo>
                    <a:cubicBezTo>
                      <a:pt x="2382" y="0"/>
                      <a:pt x="0" y="2349"/>
                      <a:pt x="0" y="5284"/>
                    </a:cubicBezTo>
                    <a:lnTo>
                      <a:pt x="0" y="9362"/>
                    </a:lnTo>
                    <a:cubicBezTo>
                      <a:pt x="0" y="22867"/>
                      <a:pt x="10961" y="33827"/>
                      <a:pt x="24465" y="33827"/>
                    </a:cubicBezTo>
                    <a:lnTo>
                      <a:pt x="67686" y="33827"/>
                    </a:lnTo>
                    <a:cubicBezTo>
                      <a:pt x="81191" y="33827"/>
                      <a:pt x="92151" y="22867"/>
                      <a:pt x="92151" y="9362"/>
                    </a:cubicBezTo>
                    <a:lnTo>
                      <a:pt x="92151" y="5284"/>
                    </a:lnTo>
                    <a:cubicBezTo>
                      <a:pt x="92151" y="2349"/>
                      <a:pt x="89770" y="0"/>
                      <a:pt x="86834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4" name="Google Shape;2124;p89"/>
              <p:cNvSpPr/>
              <p:nvPr/>
            </p:nvSpPr>
            <p:spPr>
              <a:xfrm>
                <a:off x="1267275" y="521900"/>
                <a:ext cx="2303800" cy="1904225"/>
              </a:xfrm>
              <a:custGeom>
                <a:avLst/>
                <a:gdLst/>
                <a:ahLst/>
                <a:cxnLst/>
                <a:rect l="l" t="t" r="r" b="b"/>
                <a:pathLst>
                  <a:path w="92152" h="76169" extrusionOk="0">
                    <a:moveTo>
                      <a:pt x="30957" y="1"/>
                    </a:moveTo>
                    <a:lnTo>
                      <a:pt x="30957" y="12037"/>
                    </a:lnTo>
                    <a:cubicBezTo>
                      <a:pt x="30957" y="23193"/>
                      <a:pt x="25085" y="33534"/>
                      <a:pt x="15462" y="39210"/>
                    </a:cubicBezTo>
                    <a:cubicBezTo>
                      <a:pt x="5872" y="44886"/>
                      <a:pt x="0" y="55226"/>
                      <a:pt x="0" y="66382"/>
                    </a:cubicBezTo>
                    <a:lnTo>
                      <a:pt x="0" y="70851"/>
                    </a:lnTo>
                    <a:cubicBezTo>
                      <a:pt x="0" y="73787"/>
                      <a:pt x="2349" y="76168"/>
                      <a:pt x="5285" y="76168"/>
                    </a:cubicBezTo>
                    <a:lnTo>
                      <a:pt x="86834" y="76168"/>
                    </a:lnTo>
                    <a:cubicBezTo>
                      <a:pt x="89770" y="76168"/>
                      <a:pt x="92151" y="73787"/>
                      <a:pt x="92151" y="70851"/>
                    </a:cubicBezTo>
                    <a:lnTo>
                      <a:pt x="92151" y="66382"/>
                    </a:lnTo>
                    <a:cubicBezTo>
                      <a:pt x="92151" y="55226"/>
                      <a:pt x="86247" y="44886"/>
                      <a:pt x="76657" y="39210"/>
                    </a:cubicBezTo>
                    <a:cubicBezTo>
                      <a:pt x="67067" y="33534"/>
                      <a:pt x="61163" y="23193"/>
                      <a:pt x="61163" y="12037"/>
                    </a:cubicBezTo>
                    <a:lnTo>
                      <a:pt x="61163" y="1"/>
                    </a:ln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5" name="Google Shape;2125;p89"/>
              <p:cNvSpPr/>
              <p:nvPr/>
            </p:nvSpPr>
            <p:spPr>
              <a:xfrm>
                <a:off x="1267275" y="2426100"/>
                <a:ext cx="2303800" cy="421625"/>
              </a:xfrm>
              <a:custGeom>
                <a:avLst/>
                <a:gdLst/>
                <a:ahLst/>
                <a:cxnLst/>
                <a:rect l="l" t="t" r="r" b="b"/>
                <a:pathLst>
                  <a:path w="92152" h="16865" extrusionOk="0">
                    <a:moveTo>
                      <a:pt x="8416" y="0"/>
                    </a:moveTo>
                    <a:cubicBezTo>
                      <a:pt x="3784" y="0"/>
                      <a:pt x="0" y="3784"/>
                      <a:pt x="0" y="8416"/>
                    </a:cubicBezTo>
                    <a:cubicBezTo>
                      <a:pt x="0" y="13081"/>
                      <a:pt x="3784" y="16865"/>
                      <a:pt x="8416" y="16865"/>
                    </a:cubicBezTo>
                    <a:lnTo>
                      <a:pt x="83703" y="16865"/>
                    </a:lnTo>
                    <a:cubicBezTo>
                      <a:pt x="88367" y="16865"/>
                      <a:pt x="92151" y="13081"/>
                      <a:pt x="92151" y="8416"/>
                    </a:cubicBezTo>
                    <a:cubicBezTo>
                      <a:pt x="92151" y="3784"/>
                      <a:pt x="88367" y="0"/>
                      <a:pt x="8370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6" name="Google Shape;2126;p89"/>
              <p:cNvSpPr/>
              <p:nvPr/>
            </p:nvSpPr>
            <p:spPr>
              <a:xfrm>
                <a:off x="1267275" y="2847700"/>
                <a:ext cx="2303800" cy="421650"/>
              </a:xfrm>
              <a:custGeom>
                <a:avLst/>
                <a:gdLst/>
                <a:ahLst/>
                <a:cxnLst/>
                <a:rect l="l" t="t" r="r" b="b"/>
                <a:pathLst>
                  <a:path w="92152" h="16866" extrusionOk="0">
                    <a:moveTo>
                      <a:pt x="8416" y="1"/>
                    </a:moveTo>
                    <a:cubicBezTo>
                      <a:pt x="3784" y="1"/>
                      <a:pt x="0" y="3784"/>
                      <a:pt x="0" y="8449"/>
                    </a:cubicBezTo>
                    <a:cubicBezTo>
                      <a:pt x="0" y="13081"/>
                      <a:pt x="3784" y="16865"/>
                      <a:pt x="8416" y="16865"/>
                    </a:cubicBezTo>
                    <a:lnTo>
                      <a:pt x="83703" y="16865"/>
                    </a:lnTo>
                    <a:cubicBezTo>
                      <a:pt x="88367" y="16865"/>
                      <a:pt x="92151" y="13081"/>
                      <a:pt x="92151" y="8449"/>
                    </a:cubicBezTo>
                    <a:cubicBezTo>
                      <a:pt x="92151" y="3784"/>
                      <a:pt x="88367" y="1"/>
                      <a:pt x="8370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7" name="Google Shape;2127;p89"/>
              <p:cNvSpPr/>
              <p:nvPr/>
            </p:nvSpPr>
            <p:spPr>
              <a:xfrm>
                <a:off x="1267275" y="3269325"/>
                <a:ext cx="2303800" cy="421625"/>
              </a:xfrm>
              <a:custGeom>
                <a:avLst/>
                <a:gdLst/>
                <a:ahLst/>
                <a:cxnLst/>
                <a:rect l="l" t="t" r="r" b="b"/>
                <a:pathLst>
                  <a:path w="92152" h="16865" extrusionOk="0">
                    <a:moveTo>
                      <a:pt x="8416" y="0"/>
                    </a:moveTo>
                    <a:cubicBezTo>
                      <a:pt x="3784" y="0"/>
                      <a:pt x="0" y="3784"/>
                      <a:pt x="0" y="8449"/>
                    </a:cubicBezTo>
                    <a:cubicBezTo>
                      <a:pt x="0" y="13081"/>
                      <a:pt x="3784" y="16865"/>
                      <a:pt x="8416" y="16865"/>
                    </a:cubicBezTo>
                    <a:lnTo>
                      <a:pt x="83703" y="16865"/>
                    </a:lnTo>
                    <a:cubicBezTo>
                      <a:pt x="88367" y="16865"/>
                      <a:pt x="92151" y="13081"/>
                      <a:pt x="92151" y="8449"/>
                    </a:cubicBezTo>
                    <a:cubicBezTo>
                      <a:pt x="92151" y="3784"/>
                      <a:pt x="88367" y="0"/>
                      <a:pt x="83703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8" name="Google Shape;2128;p89"/>
              <p:cNvSpPr/>
              <p:nvPr/>
            </p:nvSpPr>
            <p:spPr>
              <a:xfrm>
                <a:off x="1267275" y="3690925"/>
                <a:ext cx="2303800" cy="421625"/>
              </a:xfrm>
              <a:custGeom>
                <a:avLst/>
                <a:gdLst/>
                <a:ahLst/>
                <a:cxnLst/>
                <a:rect l="l" t="t" r="r" b="b"/>
                <a:pathLst>
                  <a:path w="92152" h="16865" extrusionOk="0">
                    <a:moveTo>
                      <a:pt x="8416" y="1"/>
                    </a:moveTo>
                    <a:cubicBezTo>
                      <a:pt x="3784" y="1"/>
                      <a:pt x="0" y="3784"/>
                      <a:pt x="0" y="8449"/>
                    </a:cubicBezTo>
                    <a:cubicBezTo>
                      <a:pt x="0" y="13114"/>
                      <a:pt x="3784" y="16865"/>
                      <a:pt x="8416" y="16865"/>
                    </a:cubicBezTo>
                    <a:lnTo>
                      <a:pt x="83703" y="16865"/>
                    </a:lnTo>
                    <a:cubicBezTo>
                      <a:pt x="88367" y="16865"/>
                      <a:pt x="92151" y="13114"/>
                      <a:pt x="92151" y="8449"/>
                    </a:cubicBezTo>
                    <a:cubicBezTo>
                      <a:pt x="92151" y="3784"/>
                      <a:pt x="88367" y="1"/>
                      <a:pt x="8370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29" name="Google Shape;2129;p89"/>
              <p:cNvSpPr/>
              <p:nvPr/>
            </p:nvSpPr>
            <p:spPr>
              <a:xfrm>
                <a:off x="1267275" y="4112525"/>
                <a:ext cx="2303800" cy="422475"/>
              </a:xfrm>
              <a:custGeom>
                <a:avLst/>
                <a:gdLst/>
                <a:ahLst/>
                <a:cxnLst/>
                <a:rect l="l" t="t" r="r" b="b"/>
                <a:pathLst>
                  <a:path w="92152" h="16899" extrusionOk="0">
                    <a:moveTo>
                      <a:pt x="8416" y="1"/>
                    </a:moveTo>
                    <a:cubicBezTo>
                      <a:pt x="3784" y="1"/>
                      <a:pt x="0" y="3785"/>
                      <a:pt x="0" y="8450"/>
                    </a:cubicBezTo>
                    <a:cubicBezTo>
                      <a:pt x="0" y="13114"/>
                      <a:pt x="3784" y="16898"/>
                      <a:pt x="8416" y="16898"/>
                    </a:cubicBezTo>
                    <a:lnTo>
                      <a:pt x="83703" y="16898"/>
                    </a:lnTo>
                    <a:cubicBezTo>
                      <a:pt x="88367" y="16898"/>
                      <a:pt x="92151" y="13114"/>
                      <a:pt x="92151" y="8450"/>
                    </a:cubicBezTo>
                    <a:cubicBezTo>
                      <a:pt x="92151" y="3785"/>
                      <a:pt x="88367" y="1"/>
                      <a:pt x="83703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0" name="Google Shape;2130;p89"/>
              <p:cNvSpPr/>
              <p:nvPr/>
            </p:nvSpPr>
            <p:spPr>
              <a:xfrm>
                <a:off x="3054025" y="2426100"/>
                <a:ext cx="517050" cy="421625"/>
              </a:xfrm>
              <a:custGeom>
                <a:avLst/>
                <a:gdLst/>
                <a:ahLst/>
                <a:cxnLst/>
                <a:rect l="l" t="t" r="r" b="b"/>
                <a:pathLst>
                  <a:path w="20682" h="16865" extrusionOk="0">
                    <a:moveTo>
                      <a:pt x="0" y="0"/>
                    </a:moveTo>
                    <a:cubicBezTo>
                      <a:pt x="4665" y="0"/>
                      <a:pt x="8449" y="3784"/>
                      <a:pt x="8449" y="8416"/>
                    </a:cubicBezTo>
                    <a:cubicBezTo>
                      <a:pt x="8449" y="13081"/>
                      <a:pt x="4665" y="16865"/>
                      <a:pt x="0" y="16865"/>
                    </a:cubicBezTo>
                    <a:lnTo>
                      <a:pt x="12233" y="16865"/>
                    </a:lnTo>
                    <a:cubicBezTo>
                      <a:pt x="16897" y="16865"/>
                      <a:pt x="20681" y="13081"/>
                      <a:pt x="20681" y="8416"/>
                    </a:cubicBezTo>
                    <a:cubicBezTo>
                      <a:pt x="20681" y="3784"/>
                      <a:pt x="16897" y="0"/>
                      <a:pt x="12233" y="0"/>
                    </a:cubicBezTo>
                    <a:close/>
                  </a:path>
                </a:pathLst>
              </a:custGeom>
              <a:solidFill>
                <a:srgbClr val="8AC9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1" name="Google Shape;2131;p89"/>
              <p:cNvSpPr/>
              <p:nvPr/>
            </p:nvSpPr>
            <p:spPr>
              <a:xfrm>
                <a:off x="3054025" y="2847700"/>
                <a:ext cx="517050" cy="421650"/>
              </a:xfrm>
              <a:custGeom>
                <a:avLst/>
                <a:gdLst/>
                <a:ahLst/>
                <a:cxnLst/>
                <a:rect l="l" t="t" r="r" b="b"/>
                <a:pathLst>
                  <a:path w="20682" h="16866" extrusionOk="0">
                    <a:moveTo>
                      <a:pt x="0" y="1"/>
                    </a:moveTo>
                    <a:cubicBezTo>
                      <a:pt x="4665" y="1"/>
                      <a:pt x="8449" y="3784"/>
                      <a:pt x="8449" y="8449"/>
                    </a:cubicBezTo>
                    <a:cubicBezTo>
                      <a:pt x="8449" y="13081"/>
                      <a:pt x="4665" y="16865"/>
                      <a:pt x="0" y="16865"/>
                    </a:cubicBezTo>
                    <a:lnTo>
                      <a:pt x="12233" y="16865"/>
                    </a:lnTo>
                    <a:cubicBezTo>
                      <a:pt x="16897" y="16865"/>
                      <a:pt x="20681" y="13081"/>
                      <a:pt x="20681" y="8449"/>
                    </a:cubicBezTo>
                    <a:cubicBezTo>
                      <a:pt x="20681" y="3784"/>
                      <a:pt x="16897" y="1"/>
                      <a:pt x="12233" y="1"/>
                    </a:cubicBezTo>
                    <a:close/>
                  </a:path>
                </a:pathLst>
              </a:custGeom>
              <a:solidFill>
                <a:srgbClr val="B3DAFE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2" name="Google Shape;2132;p89"/>
              <p:cNvSpPr/>
              <p:nvPr/>
            </p:nvSpPr>
            <p:spPr>
              <a:xfrm>
                <a:off x="1914775" y="314775"/>
                <a:ext cx="1008800" cy="478725"/>
              </a:xfrm>
              <a:custGeom>
                <a:avLst/>
                <a:gdLst/>
                <a:ahLst/>
                <a:cxnLst/>
                <a:rect l="l" t="t" r="r" b="b"/>
                <a:pathLst>
                  <a:path w="40352" h="19149" extrusionOk="0">
                    <a:moveTo>
                      <a:pt x="8155" y="0"/>
                    </a:moveTo>
                    <a:cubicBezTo>
                      <a:pt x="3621" y="0"/>
                      <a:pt x="0" y="3654"/>
                      <a:pt x="0" y="8155"/>
                    </a:cubicBezTo>
                    <a:lnTo>
                      <a:pt x="0" y="17126"/>
                    </a:lnTo>
                    <a:cubicBezTo>
                      <a:pt x="0" y="18235"/>
                      <a:pt x="881" y="19148"/>
                      <a:pt x="2023" y="19148"/>
                    </a:cubicBezTo>
                    <a:lnTo>
                      <a:pt x="38329" y="19148"/>
                    </a:lnTo>
                    <a:cubicBezTo>
                      <a:pt x="39438" y="19148"/>
                      <a:pt x="40351" y="18235"/>
                      <a:pt x="40351" y="17126"/>
                    </a:cubicBezTo>
                    <a:lnTo>
                      <a:pt x="40351" y="8155"/>
                    </a:lnTo>
                    <a:cubicBezTo>
                      <a:pt x="40351" y="3654"/>
                      <a:pt x="36698" y="0"/>
                      <a:pt x="32196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3" name="Google Shape;2133;p89"/>
              <p:cNvSpPr/>
              <p:nvPr/>
            </p:nvSpPr>
            <p:spPr>
              <a:xfrm>
                <a:off x="4029350" y="4534975"/>
                <a:ext cx="2303800" cy="845675"/>
              </a:xfrm>
              <a:custGeom>
                <a:avLst/>
                <a:gdLst/>
                <a:ahLst/>
                <a:cxnLst/>
                <a:rect l="l" t="t" r="r" b="b"/>
                <a:pathLst>
                  <a:path w="92152" h="33827" extrusionOk="0">
                    <a:moveTo>
                      <a:pt x="5318" y="0"/>
                    </a:moveTo>
                    <a:cubicBezTo>
                      <a:pt x="2382" y="0"/>
                      <a:pt x="1" y="2349"/>
                      <a:pt x="1" y="5284"/>
                    </a:cubicBezTo>
                    <a:lnTo>
                      <a:pt x="1" y="9362"/>
                    </a:lnTo>
                    <a:cubicBezTo>
                      <a:pt x="1" y="22867"/>
                      <a:pt x="10961" y="33827"/>
                      <a:pt x="24466" y="33827"/>
                    </a:cubicBezTo>
                    <a:lnTo>
                      <a:pt x="67687" y="33827"/>
                    </a:lnTo>
                    <a:cubicBezTo>
                      <a:pt x="81192" y="33827"/>
                      <a:pt x="92152" y="22867"/>
                      <a:pt x="92152" y="9362"/>
                    </a:cubicBezTo>
                    <a:lnTo>
                      <a:pt x="92152" y="5284"/>
                    </a:lnTo>
                    <a:cubicBezTo>
                      <a:pt x="92152" y="2349"/>
                      <a:pt x="89803" y="0"/>
                      <a:pt x="86867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4" name="Google Shape;2134;p89"/>
              <p:cNvSpPr/>
              <p:nvPr/>
            </p:nvSpPr>
            <p:spPr>
              <a:xfrm>
                <a:off x="4029350" y="521900"/>
                <a:ext cx="2303800" cy="1904225"/>
              </a:xfrm>
              <a:custGeom>
                <a:avLst/>
                <a:gdLst/>
                <a:ahLst/>
                <a:cxnLst/>
                <a:rect l="l" t="t" r="r" b="b"/>
                <a:pathLst>
                  <a:path w="92152" h="76169" extrusionOk="0">
                    <a:moveTo>
                      <a:pt x="30990" y="1"/>
                    </a:moveTo>
                    <a:lnTo>
                      <a:pt x="30990" y="12037"/>
                    </a:lnTo>
                    <a:cubicBezTo>
                      <a:pt x="30990" y="23193"/>
                      <a:pt x="25085" y="33534"/>
                      <a:pt x="15495" y="39210"/>
                    </a:cubicBezTo>
                    <a:cubicBezTo>
                      <a:pt x="5905" y="44886"/>
                      <a:pt x="1" y="55226"/>
                      <a:pt x="1" y="66382"/>
                    </a:cubicBezTo>
                    <a:lnTo>
                      <a:pt x="1" y="70851"/>
                    </a:lnTo>
                    <a:cubicBezTo>
                      <a:pt x="1" y="73787"/>
                      <a:pt x="2382" y="76168"/>
                      <a:pt x="5318" y="76168"/>
                    </a:cubicBezTo>
                    <a:lnTo>
                      <a:pt x="86867" y="76168"/>
                    </a:lnTo>
                    <a:cubicBezTo>
                      <a:pt x="89803" y="76168"/>
                      <a:pt x="92152" y="73787"/>
                      <a:pt x="92152" y="70851"/>
                    </a:cubicBezTo>
                    <a:lnTo>
                      <a:pt x="92152" y="66382"/>
                    </a:lnTo>
                    <a:cubicBezTo>
                      <a:pt x="92152" y="55226"/>
                      <a:pt x="86280" y="44886"/>
                      <a:pt x="76690" y="39210"/>
                    </a:cubicBezTo>
                    <a:cubicBezTo>
                      <a:pt x="67067" y="33534"/>
                      <a:pt x="61196" y="23193"/>
                      <a:pt x="61196" y="12037"/>
                    </a:cubicBezTo>
                    <a:lnTo>
                      <a:pt x="61196" y="1"/>
                    </a:ln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5" name="Google Shape;2135;p89"/>
              <p:cNvSpPr/>
              <p:nvPr/>
            </p:nvSpPr>
            <p:spPr>
              <a:xfrm>
                <a:off x="4029350" y="2426100"/>
                <a:ext cx="2303800" cy="421625"/>
              </a:xfrm>
              <a:custGeom>
                <a:avLst/>
                <a:gdLst/>
                <a:ahLst/>
                <a:cxnLst/>
                <a:rect l="l" t="t" r="r" b="b"/>
                <a:pathLst>
                  <a:path w="92152" h="16865" extrusionOk="0">
                    <a:moveTo>
                      <a:pt x="8449" y="0"/>
                    </a:moveTo>
                    <a:cubicBezTo>
                      <a:pt x="3785" y="0"/>
                      <a:pt x="1" y="3784"/>
                      <a:pt x="1" y="8416"/>
                    </a:cubicBezTo>
                    <a:cubicBezTo>
                      <a:pt x="1" y="13081"/>
                      <a:pt x="3785" y="16865"/>
                      <a:pt x="8449" y="16865"/>
                    </a:cubicBezTo>
                    <a:lnTo>
                      <a:pt x="83736" y="16865"/>
                    </a:lnTo>
                    <a:cubicBezTo>
                      <a:pt x="88368" y="16865"/>
                      <a:pt x="92152" y="13081"/>
                      <a:pt x="92152" y="8416"/>
                    </a:cubicBezTo>
                    <a:cubicBezTo>
                      <a:pt x="92152" y="3784"/>
                      <a:pt x="88368" y="0"/>
                      <a:pt x="8373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6" name="Google Shape;2136;p89"/>
              <p:cNvSpPr/>
              <p:nvPr/>
            </p:nvSpPr>
            <p:spPr>
              <a:xfrm>
                <a:off x="4029350" y="2847700"/>
                <a:ext cx="2303800" cy="421650"/>
              </a:xfrm>
              <a:custGeom>
                <a:avLst/>
                <a:gdLst/>
                <a:ahLst/>
                <a:cxnLst/>
                <a:rect l="l" t="t" r="r" b="b"/>
                <a:pathLst>
                  <a:path w="92152" h="16866" extrusionOk="0">
                    <a:moveTo>
                      <a:pt x="8449" y="1"/>
                    </a:moveTo>
                    <a:cubicBezTo>
                      <a:pt x="3785" y="1"/>
                      <a:pt x="1" y="3784"/>
                      <a:pt x="1" y="8449"/>
                    </a:cubicBezTo>
                    <a:cubicBezTo>
                      <a:pt x="1" y="13081"/>
                      <a:pt x="3785" y="16865"/>
                      <a:pt x="8449" y="16865"/>
                    </a:cubicBezTo>
                    <a:lnTo>
                      <a:pt x="83736" y="16865"/>
                    </a:lnTo>
                    <a:cubicBezTo>
                      <a:pt x="88368" y="16865"/>
                      <a:pt x="92152" y="13081"/>
                      <a:pt x="92152" y="8449"/>
                    </a:cubicBezTo>
                    <a:cubicBezTo>
                      <a:pt x="92152" y="3784"/>
                      <a:pt x="88368" y="1"/>
                      <a:pt x="8373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7" name="Google Shape;2137;p89"/>
              <p:cNvSpPr/>
              <p:nvPr/>
            </p:nvSpPr>
            <p:spPr>
              <a:xfrm>
                <a:off x="4029350" y="3269325"/>
                <a:ext cx="2303800" cy="421625"/>
              </a:xfrm>
              <a:custGeom>
                <a:avLst/>
                <a:gdLst/>
                <a:ahLst/>
                <a:cxnLst/>
                <a:rect l="l" t="t" r="r" b="b"/>
                <a:pathLst>
                  <a:path w="92152" h="16865" extrusionOk="0">
                    <a:moveTo>
                      <a:pt x="8449" y="0"/>
                    </a:moveTo>
                    <a:cubicBezTo>
                      <a:pt x="3785" y="0"/>
                      <a:pt x="1" y="3784"/>
                      <a:pt x="1" y="8449"/>
                    </a:cubicBezTo>
                    <a:cubicBezTo>
                      <a:pt x="1" y="13081"/>
                      <a:pt x="3785" y="16865"/>
                      <a:pt x="8449" y="16865"/>
                    </a:cubicBezTo>
                    <a:lnTo>
                      <a:pt x="83736" y="16865"/>
                    </a:lnTo>
                    <a:cubicBezTo>
                      <a:pt x="88368" y="16865"/>
                      <a:pt x="92152" y="13081"/>
                      <a:pt x="92152" y="8449"/>
                    </a:cubicBezTo>
                    <a:cubicBezTo>
                      <a:pt x="92152" y="3784"/>
                      <a:pt x="88368" y="0"/>
                      <a:pt x="83736" y="0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8" name="Google Shape;2138;p89"/>
              <p:cNvSpPr/>
              <p:nvPr/>
            </p:nvSpPr>
            <p:spPr>
              <a:xfrm>
                <a:off x="4029350" y="3690925"/>
                <a:ext cx="2303800" cy="421625"/>
              </a:xfrm>
              <a:custGeom>
                <a:avLst/>
                <a:gdLst/>
                <a:ahLst/>
                <a:cxnLst/>
                <a:rect l="l" t="t" r="r" b="b"/>
                <a:pathLst>
                  <a:path w="92152" h="16865" extrusionOk="0">
                    <a:moveTo>
                      <a:pt x="8449" y="1"/>
                    </a:moveTo>
                    <a:cubicBezTo>
                      <a:pt x="3785" y="1"/>
                      <a:pt x="1" y="3784"/>
                      <a:pt x="1" y="8449"/>
                    </a:cubicBezTo>
                    <a:cubicBezTo>
                      <a:pt x="1" y="13114"/>
                      <a:pt x="3785" y="16865"/>
                      <a:pt x="8449" y="16865"/>
                    </a:cubicBezTo>
                    <a:lnTo>
                      <a:pt x="83736" y="16865"/>
                    </a:lnTo>
                    <a:cubicBezTo>
                      <a:pt x="88368" y="16865"/>
                      <a:pt x="92152" y="13114"/>
                      <a:pt x="92152" y="8449"/>
                    </a:cubicBezTo>
                    <a:cubicBezTo>
                      <a:pt x="92152" y="3784"/>
                      <a:pt x="88368" y="1"/>
                      <a:pt x="8373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39" name="Google Shape;2139;p89"/>
              <p:cNvSpPr/>
              <p:nvPr/>
            </p:nvSpPr>
            <p:spPr>
              <a:xfrm>
                <a:off x="4029350" y="4112525"/>
                <a:ext cx="2303800" cy="422475"/>
              </a:xfrm>
              <a:custGeom>
                <a:avLst/>
                <a:gdLst/>
                <a:ahLst/>
                <a:cxnLst/>
                <a:rect l="l" t="t" r="r" b="b"/>
                <a:pathLst>
                  <a:path w="92152" h="16899" extrusionOk="0">
                    <a:moveTo>
                      <a:pt x="8449" y="1"/>
                    </a:moveTo>
                    <a:cubicBezTo>
                      <a:pt x="3785" y="1"/>
                      <a:pt x="1" y="3785"/>
                      <a:pt x="1" y="8450"/>
                    </a:cubicBezTo>
                    <a:cubicBezTo>
                      <a:pt x="1" y="13114"/>
                      <a:pt x="3785" y="16898"/>
                      <a:pt x="8449" y="16898"/>
                    </a:cubicBezTo>
                    <a:lnTo>
                      <a:pt x="83736" y="16898"/>
                    </a:lnTo>
                    <a:cubicBezTo>
                      <a:pt x="88368" y="16898"/>
                      <a:pt x="92152" y="13114"/>
                      <a:pt x="92152" y="8450"/>
                    </a:cubicBezTo>
                    <a:cubicBezTo>
                      <a:pt x="92152" y="3785"/>
                      <a:pt x="88368" y="1"/>
                      <a:pt x="83736" y="1"/>
                    </a:cubicBezTo>
                    <a:close/>
                  </a:path>
                </a:pathLst>
              </a:custGeom>
              <a:solidFill>
                <a:schemeClr val="accent3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0" name="Google Shape;2140;p89"/>
              <p:cNvSpPr/>
              <p:nvPr/>
            </p:nvSpPr>
            <p:spPr>
              <a:xfrm>
                <a:off x="4676850" y="314775"/>
                <a:ext cx="1009625" cy="478725"/>
              </a:xfrm>
              <a:custGeom>
                <a:avLst/>
                <a:gdLst/>
                <a:ahLst/>
                <a:cxnLst/>
                <a:rect l="l" t="t" r="r" b="b"/>
                <a:pathLst>
                  <a:path w="40385" h="19149" extrusionOk="0">
                    <a:moveTo>
                      <a:pt x="8156" y="0"/>
                    </a:moveTo>
                    <a:cubicBezTo>
                      <a:pt x="3654" y="0"/>
                      <a:pt x="1" y="3654"/>
                      <a:pt x="1" y="8155"/>
                    </a:cubicBezTo>
                    <a:lnTo>
                      <a:pt x="1" y="17126"/>
                    </a:lnTo>
                    <a:cubicBezTo>
                      <a:pt x="1" y="18235"/>
                      <a:pt x="914" y="19148"/>
                      <a:pt x="2056" y="19148"/>
                    </a:cubicBezTo>
                    <a:lnTo>
                      <a:pt x="38329" y="19148"/>
                    </a:lnTo>
                    <a:cubicBezTo>
                      <a:pt x="39471" y="19148"/>
                      <a:pt x="40384" y="18235"/>
                      <a:pt x="40384" y="17126"/>
                    </a:cubicBezTo>
                    <a:lnTo>
                      <a:pt x="40384" y="8155"/>
                    </a:lnTo>
                    <a:cubicBezTo>
                      <a:pt x="40384" y="3654"/>
                      <a:pt x="36731" y="0"/>
                      <a:pt x="32229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1" name="Google Shape;2141;p89"/>
              <p:cNvSpPr/>
              <p:nvPr/>
            </p:nvSpPr>
            <p:spPr>
              <a:xfrm>
                <a:off x="2615275" y="1232400"/>
                <a:ext cx="2369050" cy="2158250"/>
              </a:xfrm>
              <a:custGeom>
                <a:avLst/>
                <a:gdLst/>
                <a:ahLst/>
                <a:cxnLst/>
                <a:rect l="l" t="t" r="r" b="b"/>
                <a:pathLst>
                  <a:path w="94762" h="86330" extrusionOk="0">
                    <a:moveTo>
                      <a:pt x="47369" y="1"/>
                    </a:moveTo>
                    <a:cubicBezTo>
                      <a:pt x="36323" y="1"/>
                      <a:pt x="25281" y="4217"/>
                      <a:pt x="16865" y="12649"/>
                    </a:cubicBezTo>
                    <a:cubicBezTo>
                      <a:pt x="1" y="29481"/>
                      <a:pt x="1" y="56816"/>
                      <a:pt x="16865" y="73681"/>
                    </a:cubicBezTo>
                    <a:cubicBezTo>
                      <a:pt x="25281" y="82113"/>
                      <a:pt x="36323" y="86329"/>
                      <a:pt x="47369" y="86329"/>
                    </a:cubicBezTo>
                    <a:cubicBezTo>
                      <a:pt x="58415" y="86329"/>
                      <a:pt x="69465" y="82113"/>
                      <a:pt x="77897" y="73681"/>
                    </a:cubicBezTo>
                    <a:cubicBezTo>
                      <a:pt x="94762" y="56816"/>
                      <a:pt x="94762" y="29481"/>
                      <a:pt x="77897" y="12649"/>
                    </a:cubicBezTo>
                    <a:cubicBezTo>
                      <a:pt x="69465" y="4217"/>
                      <a:pt x="58415" y="1"/>
                      <a:pt x="47369" y="1"/>
                    </a:cubicBezTo>
                    <a:close/>
                  </a:path>
                </a:pathLst>
              </a:custGeom>
              <a:solidFill>
                <a:schemeClr val="dk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2" name="Google Shape;2142;p89"/>
              <p:cNvSpPr/>
              <p:nvPr/>
            </p:nvSpPr>
            <p:spPr>
              <a:xfrm>
                <a:off x="3297050" y="1577975"/>
                <a:ext cx="1007975" cy="1466750"/>
              </a:xfrm>
              <a:custGeom>
                <a:avLst/>
                <a:gdLst/>
                <a:ahLst/>
                <a:cxnLst/>
                <a:rect l="l" t="t" r="r" b="b"/>
                <a:pathLst>
                  <a:path w="40319" h="58670" extrusionOk="0">
                    <a:moveTo>
                      <a:pt x="28053" y="0"/>
                    </a:moveTo>
                    <a:cubicBezTo>
                      <a:pt x="27205" y="33"/>
                      <a:pt x="26390" y="522"/>
                      <a:pt x="25672" y="1240"/>
                    </a:cubicBezTo>
                    <a:cubicBezTo>
                      <a:pt x="17713" y="8808"/>
                      <a:pt x="9721" y="16310"/>
                      <a:pt x="1762" y="23878"/>
                    </a:cubicBezTo>
                    <a:cubicBezTo>
                      <a:pt x="0" y="25542"/>
                      <a:pt x="261" y="28054"/>
                      <a:pt x="2284" y="29293"/>
                    </a:cubicBezTo>
                    <a:cubicBezTo>
                      <a:pt x="6687" y="31935"/>
                      <a:pt x="11189" y="34447"/>
                      <a:pt x="15625" y="36991"/>
                    </a:cubicBezTo>
                    <a:cubicBezTo>
                      <a:pt x="15886" y="37154"/>
                      <a:pt x="16016" y="37285"/>
                      <a:pt x="15886" y="37644"/>
                    </a:cubicBezTo>
                    <a:cubicBezTo>
                      <a:pt x="14418" y="41069"/>
                      <a:pt x="12983" y="44494"/>
                      <a:pt x="11580" y="47919"/>
                    </a:cubicBezTo>
                    <a:cubicBezTo>
                      <a:pt x="10667" y="50072"/>
                      <a:pt x="9786" y="52160"/>
                      <a:pt x="8938" y="54313"/>
                    </a:cubicBezTo>
                    <a:cubicBezTo>
                      <a:pt x="8318" y="55911"/>
                      <a:pt x="9068" y="57607"/>
                      <a:pt x="10569" y="58325"/>
                    </a:cubicBezTo>
                    <a:cubicBezTo>
                      <a:pt x="11049" y="58553"/>
                      <a:pt x="11521" y="58670"/>
                      <a:pt x="11990" y="58670"/>
                    </a:cubicBezTo>
                    <a:cubicBezTo>
                      <a:pt x="12858" y="58670"/>
                      <a:pt x="13713" y="58270"/>
                      <a:pt x="14581" y="57444"/>
                    </a:cubicBezTo>
                    <a:cubicBezTo>
                      <a:pt x="22573" y="49876"/>
                      <a:pt x="30532" y="42341"/>
                      <a:pt x="38492" y="34806"/>
                    </a:cubicBezTo>
                    <a:cubicBezTo>
                      <a:pt x="40318" y="33077"/>
                      <a:pt x="39959" y="30533"/>
                      <a:pt x="37807" y="29293"/>
                    </a:cubicBezTo>
                    <a:cubicBezTo>
                      <a:pt x="33403" y="26749"/>
                      <a:pt x="29032" y="24204"/>
                      <a:pt x="24628" y="21660"/>
                    </a:cubicBezTo>
                    <a:cubicBezTo>
                      <a:pt x="24335" y="21530"/>
                      <a:pt x="24237" y="21366"/>
                      <a:pt x="24400" y="21040"/>
                    </a:cubicBezTo>
                    <a:cubicBezTo>
                      <a:pt x="26716" y="15495"/>
                      <a:pt x="29130" y="9949"/>
                      <a:pt x="31315" y="4339"/>
                    </a:cubicBezTo>
                    <a:cubicBezTo>
                      <a:pt x="32131" y="2219"/>
                      <a:pt x="30500" y="0"/>
                      <a:pt x="28053" y="0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3" name="Google Shape;2143;p89"/>
              <p:cNvSpPr/>
              <p:nvPr/>
            </p:nvSpPr>
            <p:spPr>
              <a:xfrm>
                <a:off x="1190625" y="238125"/>
                <a:ext cx="5219200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08768" extrusionOk="0">
                    <a:moveTo>
                      <a:pt x="61162" y="6133"/>
                    </a:moveTo>
                    <a:cubicBezTo>
                      <a:pt x="63968" y="6133"/>
                      <a:pt x="66251" y="8416"/>
                      <a:pt x="66251" y="11221"/>
                    </a:cubicBezTo>
                    <a:lnTo>
                      <a:pt x="66251" y="19180"/>
                    </a:lnTo>
                    <a:lnTo>
                      <a:pt x="32000" y="19180"/>
                    </a:lnTo>
                    <a:lnTo>
                      <a:pt x="32000" y="11221"/>
                    </a:lnTo>
                    <a:cubicBezTo>
                      <a:pt x="32000" y="8416"/>
                      <a:pt x="34283" y="6133"/>
                      <a:pt x="37121" y="6133"/>
                    </a:cubicBezTo>
                    <a:close/>
                    <a:moveTo>
                      <a:pt x="171678" y="6133"/>
                    </a:moveTo>
                    <a:cubicBezTo>
                      <a:pt x="174484" y="6133"/>
                      <a:pt x="176767" y="8416"/>
                      <a:pt x="176767" y="11221"/>
                    </a:cubicBezTo>
                    <a:lnTo>
                      <a:pt x="176767" y="19180"/>
                    </a:lnTo>
                    <a:lnTo>
                      <a:pt x="142516" y="19180"/>
                    </a:lnTo>
                    <a:lnTo>
                      <a:pt x="142516" y="11221"/>
                    </a:lnTo>
                    <a:cubicBezTo>
                      <a:pt x="142516" y="8416"/>
                      <a:pt x="144800" y="6133"/>
                      <a:pt x="147605" y="6133"/>
                    </a:cubicBezTo>
                    <a:close/>
                    <a:moveTo>
                      <a:pt x="171744" y="25280"/>
                    </a:moveTo>
                    <a:cubicBezTo>
                      <a:pt x="172037" y="30630"/>
                      <a:pt x="173570" y="35882"/>
                      <a:pt x="176213" y="40546"/>
                    </a:cubicBezTo>
                    <a:cubicBezTo>
                      <a:pt x="179214" y="45766"/>
                      <a:pt x="183487" y="50137"/>
                      <a:pt x="188673" y="53203"/>
                    </a:cubicBezTo>
                    <a:cubicBezTo>
                      <a:pt x="197285" y="58292"/>
                      <a:pt x="202667" y="67719"/>
                      <a:pt x="202667" y="77733"/>
                    </a:cubicBezTo>
                    <a:lnTo>
                      <a:pt x="202667" y="82202"/>
                    </a:lnTo>
                    <a:cubicBezTo>
                      <a:pt x="202667" y="83442"/>
                      <a:pt x="201656" y="84453"/>
                      <a:pt x="200416" y="84453"/>
                    </a:cubicBezTo>
                    <a:lnTo>
                      <a:pt x="150606" y="84453"/>
                    </a:lnTo>
                    <a:cubicBezTo>
                      <a:pt x="151030" y="70720"/>
                      <a:pt x="145419" y="58031"/>
                      <a:pt x="135992" y="49223"/>
                    </a:cubicBezTo>
                    <a:cubicBezTo>
                      <a:pt x="142842" y="43123"/>
                      <a:pt x="147018" y="34479"/>
                      <a:pt x="147540" y="25280"/>
                    </a:cubicBezTo>
                    <a:close/>
                    <a:moveTo>
                      <a:pt x="58781" y="90585"/>
                    </a:moveTo>
                    <a:cubicBezTo>
                      <a:pt x="59401" y="94337"/>
                      <a:pt x="60477" y="97925"/>
                      <a:pt x="61978" y="101317"/>
                    </a:cubicBezTo>
                    <a:lnTo>
                      <a:pt x="11482" y="101317"/>
                    </a:lnTo>
                    <a:cubicBezTo>
                      <a:pt x="8514" y="101317"/>
                      <a:pt x="6100" y="98903"/>
                      <a:pt x="6133" y="95935"/>
                    </a:cubicBezTo>
                    <a:cubicBezTo>
                      <a:pt x="6133" y="94500"/>
                      <a:pt x="6687" y="93162"/>
                      <a:pt x="7698" y="92151"/>
                    </a:cubicBezTo>
                    <a:cubicBezTo>
                      <a:pt x="8710" y="91140"/>
                      <a:pt x="10047" y="90585"/>
                      <a:pt x="11482" y="90585"/>
                    </a:cubicBezTo>
                    <a:close/>
                    <a:moveTo>
                      <a:pt x="197285" y="90585"/>
                    </a:moveTo>
                    <a:cubicBezTo>
                      <a:pt x="200253" y="90585"/>
                      <a:pt x="202667" y="92999"/>
                      <a:pt x="202667" y="95935"/>
                    </a:cubicBezTo>
                    <a:cubicBezTo>
                      <a:pt x="202667" y="97370"/>
                      <a:pt x="202080" y="98740"/>
                      <a:pt x="201069" y="99752"/>
                    </a:cubicBezTo>
                    <a:cubicBezTo>
                      <a:pt x="200058" y="100763"/>
                      <a:pt x="198720" y="101317"/>
                      <a:pt x="197285" y="101317"/>
                    </a:cubicBezTo>
                    <a:lnTo>
                      <a:pt x="146789" y="101317"/>
                    </a:lnTo>
                    <a:cubicBezTo>
                      <a:pt x="148290" y="97925"/>
                      <a:pt x="149366" y="94337"/>
                      <a:pt x="149986" y="90585"/>
                    </a:cubicBezTo>
                    <a:close/>
                    <a:moveTo>
                      <a:pt x="112506" y="56661"/>
                    </a:moveTo>
                    <a:cubicBezTo>
                      <a:pt x="112669" y="56693"/>
                      <a:pt x="112702" y="56791"/>
                      <a:pt x="112702" y="56824"/>
                    </a:cubicBezTo>
                    <a:cubicBezTo>
                      <a:pt x="110549" y="62402"/>
                      <a:pt x="108135" y="67947"/>
                      <a:pt x="105819" y="73427"/>
                    </a:cubicBezTo>
                    <a:cubicBezTo>
                      <a:pt x="105101" y="75156"/>
                      <a:pt x="105721" y="76983"/>
                      <a:pt x="107352" y="77929"/>
                    </a:cubicBezTo>
                    <a:cubicBezTo>
                      <a:pt x="111756" y="80441"/>
                      <a:pt x="116127" y="83018"/>
                      <a:pt x="120530" y="85529"/>
                    </a:cubicBezTo>
                    <a:cubicBezTo>
                      <a:pt x="120987" y="85790"/>
                      <a:pt x="120987" y="85855"/>
                      <a:pt x="120661" y="86149"/>
                    </a:cubicBezTo>
                    <a:cubicBezTo>
                      <a:pt x="114333" y="92151"/>
                      <a:pt x="96783" y="108983"/>
                      <a:pt x="96229" y="109211"/>
                    </a:cubicBezTo>
                    <a:cubicBezTo>
                      <a:pt x="96163" y="109179"/>
                      <a:pt x="96000" y="109113"/>
                      <a:pt x="96033" y="109016"/>
                    </a:cubicBezTo>
                    <a:cubicBezTo>
                      <a:pt x="98153" y="103535"/>
                      <a:pt x="100795" y="97501"/>
                      <a:pt x="102948" y="92412"/>
                    </a:cubicBezTo>
                    <a:cubicBezTo>
                      <a:pt x="103568" y="90977"/>
                      <a:pt x="103307" y="89052"/>
                      <a:pt x="101415" y="87943"/>
                    </a:cubicBezTo>
                    <a:cubicBezTo>
                      <a:pt x="96979" y="85399"/>
                      <a:pt x="92510" y="82920"/>
                      <a:pt x="88139" y="80245"/>
                    </a:cubicBezTo>
                    <a:cubicBezTo>
                      <a:pt x="87813" y="80049"/>
                      <a:pt x="87813" y="79984"/>
                      <a:pt x="88106" y="79690"/>
                    </a:cubicBezTo>
                    <a:cubicBezTo>
                      <a:pt x="96620" y="71633"/>
                      <a:pt x="111756" y="57150"/>
                      <a:pt x="112506" y="56661"/>
                    </a:cubicBezTo>
                    <a:close/>
                    <a:moveTo>
                      <a:pt x="112648" y="50589"/>
                    </a:moveTo>
                    <a:cubicBezTo>
                      <a:pt x="110962" y="50589"/>
                      <a:pt x="109231" y="51269"/>
                      <a:pt x="107809" y="52616"/>
                    </a:cubicBezTo>
                    <a:cubicBezTo>
                      <a:pt x="99817" y="60249"/>
                      <a:pt x="91890" y="67686"/>
                      <a:pt x="83898" y="75254"/>
                    </a:cubicBezTo>
                    <a:cubicBezTo>
                      <a:pt x="82365" y="76722"/>
                      <a:pt x="81615" y="78679"/>
                      <a:pt x="81811" y="80702"/>
                    </a:cubicBezTo>
                    <a:cubicBezTo>
                      <a:pt x="82039" y="82659"/>
                      <a:pt x="83181" y="84420"/>
                      <a:pt x="84975" y="85497"/>
                    </a:cubicBezTo>
                    <a:cubicBezTo>
                      <a:pt x="88791" y="87780"/>
                      <a:pt x="92608" y="89966"/>
                      <a:pt x="96424" y="92151"/>
                    </a:cubicBezTo>
                    <a:cubicBezTo>
                      <a:pt x="94532" y="96620"/>
                      <a:pt x="92216" y="102002"/>
                      <a:pt x="90357" y="106830"/>
                    </a:cubicBezTo>
                    <a:cubicBezTo>
                      <a:pt x="89150" y="109864"/>
                      <a:pt x="90520" y="113224"/>
                      <a:pt x="93489" y="114659"/>
                    </a:cubicBezTo>
                    <a:cubicBezTo>
                      <a:pt x="94366" y="115092"/>
                      <a:pt x="95296" y="115327"/>
                      <a:pt x="96245" y="115327"/>
                    </a:cubicBezTo>
                    <a:cubicBezTo>
                      <a:pt x="97799" y="115327"/>
                      <a:pt x="99407" y="114694"/>
                      <a:pt x="100926" y="113256"/>
                    </a:cubicBezTo>
                    <a:cubicBezTo>
                      <a:pt x="108787" y="105819"/>
                      <a:pt x="117007" y="98055"/>
                      <a:pt x="124869" y="90618"/>
                    </a:cubicBezTo>
                    <a:cubicBezTo>
                      <a:pt x="126435" y="89117"/>
                      <a:pt x="127185" y="87128"/>
                      <a:pt x="126924" y="85138"/>
                    </a:cubicBezTo>
                    <a:cubicBezTo>
                      <a:pt x="126696" y="83115"/>
                      <a:pt x="125489" y="81321"/>
                      <a:pt x="123597" y="80245"/>
                    </a:cubicBezTo>
                    <a:cubicBezTo>
                      <a:pt x="119845" y="78092"/>
                      <a:pt x="116094" y="75906"/>
                      <a:pt x="112343" y="73754"/>
                    </a:cubicBezTo>
                    <a:cubicBezTo>
                      <a:pt x="114398" y="68926"/>
                      <a:pt x="116486" y="64000"/>
                      <a:pt x="118410" y="59042"/>
                    </a:cubicBezTo>
                    <a:cubicBezTo>
                      <a:pt x="119160" y="57150"/>
                      <a:pt x="118899" y="54997"/>
                      <a:pt x="117758" y="53333"/>
                    </a:cubicBezTo>
                    <a:cubicBezTo>
                      <a:pt x="116481" y="51497"/>
                      <a:pt x="114595" y="50589"/>
                      <a:pt x="112648" y="50589"/>
                    </a:cubicBezTo>
                    <a:close/>
                    <a:moveTo>
                      <a:pt x="65207" y="107450"/>
                    </a:moveTo>
                    <a:cubicBezTo>
                      <a:pt x="67751" y="111495"/>
                      <a:pt x="70883" y="115116"/>
                      <a:pt x="74504" y="118182"/>
                    </a:cubicBezTo>
                    <a:lnTo>
                      <a:pt x="11482" y="118182"/>
                    </a:lnTo>
                    <a:cubicBezTo>
                      <a:pt x="8514" y="118182"/>
                      <a:pt x="6100" y="115768"/>
                      <a:pt x="6100" y="112832"/>
                    </a:cubicBezTo>
                    <a:cubicBezTo>
                      <a:pt x="6100" y="111397"/>
                      <a:pt x="6687" y="110027"/>
                      <a:pt x="7698" y="109016"/>
                    </a:cubicBezTo>
                    <a:cubicBezTo>
                      <a:pt x="8710" y="108004"/>
                      <a:pt x="10047" y="107450"/>
                      <a:pt x="11482" y="107450"/>
                    </a:cubicBezTo>
                    <a:close/>
                    <a:moveTo>
                      <a:pt x="197285" y="107450"/>
                    </a:moveTo>
                    <a:cubicBezTo>
                      <a:pt x="200253" y="107450"/>
                      <a:pt x="202667" y="109864"/>
                      <a:pt x="202667" y="112832"/>
                    </a:cubicBezTo>
                    <a:cubicBezTo>
                      <a:pt x="202667" y="114267"/>
                      <a:pt x="202080" y="115605"/>
                      <a:pt x="201069" y="116616"/>
                    </a:cubicBezTo>
                    <a:cubicBezTo>
                      <a:pt x="200058" y="117627"/>
                      <a:pt x="198720" y="118182"/>
                      <a:pt x="197285" y="118182"/>
                    </a:cubicBezTo>
                    <a:lnTo>
                      <a:pt x="134263" y="118182"/>
                    </a:lnTo>
                    <a:cubicBezTo>
                      <a:pt x="137884" y="115116"/>
                      <a:pt x="141016" y="111495"/>
                      <a:pt x="143560" y="107450"/>
                    </a:cubicBezTo>
                    <a:close/>
                    <a:moveTo>
                      <a:pt x="61227" y="25280"/>
                    </a:moveTo>
                    <a:cubicBezTo>
                      <a:pt x="61521" y="30630"/>
                      <a:pt x="63054" y="35882"/>
                      <a:pt x="65729" y="40546"/>
                    </a:cubicBezTo>
                    <a:cubicBezTo>
                      <a:pt x="67588" y="43841"/>
                      <a:pt x="69970" y="46744"/>
                      <a:pt x="72742" y="49223"/>
                    </a:cubicBezTo>
                    <a:cubicBezTo>
                      <a:pt x="70426" y="51376"/>
                      <a:pt x="68339" y="53790"/>
                      <a:pt x="66479" y="56432"/>
                    </a:cubicBezTo>
                    <a:cubicBezTo>
                      <a:pt x="65501" y="57835"/>
                      <a:pt x="65860" y="59727"/>
                      <a:pt x="67230" y="60706"/>
                    </a:cubicBezTo>
                    <a:cubicBezTo>
                      <a:pt x="67768" y="61081"/>
                      <a:pt x="68378" y="61260"/>
                      <a:pt x="68982" y="61260"/>
                    </a:cubicBezTo>
                    <a:cubicBezTo>
                      <a:pt x="69950" y="61260"/>
                      <a:pt x="70900" y="60800"/>
                      <a:pt x="71503" y="59955"/>
                    </a:cubicBezTo>
                    <a:cubicBezTo>
                      <a:pt x="79005" y="49223"/>
                      <a:pt x="91303" y="42797"/>
                      <a:pt x="104384" y="42797"/>
                    </a:cubicBezTo>
                    <a:cubicBezTo>
                      <a:pt x="128033" y="42797"/>
                      <a:pt x="147116" y="63576"/>
                      <a:pt x="144278" y="87160"/>
                    </a:cubicBezTo>
                    <a:cubicBezTo>
                      <a:pt x="141864" y="107254"/>
                      <a:pt x="125326" y="123042"/>
                      <a:pt x="104384" y="123042"/>
                    </a:cubicBezTo>
                    <a:cubicBezTo>
                      <a:pt x="83703" y="123042"/>
                      <a:pt x="66642" y="107352"/>
                      <a:pt x="64489" y="87226"/>
                    </a:cubicBezTo>
                    <a:cubicBezTo>
                      <a:pt x="63837" y="81191"/>
                      <a:pt x="64522" y="75319"/>
                      <a:pt x="66545" y="69578"/>
                    </a:cubicBezTo>
                    <a:cubicBezTo>
                      <a:pt x="67099" y="67980"/>
                      <a:pt x="66251" y="66251"/>
                      <a:pt x="64685" y="65696"/>
                    </a:cubicBezTo>
                    <a:cubicBezTo>
                      <a:pt x="64341" y="65570"/>
                      <a:pt x="63988" y="65510"/>
                      <a:pt x="63642" y="65510"/>
                    </a:cubicBezTo>
                    <a:cubicBezTo>
                      <a:pt x="62383" y="65510"/>
                      <a:pt x="61206" y="66302"/>
                      <a:pt x="60771" y="67556"/>
                    </a:cubicBezTo>
                    <a:cubicBezTo>
                      <a:pt x="58846" y="72971"/>
                      <a:pt x="57998" y="78679"/>
                      <a:pt x="58161" y="84453"/>
                    </a:cubicBezTo>
                    <a:lnTo>
                      <a:pt x="8351" y="84453"/>
                    </a:lnTo>
                    <a:cubicBezTo>
                      <a:pt x="7111" y="84453"/>
                      <a:pt x="6100" y="83442"/>
                      <a:pt x="6100" y="82202"/>
                    </a:cubicBezTo>
                    <a:lnTo>
                      <a:pt x="6100" y="77733"/>
                    </a:lnTo>
                    <a:cubicBezTo>
                      <a:pt x="6100" y="72808"/>
                      <a:pt x="7405" y="67915"/>
                      <a:pt x="9851" y="63609"/>
                    </a:cubicBezTo>
                    <a:cubicBezTo>
                      <a:pt x="12298" y="59303"/>
                      <a:pt x="15853" y="55715"/>
                      <a:pt x="20094" y="53203"/>
                    </a:cubicBezTo>
                    <a:cubicBezTo>
                      <a:pt x="30043" y="47299"/>
                      <a:pt x="36404" y="36730"/>
                      <a:pt x="37024" y="25280"/>
                    </a:cubicBezTo>
                    <a:close/>
                    <a:moveTo>
                      <a:pt x="83768" y="124314"/>
                    </a:moveTo>
                    <a:cubicBezTo>
                      <a:pt x="86280" y="125554"/>
                      <a:pt x="88889" y="126598"/>
                      <a:pt x="91629" y="127381"/>
                    </a:cubicBezTo>
                    <a:cubicBezTo>
                      <a:pt x="91955" y="128098"/>
                      <a:pt x="92151" y="128881"/>
                      <a:pt x="92151" y="129697"/>
                    </a:cubicBezTo>
                    <a:cubicBezTo>
                      <a:pt x="92151" y="131132"/>
                      <a:pt x="91597" y="132469"/>
                      <a:pt x="90585" y="133480"/>
                    </a:cubicBezTo>
                    <a:cubicBezTo>
                      <a:pt x="89574" y="134492"/>
                      <a:pt x="88204" y="135079"/>
                      <a:pt x="86769" y="135079"/>
                    </a:cubicBezTo>
                    <a:lnTo>
                      <a:pt x="11482" y="135079"/>
                    </a:lnTo>
                    <a:cubicBezTo>
                      <a:pt x="8514" y="135079"/>
                      <a:pt x="6100" y="132665"/>
                      <a:pt x="6100" y="129697"/>
                    </a:cubicBezTo>
                    <a:cubicBezTo>
                      <a:pt x="6100" y="128261"/>
                      <a:pt x="6687" y="126891"/>
                      <a:pt x="7698" y="125880"/>
                    </a:cubicBezTo>
                    <a:cubicBezTo>
                      <a:pt x="8710" y="124869"/>
                      <a:pt x="10047" y="124314"/>
                      <a:pt x="11482" y="124314"/>
                    </a:cubicBezTo>
                    <a:close/>
                    <a:moveTo>
                      <a:pt x="197285" y="124314"/>
                    </a:moveTo>
                    <a:cubicBezTo>
                      <a:pt x="200253" y="124314"/>
                      <a:pt x="202667" y="126728"/>
                      <a:pt x="202667" y="129697"/>
                    </a:cubicBezTo>
                    <a:cubicBezTo>
                      <a:pt x="202667" y="131132"/>
                      <a:pt x="202080" y="132469"/>
                      <a:pt x="201069" y="133480"/>
                    </a:cubicBezTo>
                    <a:cubicBezTo>
                      <a:pt x="200058" y="134492"/>
                      <a:pt x="198720" y="135079"/>
                      <a:pt x="197285" y="135079"/>
                    </a:cubicBezTo>
                    <a:lnTo>
                      <a:pt x="121998" y="135079"/>
                    </a:lnTo>
                    <a:cubicBezTo>
                      <a:pt x="119030" y="135079"/>
                      <a:pt x="116616" y="132665"/>
                      <a:pt x="116616" y="129697"/>
                    </a:cubicBezTo>
                    <a:cubicBezTo>
                      <a:pt x="116616" y="128881"/>
                      <a:pt x="116812" y="128098"/>
                      <a:pt x="117138" y="127381"/>
                    </a:cubicBezTo>
                    <a:cubicBezTo>
                      <a:pt x="119878" y="126598"/>
                      <a:pt x="122488" y="125554"/>
                      <a:pt x="124999" y="124314"/>
                    </a:cubicBezTo>
                    <a:close/>
                    <a:moveTo>
                      <a:pt x="86769" y="141179"/>
                    </a:moveTo>
                    <a:cubicBezTo>
                      <a:pt x="89737" y="141179"/>
                      <a:pt x="92151" y="143593"/>
                      <a:pt x="92151" y="146561"/>
                    </a:cubicBezTo>
                    <a:cubicBezTo>
                      <a:pt x="92151" y="149529"/>
                      <a:pt x="89737" y="151943"/>
                      <a:pt x="86769" y="151943"/>
                    </a:cubicBezTo>
                    <a:lnTo>
                      <a:pt x="11482" y="151943"/>
                    </a:lnTo>
                    <a:cubicBezTo>
                      <a:pt x="8514" y="151943"/>
                      <a:pt x="6133" y="149529"/>
                      <a:pt x="6133" y="146561"/>
                    </a:cubicBezTo>
                    <a:cubicBezTo>
                      <a:pt x="6133" y="143593"/>
                      <a:pt x="8514" y="141179"/>
                      <a:pt x="11482" y="141179"/>
                    </a:cubicBezTo>
                    <a:close/>
                    <a:moveTo>
                      <a:pt x="86769" y="158043"/>
                    </a:moveTo>
                    <a:cubicBezTo>
                      <a:pt x="89737" y="158043"/>
                      <a:pt x="92151" y="160457"/>
                      <a:pt x="92151" y="163426"/>
                    </a:cubicBezTo>
                    <a:cubicBezTo>
                      <a:pt x="92151" y="166394"/>
                      <a:pt x="89737" y="168808"/>
                      <a:pt x="86769" y="168808"/>
                    </a:cubicBezTo>
                    <a:lnTo>
                      <a:pt x="11482" y="168808"/>
                    </a:lnTo>
                    <a:cubicBezTo>
                      <a:pt x="8514" y="168808"/>
                      <a:pt x="6133" y="166394"/>
                      <a:pt x="6133" y="163426"/>
                    </a:cubicBezTo>
                    <a:cubicBezTo>
                      <a:pt x="6133" y="160457"/>
                      <a:pt x="8514" y="158043"/>
                      <a:pt x="11482" y="158043"/>
                    </a:cubicBezTo>
                    <a:close/>
                    <a:moveTo>
                      <a:pt x="197285" y="141179"/>
                    </a:moveTo>
                    <a:cubicBezTo>
                      <a:pt x="200253" y="141179"/>
                      <a:pt x="202635" y="143593"/>
                      <a:pt x="202635" y="146561"/>
                    </a:cubicBezTo>
                    <a:cubicBezTo>
                      <a:pt x="202635" y="149529"/>
                      <a:pt x="200253" y="151943"/>
                      <a:pt x="197285" y="151943"/>
                    </a:cubicBezTo>
                    <a:lnTo>
                      <a:pt x="181562" y="151943"/>
                    </a:lnTo>
                    <a:cubicBezTo>
                      <a:pt x="179866" y="151943"/>
                      <a:pt x="178496" y="153313"/>
                      <a:pt x="178496" y="154977"/>
                    </a:cubicBezTo>
                    <a:cubicBezTo>
                      <a:pt x="178496" y="156673"/>
                      <a:pt x="179866" y="158043"/>
                      <a:pt x="181562" y="158043"/>
                    </a:cubicBezTo>
                    <a:lnTo>
                      <a:pt x="197285" y="158043"/>
                    </a:lnTo>
                    <a:cubicBezTo>
                      <a:pt x="200253" y="158043"/>
                      <a:pt x="202635" y="160457"/>
                      <a:pt x="202635" y="163426"/>
                    </a:cubicBezTo>
                    <a:cubicBezTo>
                      <a:pt x="202635" y="166394"/>
                      <a:pt x="200253" y="168808"/>
                      <a:pt x="197285" y="168808"/>
                    </a:cubicBezTo>
                    <a:lnTo>
                      <a:pt x="121998" y="168808"/>
                    </a:lnTo>
                    <a:cubicBezTo>
                      <a:pt x="119030" y="168808"/>
                      <a:pt x="116616" y="166394"/>
                      <a:pt x="116616" y="163426"/>
                    </a:cubicBezTo>
                    <a:cubicBezTo>
                      <a:pt x="116616" y="160457"/>
                      <a:pt x="119030" y="158043"/>
                      <a:pt x="121998" y="158043"/>
                    </a:cubicBezTo>
                    <a:lnTo>
                      <a:pt x="169330" y="158043"/>
                    </a:lnTo>
                    <a:cubicBezTo>
                      <a:pt x="171026" y="158043"/>
                      <a:pt x="172396" y="156673"/>
                      <a:pt x="172396" y="154977"/>
                    </a:cubicBezTo>
                    <a:cubicBezTo>
                      <a:pt x="172396" y="153313"/>
                      <a:pt x="171026" y="151943"/>
                      <a:pt x="169330" y="151943"/>
                    </a:cubicBezTo>
                    <a:lnTo>
                      <a:pt x="121998" y="151943"/>
                    </a:lnTo>
                    <a:cubicBezTo>
                      <a:pt x="119030" y="151943"/>
                      <a:pt x="116616" y="149529"/>
                      <a:pt x="116616" y="146561"/>
                    </a:cubicBezTo>
                    <a:cubicBezTo>
                      <a:pt x="116616" y="143593"/>
                      <a:pt x="119030" y="141179"/>
                      <a:pt x="121998" y="141179"/>
                    </a:cubicBezTo>
                    <a:close/>
                    <a:moveTo>
                      <a:pt x="89900" y="174908"/>
                    </a:moveTo>
                    <a:cubicBezTo>
                      <a:pt x="91140" y="174908"/>
                      <a:pt x="92151" y="175919"/>
                      <a:pt x="92151" y="177158"/>
                    </a:cubicBezTo>
                    <a:lnTo>
                      <a:pt x="92151" y="181236"/>
                    </a:lnTo>
                    <a:cubicBezTo>
                      <a:pt x="92151" y="193044"/>
                      <a:pt x="82561" y="202667"/>
                      <a:pt x="70752" y="202667"/>
                    </a:cubicBezTo>
                    <a:lnTo>
                      <a:pt x="27531" y="202667"/>
                    </a:lnTo>
                    <a:cubicBezTo>
                      <a:pt x="15723" y="202667"/>
                      <a:pt x="6133" y="193044"/>
                      <a:pt x="6133" y="181236"/>
                    </a:cubicBezTo>
                    <a:lnTo>
                      <a:pt x="6133" y="177158"/>
                    </a:lnTo>
                    <a:cubicBezTo>
                      <a:pt x="6133" y="175919"/>
                      <a:pt x="7111" y="174908"/>
                      <a:pt x="8351" y="174908"/>
                    </a:cubicBezTo>
                    <a:close/>
                    <a:moveTo>
                      <a:pt x="200416" y="174908"/>
                    </a:moveTo>
                    <a:cubicBezTo>
                      <a:pt x="201656" y="174908"/>
                      <a:pt x="202667" y="175919"/>
                      <a:pt x="202667" y="177158"/>
                    </a:cubicBezTo>
                    <a:lnTo>
                      <a:pt x="202667" y="181236"/>
                    </a:lnTo>
                    <a:cubicBezTo>
                      <a:pt x="202667" y="193044"/>
                      <a:pt x="193044" y="202667"/>
                      <a:pt x="181236" y="202667"/>
                    </a:cubicBezTo>
                    <a:lnTo>
                      <a:pt x="138015" y="202667"/>
                    </a:lnTo>
                    <a:cubicBezTo>
                      <a:pt x="126206" y="202667"/>
                      <a:pt x="116616" y="193044"/>
                      <a:pt x="116616" y="181236"/>
                    </a:cubicBezTo>
                    <a:lnTo>
                      <a:pt x="116616" y="177158"/>
                    </a:lnTo>
                    <a:cubicBezTo>
                      <a:pt x="116616" y="175919"/>
                      <a:pt x="117627" y="174908"/>
                      <a:pt x="118867" y="174908"/>
                    </a:cubicBezTo>
                    <a:close/>
                    <a:moveTo>
                      <a:pt x="37121" y="0"/>
                    </a:moveTo>
                    <a:cubicBezTo>
                      <a:pt x="30924" y="0"/>
                      <a:pt x="25900" y="5023"/>
                      <a:pt x="25900" y="11221"/>
                    </a:cubicBezTo>
                    <a:lnTo>
                      <a:pt x="25900" y="20192"/>
                    </a:lnTo>
                    <a:cubicBezTo>
                      <a:pt x="25900" y="22964"/>
                      <a:pt x="28118" y="25215"/>
                      <a:pt x="30891" y="25280"/>
                    </a:cubicBezTo>
                    <a:cubicBezTo>
                      <a:pt x="30271" y="34577"/>
                      <a:pt x="25052" y="43156"/>
                      <a:pt x="16995" y="47919"/>
                    </a:cubicBezTo>
                    <a:cubicBezTo>
                      <a:pt x="11808" y="50985"/>
                      <a:pt x="7535" y="55356"/>
                      <a:pt x="4534" y="60575"/>
                    </a:cubicBezTo>
                    <a:cubicBezTo>
                      <a:pt x="1566" y="65794"/>
                      <a:pt x="0" y="71731"/>
                      <a:pt x="0" y="77733"/>
                    </a:cubicBezTo>
                    <a:lnTo>
                      <a:pt x="0" y="82202"/>
                    </a:lnTo>
                    <a:cubicBezTo>
                      <a:pt x="0" y="84681"/>
                      <a:pt x="1076" y="86899"/>
                      <a:pt x="2805" y="88432"/>
                    </a:cubicBezTo>
                    <a:cubicBezTo>
                      <a:pt x="979" y="90520"/>
                      <a:pt x="0" y="93162"/>
                      <a:pt x="0" y="95935"/>
                    </a:cubicBezTo>
                    <a:cubicBezTo>
                      <a:pt x="0" y="99262"/>
                      <a:pt x="1435" y="102263"/>
                      <a:pt x="3686" y="104384"/>
                    </a:cubicBezTo>
                    <a:cubicBezTo>
                      <a:pt x="3588" y="104481"/>
                      <a:pt x="3458" y="104579"/>
                      <a:pt x="3360" y="104677"/>
                    </a:cubicBezTo>
                    <a:cubicBezTo>
                      <a:pt x="1207" y="106863"/>
                      <a:pt x="0" y="109766"/>
                      <a:pt x="0" y="112832"/>
                    </a:cubicBezTo>
                    <a:cubicBezTo>
                      <a:pt x="0" y="116159"/>
                      <a:pt x="1435" y="119160"/>
                      <a:pt x="3686" y="121248"/>
                    </a:cubicBezTo>
                    <a:cubicBezTo>
                      <a:pt x="3588" y="121346"/>
                      <a:pt x="3458" y="121444"/>
                      <a:pt x="3360" y="121574"/>
                    </a:cubicBezTo>
                    <a:cubicBezTo>
                      <a:pt x="1207" y="123727"/>
                      <a:pt x="0" y="126630"/>
                      <a:pt x="0" y="129697"/>
                    </a:cubicBezTo>
                    <a:cubicBezTo>
                      <a:pt x="0" y="133024"/>
                      <a:pt x="1435" y="136025"/>
                      <a:pt x="3686" y="138113"/>
                    </a:cubicBezTo>
                    <a:cubicBezTo>
                      <a:pt x="1435" y="140233"/>
                      <a:pt x="0" y="143234"/>
                      <a:pt x="0" y="146561"/>
                    </a:cubicBezTo>
                    <a:cubicBezTo>
                      <a:pt x="0" y="149888"/>
                      <a:pt x="1435" y="152889"/>
                      <a:pt x="3686" y="154977"/>
                    </a:cubicBezTo>
                    <a:cubicBezTo>
                      <a:pt x="1435" y="157097"/>
                      <a:pt x="0" y="160098"/>
                      <a:pt x="0" y="163426"/>
                    </a:cubicBezTo>
                    <a:cubicBezTo>
                      <a:pt x="0" y="166296"/>
                      <a:pt x="1044" y="168906"/>
                      <a:pt x="2805" y="170928"/>
                    </a:cubicBezTo>
                    <a:cubicBezTo>
                      <a:pt x="1076" y="172461"/>
                      <a:pt x="0" y="174679"/>
                      <a:pt x="0" y="177158"/>
                    </a:cubicBezTo>
                    <a:lnTo>
                      <a:pt x="0" y="181236"/>
                    </a:lnTo>
                    <a:cubicBezTo>
                      <a:pt x="0" y="196404"/>
                      <a:pt x="12363" y="208767"/>
                      <a:pt x="27531" y="208767"/>
                    </a:cubicBezTo>
                    <a:lnTo>
                      <a:pt x="70752" y="208767"/>
                    </a:lnTo>
                    <a:cubicBezTo>
                      <a:pt x="85921" y="208767"/>
                      <a:pt x="98284" y="196404"/>
                      <a:pt x="98284" y="181236"/>
                    </a:cubicBezTo>
                    <a:lnTo>
                      <a:pt x="98284" y="177158"/>
                    </a:lnTo>
                    <a:cubicBezTo>
                      <a:pt x="98284" y="174679"/>
                      <a:pt x="97175" y="172461"/>
                      <a:pt x="95478" y="170928"/>
                    </a:cubicBezTo>
                    <a:cubicBezTo>
                      <a:pt x="97207" y="168906"/>
                      <a:pt x="98284" y="166296"/>
                      <a:pt x="98284" y="163426"/>
                    </a:cubicBezTo>
                    <a:cubicBezTo>
                      <a:pt x="98284" y="160098"/>
                      <a:pt x="96848" y="157097"/>
                      <a:pt x="94565" y="154977"/>
                    </a:cubicBezTo>
                    <a:cubicBezTo>
                      <a:pt x="96848" y="152889"/>
                      <a:pt x="98284" y="149888"/>
                      <a:pt x="98284" y="146561"/>
                    </a:cubicBezTo>
                    <a:cubicBezTo>
                      <a:pt x="98284" y="143234"/>
                      <a:pt x="96848" y="140233"/>
                      <a:pt x="94565" y="138113"/>
                    </a:cubicBezTo>
                    <a:cubicBezTo>
                      <a:pt x="94695" y="138015"/>
                      <a:pt x="94793" y="137917"/>
                      <a:pt x="94891" y="137819"/>
                    </a:cubicBezTo>
                    <a:cubicBezTo>
                      <a:pt x="97077" y="135633"/>
                      <a:pt x="98284" y="132763"/>
                      <a:pt x="98284" y="129697"/>
                    </a:cubicBezTo>
                    <a:cubicBezTo>
                      <a:pt x="98284" y="129370"/>
                      <a:pt x="98251" y="129077"/>
                      <a:pt x="98218" y="128751"/>
                    </a:cubicBezTo>
                    <a:lnTo>
                      <a:pt x="98218" y="128751"/>
                    </a:lnTo>
                    <a:cubicBezTo>
                      <a:pt x="100241" y="129012"/>
                      <a:pt x="102296" y="129175"/>
                      <a:pt x="104384" y="129175"/>
                    </a:cubicBezTo>
                    <a:cubicBezTo>
                      <a:pt x="106471" y="129175"/>
                      <a:pt x="108526" y="129012"/>
                      <a:pt x="110549" y="128751"/>
                    </a:cubicBezTo>
                    <a:lnTo>
                      <a:pt x="110549" y="128751"/>
                    </a:lnTo>
                    <a:cubicBezTo>
                      <a:pt x="110516" y="129077"/>
                      <a:pt x="110516" y="129370"/>
                      <a:pt x="110516" y="129697"/>
                    </a:cubicBezTo>
                    <a:cubicBezTo>
                      <a:pt x="110516" y="133024"/>
                      <a:pt x="111919" y="136025"/>
                      <a:pt x="114202" y="138113"/>
                    </a:cubicBezTo>
                    <a:cubicBezTo>
                      <a:pt x="111919" y="140233"/>
                      <a:pt x="110516" y="143234"/>
                      <a:pt x="110516" y="146561"/>
                    </a:cubicBezTo>
                    <a:cubicBezTo>
                      <a:pt x="110516" y="149888"/>
                      <a:pt x="111919" y="152889"/>
                      <a:pt x="114202" y="154977"/>
                    </a:cubicBezTo>
                    <a:cubicBezTo>
                      <a:pt x="111919" y="157097"/>
                      <a:pt x="110516" y="160098"/>
                      <a:pt x="110516" y="163426"/>
                    </a:cubicBezTo>
                    <a:cubicBezTo>
                      <a:pt x="110516" y="166296"/>
                      <a:pt x="111560" y="168906"/>
                      <a:pt x="113289" y="170928"/>
                    </a:cubicBezTo>
                    <a:cubicBezTo>
                      <a:pt x="111593" y="172461"/>
                      <a:pt x="110516" y="174679"/>
                      <a:pt x="110516" y="177158"/>
                    </a:cubicBezTo>
                    <a:lnTo>
                      <a:pt x="110516" y="181236"/>
                    </a:lnTo>
                    <a:cubicBezTo>
                      <a:pt x="110516" y="196437"/>
                      <a:pt x="122846" y="208767"/>
                      <a:pt x="138015" y="208767"/>
                    </a:cubicBezTo>
                    <a:lnTo>
                      <a:pt x="181236" y="208767"/>
                    </a:lnTo>
                    <a:cubicBezTo>
                      <a:pt x="196437" y="208767"/>
                      <a:pt x="208767" y="196437"/>
                      <a:pt x="208767" y="181236"/>
                    </a:cubicBezTo>
                    <a:lnTo>
                      <a:pt x="208767" y="177158"/>
                    </a:lnTo>
                    <a:cubicBezTo>
                      <a:pt x="208767" y="174679"/>
                      <a:pt x="207691" y="172461"/>
                      <a:pt x="205962" y="170928"/>
                    </a:cubicBezTo>
                    <a:cubicBezTo>
                      <a:pt x="207723" y="168906"/>
                      <a:pt x="208767" y="166296"/>
                      <a:pt x="208767" y="163426"/>
                    </a:cubicBezTo>
                    <a:cubicBezTo>
                      <a:pt x="208767" y="160098"/>
                      <a:pt x="207332" y="157097"/>
                      <a:pt x="205081" y="154977"/>
                    </a:cubicBezTo>
                    <a:cubicBezTo>
                      <a:pt x="207332" y="152889"/>
                      <a:pt x="208767" y="149888"/>
                      <a:pt x="208767" y="146561"/>
                    </a:cubicBezTo>
                    <a:cubicBezTo>
                      <a:pt x="208767" y="143234"/>
                      <a:pt x="207332" y="140233"/>
                      <a:pt x="205081" y="138113"/>
                    </a:cubicBezTo>
                    <a:cubicBezTo>
                      <a:pt x="205179" y="138015"/>
                      <a:pt x="205309" y="137917"/>
                      <a:pt x="205407" y="137819"/>
                    </a:cubicBezTo>
                    <a:cubicBezTo>
                      <a:pt x="207560" y="135633"/>
                      <a:pt x="208767" y="132763"/>
                      <a:pt x="208767" y="129697"/>
                    </a:cubicBezTo>
                    <a:cubicBezTo>
                      <a:pt x="208767" y="126369"/>
                      <a:pt x="207332" y="123368"/>
                      <a:pt x="205081" y="121248"/>
                    </a:cubicBezTo>
                    <a:cubicBezTo>
                      <a:pt x="205179" y="121150"/>
                      <a:pt x="205309" y="121052"/>
                      <a:pt x="205407" y="120954"/>
                    </a:cubicBezTo>
                    <a:cubicBezTo>
                      <a:pt x="207560" y="118769"/>
                      <a:pt x="208767" y="115898"/>
                      <a:pt x="208767" y="112832"/>
                    </a:cubicBezTo>
                    <a:cubicBezTo>
                      <a:pt x="208767" y="109505"/>
                      <a:pt x="207332" y="106504"/>
                      <a:pt x="205081" y="104384"/>
                    </a:cubicBezTo>
                    <a:cubicBezTo>
                      <a:pt x="205179" y="104286"/>
                      <a:pt x="205309" y="104188"/>
                      <a:pt x="205407" y="104090"/>
                    </a:cubicBezTo>
                    <a:cubicBezTo>
                      <a:pt x="207560" y="101904"/>
                      <a:pt x="208767" y="99001"/>
                      <a:pt x="208767" y="95935"/>
                    </a:cubicBezTo>
                    <a:cubicBezTo>
                      <a:pt x="208767" y="93064"/>
                      <a:pt x="207723" y="90455"/>
                      <a:pt x="205962" y="88432"/>
                    </a:cubicBezTo>
                    <a:cubicBezTo>
                      <a:pt x="207691" y="86899"/>
                      <a:pt x="208767" y="84681"/>
                      <a:pt x="208767" y="82202"/>
                    </a:cubicBezTo>
                    <a:lnTo>
                      <a:pt x="208767" y="77733"/>
                    </a:lnTo>
                    <a:cubicBezTo>
                      <a:pt x="208767" y="65566"/>
                      <a:pt x="202243" y="54149"/>
                      <a:pt x="191772" y="47919"/>
                    </a:cubicBezTo>
                    <a:cubicBezTo>
                      <a:pt x="187532" y="45407"/>
                      <a:pt x="183976" y="41819"/>
                      <a:pt x="181530" y="37513"/>
                    </a:cubicBezTo>
                    <a:cubicBezTo>
                      <a:pt x="179409" y="33762"/>
                      <a:pt x="178137" y="29554"/>
                      <a:pt x="177876" y="25280"/>
                    </a:cubicBezTo>
                    <a:cubicBezTo>
                      <a:pt x="180649" y="25215"/>
                      <a:pt x="182867" y="22964"/>
                      <a:pt x="182867" y="20192"/>
                    </a:cubicBezTo>
                    <a:lnTo>
                      <a:pt x="182867" y="11221"/>
                    </a:lnTo>
                    <a:cubicBezTo>
                      <a:pt x="182867" y="5023"/>
                      <a:pt x="177844" y="0"/>
                      <a:pt x="171678" y="0"/>
                    </a:cubicBezTo>
                    <a:lnTo>
                      <a:pt x="147605" y="0"/>
                    </a:lnTo>
                    <a:cubicBezTo>
                      <a:pt x="141407" y="0"/>
                      <a:pt x="136384" y="5023"/>
                      <a:pt x="136384" y="11221"/>
                    </a:cubicBezTo>
                    <a:lnTo>
                      <a:pt x="136384" y="20192"/>
                    </a:lnTo>
                    <a:cubicBezTo>
                      <a:pt x="136384" y="22964"/>
                      <a:pt x="138634" y="25215"/>
                      <a:pt x="141407" y="25280"/>
                    </a:cubicBezTo>
                    <a:cubicBezTo>
                      <a:pt x="140885" y="33044"/>
                      <a:pt x="137167" y="40318"/>
                      <a:pt x="131197" y="45276"/>
                    </a:cubicBezTo>
                    <a:cubicBezTo>
                      <a:pt x="123629" y="39894"/>
                      <a:pt x="114365" y="36697"/>
                      <a:pt x="104384" y="36697"/>
                    </a:cubicBezTo>
                    <a:cubicBezTo>
                      <a:pt x="94663" y="36697"/>
                      <a:pt x="85301" y="39764"/>
                      <a:pt x="77570" y="45276"/>
                    </a:cubicBezTo>
                    <a:cubicBezTo>
                      <a:pt x="74928" y="43123"/>
                      <a:pt x="72742" y="40514"/>
                      <a:pt x="71046" y="37513"/>
                    </a:cubicBezTo>
                    <a:cubicBezTo>
                      <a:pt x="68893" y="33762"/>
                      <a:pt x="67654" y="29554"/>
                      <a:pt x="67360" y="25280"/>
                    </a:cubicBezTo>
                    <a:cubicBezTo>
                      <a:pt x="70133" y="25215"/>
                      <a:pt x="72383" y="22964"/>
                      <a:pt x="72383" y="20192"/>
                    </a:cubicBezTo>
                    <a:lnTo>
                      <a:pt x="72383" y="11221"/>
                    </a:lnTo>
                    <a:cubicBezTo>
                      <a:pt x="72383" y="5023"/>
                      <a:pt x="67360" y="0"/>
                      <a:pt x="61162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grpSp>
        <p:nvGrpSpPr>
          <p:cNvPr id="2144" name="Google Shape;2144;p89"/>
          <p:cNvGrpSpPr/>
          <p:nvPr/>
        </p:nvGrpSpPr>
        <p:grpSpPr>
          <a:xfrm>
            <a:off x="2541267" y="2487262"/>
            <a:ext cx="1811473" cy="1578285"/>
            <a:chOff x="2660400" y="2669075"/>
            <a:chExt cx="2423700" cy="2111700"/>
          </a:xfrm>
        </p:grpSpPr>
        <p:sp>
          <p:nvSpPr>
            <p:cNvPr id="2145" name="Google Shape;2145;p89"/>
            <p:cNvSpPr/>
            <p:nvPr/>
          </p:nvSpPr>
          <p:spPr>
            <a:xfrm>
              <a:off x="2660400" y="2669075"/>
              <a:ext cx="2423700" cy="2111700"/>
            </a:xfrm>
            <a:prstGeom prst="roundRect">
              <a:avLst>
                <a:gd name="adj" fmla="val 16667"/>
              </a:avLst>
            </a:prstGeom>
            <a:solidFill>
              <a:schemeClr val="lt1"/>
            </a:solidFill>
            <a:ln w="38100" cap="flat" cmpd="sng">
              <a:solidFill>
                <a:schemeClr val="dk1"/>
              </a:solidFill>
              <a:prstDash val="solid"/>
              <a:round/>
              <a:headEnd type="none" w="sm" len="sm"/>
              <a:tailEnd type="none" w="sm" len="sm"/>
            </a:ln>
            <a:effectLst>
              <a:outerShdw blurRad="57150" dist="19050" dir="5400000" algn="bl" rotWithShape="0">
                <a:srgbClr val="000000">
                  <a:alpha val="50000"/>
                </a:srgbClr>
              </a:outerShdw>
            </a:effectLst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grpSp>
          <p:nvGrpSpPr>
            <p:cNvPr id="2146" name="Google Shape;2146;p89"/>
            <p:cNvGrpSpPr/>
            <p:nvPr/>
          </p:nvGrpSpPr>
          <p:grpSpPr>
            <a:xfrm>
              <a:off x="2933584" y="2779764"/>
              <a:ext cx="1828808" cy="1828808"/>
              <a:chOff x="1190625" y="238125"/>
              <a:chExt cx="5219200" cy="5219200"/>
            </a:xfrm>
          </p:grpSpPr>
          <p:sp>
            <p:nvSpPr>
              <p:cNvPr id="2147" name="Google Shape;2147;p89"/>
              <p:cNvSpPr/>
              <p:nvPr/>
            </p:nvSpPr>
            <p:spPr>
              <a:xfrm>
                <a:off x="1396925" y="314775"/>
                <a:ext cx="897075" cy="1286875"/>
              </a:xfrm>
              <a:custGeom>
                <a:avLst/>
                <a:gdLst/>
                <a:ahLst/>
                <a:cxnLst/>
                <a:rect l="l" t="t" r="r" b="b"/>
                <a:pathLst>
                  <a:path w="35883" h="51475" extrusionOk="0">
                    <a:moveTo>
                      <a:pt x="17958" y="0"/>
                    </a:moveTo>
                    <a:cubicBezTo>
                      <a:pt x="17338" y="0"/>
                      <a:pt x="16719" y="229"/>
                      <a:pt x="16246" y="685"/>
                    </a:cubicBezTo>
                    <a:lnTo>
                      <a:pt x="10243" y="6687"/>
                    </a:lnTo>
                    <a:cubicBezTo>
                      <a:pt x="1" y="16930"/>
                      <a:pt x="1" y="33533"/>
                      <a:pt x="10243" y="43744"/>
                    </a:cubicBezTo>
                    <a:lnTo>
                      <a:pt x="17942" y="51474"/>
                    </a:lnTo>
                    <a:lnTo>
                      <a:pt x="25640" y="43744"/>
                    </a:lnTo>
                    <a:cubicBezTo>
                      <a:pt x="35883" y="33533"/>
                      <a:pt x="35883" y="16930"/>
                      <a:pt x="25640" y="6687"/>
                    </a:cubicBezTo>
                    <a:lnTo>
                      <a:pt x="19671" y="685"/>
                    </a:lnTo>
                    <a:cubicBezTo>
                      <a:pt x="19198" y="229"/>
                      <a:pt x="18578" y="0"/>
                      <a:pt x="1795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8" name="Google Shape;2148;p89"/>
              <p:cNvSpPr/>
              <p:nvPr/>
            </p:nvSpPr>
            <p:spPr>
              <a:xfrm>
                <a:off x="1725575" y="1943250"/>
                <a:ext cx="4455075" cy="3437400"/>
              </a:xfrm>
              <a:custGeom>
                <a:avLst/>
                <a:gdLst/>
                <a:ahLst/>
                <a:cxnLst/>
                <a:rect l="l" t="t" r="r" b="b"/>
                <a:pathLst>
                  <a:path w="178203" h="137496" extrusionOk="0">
                    <a:moveTo>
                      <a:pt x="57079" y="1"/>
                    </a:moveTo>
                    <a:cubicBezTo>
                      <a:pt x="56713" y="1"/>
                      <a:pt x="56337" y="84"/>
                      <a:pt x="55976" y="264"/>
                    </a:cubicBezTo>
                    <a:lnTo>
                      <a:pt x="1" y="28643"/>
                    </a:lnTo>
                    <a:lnTo>
                      <a:pt x="1" y="137496"/>
                    </a:lnTo>
                    <a:lnTo>
                      <a:pt x="178203" y="137496"/>
                    </a:lnTo>
                    <a:lnTo>
                      <a:pt x="178203" y="3004"/>
                    </a:lnTo>
                    <a:cubicBezTo>
                      <a:pt x="178203" y="1559"/>
                      <a:pt x="177011" y="540"/>
                      <a:pt x="175743" y="540"/>
                    </a:cubicBezTo>
                    <a:cubicBezTo>
                      <a:pt x="175295" y="540"/>
                      <a:pt x="174837" y="668"/>
                      <a:pt x="174419" y="949"/>
                    </a:cubicBezTo>
                    <a:lnTo>
                      <a:pt x="126109" y="32656"/>
                    </a:lnTo>
                    <a:cubicBezTo>
                      <a:pt x="125690" y="32938"/>
                      <a:pt x="125231" y="33065"/>
                      <a:pt x="124782" y="33065"/>
                    </a:cubicBezTo>
                    <a:cubicBezTo>
                      <a:pt x="123515" y="33065"/>
                      <a:pt x="122325" y="32053"/>
                      <a:pt x="122325" y="30633"/>
                    </a:cubicBezTo>
                    <a:lnTo>
                      <a:pt x="122325" y="2711"/>
                    </a:lnTo>
                    <a:cubicBezTo>
                      <a:pt x="122325" y="1307"/>
                      <a:pt x="121153" y="275"/>
                      <a:pt x="119877" y="275"/>
                    </a:cubicBezTo>
                    <a:cubicBezTo>
                      <a:pt x="119463" y="275"/>
                      <a:pt x="119039" y="383"/>
                      <a:pt x="118639" y="623"/>
                    </a:cubicBezTo>
                    <a:lnTo>
                      <a:pt x="63218" y="33014"/>
                    </a:lnTo>
                    <a:cubicBezTo>
                      <a:pt x="62822" y="33244"/>
                      <a:pt x="62402" y="33349"/>
                      <a:pt x="61992" y="33349"/>
                    </a:cubicBezTo>
                    <a:cubicBezTo>
                      <a:pt x="60711" y="33349"/>
                      <a:pt x="59532" y="32327"/>
                      <a:pt x="59532" y="30894"/>
                    </a:cubicBezTo>
                    <a:lnTo>
                      <a:pt x="59532" y="2450"/>
                    </a:lnTo>
                    <a:cubicBezTo>
                      <a:pt x="59532" y="1027"/>
                      <a:pt x="58365" y="1"/>
                      <a:pt x="57079" y="1"/>
                    </a:cubicBezTo>
                    <a:close/>
                  </a:path>
                </a:pathLst>
              </a:custGeom>
              <a:solidFill>
                <a:schemeClr val="accen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49" name="Google Shape;2149;p89"/>
              <p:cNvSpPr/>
              <p:nvPr/>
            </p:nvSpPr>
            <p:spPr>
              <a:xfrm>
                <a:off x="1419775" y="2075425"/>
                <a:ext cx="851400" cy="3305225"/>
              </a:xfrm>
              <a:custGeom>
                <a:avLst/>
                <a:gdLst/>
                <a:ahLst/>
                <a:cxnLst/>
                <a:rect l="l" t="t" r="r" b="b"/>
                <a:pathLst>
                  <a:path w="34056" h="132209" extrusionOk="0">
                    <a:moveTo>
                      <a:pt x="8449" y="1"/>
                    </a:moveTo>
                    <a:cubicBezTo>
                      <a:pt x="7144" y="1"/>
                      <a:pt x="6067" y="1044"/>
                      <a:pt x="6002" y="2349"/>
                    </a:cubicBezTo>
                    <a:lnTo>
                      <a:pt x="0" y="132209"/>
                    </a:lnTo>
                    <a:lnTo>
                      <a:pt x="34055" y="132209"/>
                    </a:lnTo>
                    <a:lnTo>
                      <a:pt x="28053" y="2349"/>
                    </a:lnTo>
                    <a:cubicBezTo>
                      <a:pt x="27988" y="1044"/>
                      <a:pt x="26912" y="1"/>
                      <a:pt x="25607" y="1"/>
                    </a:cubicBezTo>
                    <a:close/>
                  </a:path>
                </a:pathLst>
              </a:custGeom>
              <a:solidFill>
                <a:schemeClr val="accent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0" name="Google Shape;2150;p89"/>
              <p:cNvSpPr/>
              <p:nvPr/>
            </p:nvSpPr>
            <p:spPr>
              <a:xfrm>
                <a:off x="1267275" y="5074825"/>
                <a:ext cx="5065875" cy="305825"/>
              </a:xfrm>
              <a:custGeom>
                <a:avLst/>
                <a:gdLst/>
                <a:ahLst/>
                <a:cxnLst/>
                <a:rect l="l" t="t" r="r" b="b"/>
                <a:pathLst>
                  <a:path w="202635" h="12233" extrusionOk="0">
                    <a:moveTo>
                      <a:pt x="2447" y="0"/>
                    </a:moveTo>
                    <a:cubicBezTo>
                      <a:pt x="1077" y="0"/>
                      <a:pt x="0" y="1109"/>
                      <a:pt x="0" y="2447"/>
                    </a:cubicBezTo>
                    <a:lnTo>
                      <a:pt x="0" y="9786"/>
                    </a:lnTo>
                    <a:cubicBezTo>
                      <a:pt x="0" y="11156"/>
                      <a:pt x="1077" y="12233"/>
                      <a:pt x="2447" y="12233"/>
                    </a:cubicBezTo>
                    <a:lnTo>
                      <a:pt x="200188" y="12233"/>
                    </a:lnTo>
                    <a:cubicBezTo>
                      <a:pt x="201558" y="12233"/>
                      <a:pt x="202635" y="11156"/>
                      <a:pt x="202635" y="9786"/>
                    </a:cubicBezTo>
                    <a:lnTo>
                      <a:pt x="202635" y="2447"/>
                    </a:lnTo>
                    <a:cubicBezTo>
                      <a:pt x="202635" y="1109"/>
                      <a:pt x="201558" y="0"/>
                      <a:pt x="200188" y="0"/>
                    </a:cubicBezTo>
                    <a:close/>
                  </a:path>
                </a:pathLst>
              </a:custGeom>
              <a:solidFill>
                <a:schemeClr val="lt2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1" name="Google Shape;2151;p89"/>
              <p:cNvSpPr/>
              <p:nvPr/>
            </p:nvSpPr>
            <p:spPr>
              <a:xfrm>
                <a:off x="1546975" y="2075425"/>
                <a:ext cx="596975" cy="557000"/>
              </a:xfrm>
              <a:custGeom>
                <a:avLst/>
                <a:gdLst/>
                <a:ahLst/>
                <a:cxnLst/>
                <a:rect l="l" t="t" r="r" b="b"/>
                <a:pathLst>
                  <a:path w="23879" h="22280" extrusionOk="0">
                    <a:moveTo>
                      <a:pt x="3361" y="1"/>
                    </a:moveTo>
                    <a:cubicBezTo>
                      <a:pt x="2056" y="1"/>
                      <a:pt x="979" y="1044"/>
                      <a:pt x="914" y="2349"/>
                    </a:cubicBezTo>
                    <a:lnTo>
                      <a:pt x="1" y="22280"/>
                    </a:lnTo>
                    <a:lnTo>
                      <a:pt x="23846" y="22280"/>
                    </a:lnTo>
                    <a:lnTo>
                      <a:pt x="23879" y="22247"/>
                    </a:lnTo>
                    <a:lnTo>
                      <a:pt x="22965" y="2349"/>
                    </a:lnTo>
                    <a:cubicBezTo>
                      <a:pt x="22900" y="1044"/>
                      <a:pt x="21824" y="1"/>
                      <a:pt x="20519" y="1"/>
                    </a:cubicBezTo>
                    <a:close/>
                  </a:path>
                </a:pathLst>
              </a:custGeom>
              <a:solidFill>
                <a:schemeClr val="accent6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2" name="Google Shape;2152;p89"/>
              <p:cNvSpPr/>
              <p:nvPr/>
            </p:nvSpPr>
            <p:spPr>
              <a:xfrm>
                <a:off x="2602225" y="3305200"/>
                <a:ext cx="754375" cy="438750"/>
              </a:xfrm>
              <a:custGeom>
                <a:avLst/>
                <a:gdLst/>
                <a:ahLst/>
                <a:cxnLst/>
                <a:rect l="l" t="t" r="r" b="b"/>
                <a:pathLst>
                  <a:path w="30175" h="17550" extrusionOk="0">
                    <a:moveTo>
                      <a:pt x="1697" y="0"/>
                    </a:moveTo>
                    <a:cubicBezTo>
                      <a:pt x="784" y="0"/>
                      <a:pt x="1" y="751"/>
                      <a:pt x="1" y="1664"/>
                    </a:cubicBezTo>
                    <a:lnTo>
                      <a:pt x="1" y="15886"/>
                    </a:lnTo>
                    <a:cubicBezTo>
                      <a:pt x="1" y="16800"/>
                      <a:pt x="784" y="17550"/>
                      <a:pt x="1697" y="17550"/>
                    </a:cubicBezTo>
                    <a:lnTo>
                      <a:pt x="28478" y="17550"/>
                    </a:lnTo>
                    <a:cubicBezTo>
                      <a:pt x="29424" y="17550"/>
                      <a:pt x="30174" y="16800"/>
                      <a:pt x="30174" y="15886"/>
                    </a:cubicBezTo>
                    <a:lnTo>
                      <a:pt x="30174" y="1664"/>
                    </a:lnTo>
                    <a:cubicBezTo>
                      <a:pt x="30174" y="751"/>
                      <a:pt x="29424" y="0"/>
                      <a:pt x="2847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3" name="Google Shape;2153;p89"/>
              <p:cNvSpPr/>
              <p:nvPr/>
            </p:nvSpPr>
            <p:spPr>
              <a:xfrm>
                <a:off x="3814875" y="3305200"/>
                <a:ext cx="754375" cy="438750"/>
              </a:xfrm>
              <a:custGeom>
                <a:avLst/>
                <a:gdLst/>
                <a:ahLst/>
                <a:cxnLst/>
                <a:rect l="l" t="t" r="r" b="b"/>
                <a:pathLst>
                  <a:path w="30175" h="17550" extrusionOk="0">
                    <a:moveTo>
                      <a:pt x="1697" y="0"/>
                    </a:moveTo>
                    <a:cubicBezTo>
                      <a:pt x="751" y="0"/>
                      <a:pt x="1" y="751"/>
                      <a:pt x="1" y="1664"/>
                    </a:cubicBezTo>
                    <a:lnTo>
                      <a:pt x="1" y="15886"/>
                    </a:lnTo>
                    <a:cubicBezTo>
                      <a:pt x="1" y="16800"/>
                      <a:pt x="751" y="17550"/>
                      <a:pt x="1697" y="17550"/>
                    </a:cubicBezTo>
                    <a:lnTo>
                      <a:pt x="28478" y="17550"/>
                    </a:lnTo>
                    <a:cubicBezTo>
                      <a:pt x="29424" y="17550"/>
                      <a:pt x="30174" y="16800"/>
                      <a:pt x="30174" y="15886"/>
                    </a:cubicBezTo>
                    <a:lnTo>
                      <a:pt x="30174" y="1664"/>
                    </a:lnTo>
                    <a:cubicBezTo>
                      <a:pt x="30174" y="751"/>
                      <a:pt x="29424" y="0"/>
                      <a:pt x="2847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4" name="Google Shape;2154;p89"/>
              <p:cNvSpPr/>
              <p:nvPr/>
            </p:nvSpPr>
            <p:spPr>
              <a:xfrm>
                <a:off x="2602225" y="4203050"/>
                <a:ext cx="754375" cy="438775"/>
              </a:xfrm>
              <a:custGeom>
                <a:avLst/>
                <a:gdLst/>
                <a:ahLst/>
                <a:cxnLst/>
                <a:rect l="l" t="t" r="r" b="b"/>
                <a:pathLst>
                  <a:path w="30175" h="17551" extrusionOk="0">
                    <a:moveTo>
                      <a:pt x="1697" y="1"/>
                    </a:moveTo>
                    <a:cubicBezTo>
                      <a:pt x="784" y="1"/>
                      <a:pt x="1" y="751"/>
                      <a:pt x="1" y="1664"/>
                    </a:cubicBezTo>
                    <a:lnTo>
                      <a:pt x="1" y="15887"/>
                    </a:lnTo>
                    <a:cubicBezTo>
                      <a:pt x="1" y="16800"/>
                      <a:pt x="784" y="17550"/>
                      <a:pt x="1697" y="17550"/>
                    </a:cubicBezTo>
                    <a:lnTo>
                      <a:pt x="28478" y="17550"/>
                    </a:lnTo>
                    <a:cubicBezTo>
                      <a:pt x="29424" y="17550"/>
                      <a:pt x="30174" y="16800"/>
                      <a:pt x="30174" y="15887"/>
                    </a:cubicBezTo>
                    <a:lnTo>
                      <a:pt x="30174" y="1664"/>
                    </a:lnTo>
                    <a:cubicBezTo>
                      <a:pt x="30174" y="751"/>
                      <a:pt x="29424" y="1"/>
                      <a:pt x="2847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5" name="Google Shape;2155;p89"/>
              <p:cNvSpPr/>
              <p:nvPr/>
            </p:nvSpPr>
            <p:spPr>
              <a:xfrm>
                <a:off x="3814875" y="4203050"/>
                <a:ext cx="754375" cy="438775"/>
              </a:xfrm>
              <a:custGeom>
                <a:avLst/>
                <a:gdLst/>
                <a:ahLst/>
                <a:cxnLst/>
                <a:rect l="l" t="t" r="r" b="b"/>
                <a:pathLst>
                  <a:path w="30175" h="17551" extrusionOk="0">
                    <a:moveTo>
                      <a:pt x="1697" y="1"/>
                    </a:moveTo>
                    <a:cubicBezTo>
                      <a:pt x="751" y="1"/>
                      <a:pt x="1" y="751"/>
                      <a:pt x="1" y="1664"/>
                    </a:cubicBezTo>
                    <a:lnTo>
                      <a:pt x="1" y="15887"/>
                    </a:lnTo>
                    <a:cubicBezTo>
                      <a:pt x="1" y="16800"/>
                      <a:pt x="751" y="17550"/>
                      <a:pt x="1697" y="17550"/>
                    </a:cubicBezTo>
                    <a:lnTo>
                      <a:pt x="28478" y="17550"/>
                    </a:lnTo>
                    <a:cubicBezTo>
                      <a:pt x="29424" y="17550"/>
                      <a:pt x="30174" y="16800"/>
                      <a:pt x="30174" y="15887"/>
                    </a:cubicBezTo>
                    <a:lnTo>
                      <a:pt x="30174" y="1664"/>
                    </a:lnTo>
                    <a:cubicBezTo>
                      <a:pt x="30174" y="751"/>
                      <a:pt x="29424" y="1"/>
                      <a:pt x="2847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6" name="Google Shape;2156;p89"/>
              <p:cNvSpPr/>
              <p:nvPr/>
            </p:nvSpPr>
            <p:spPr>
              <a:xfrm>
                <a:off x="5027525" y="3305200"/>
                <a:ext cx="754350" cy="438750"/>
              </a:xfrm>
              <a:custGeom>
                <a:avLst/>
                <a:gdLst/>
                <a:ahLst/>
                <a:cxnLst/>
                <a:rect l="l" t="t" r="r" b="b"/>
                <a:pathLst>
                  <a:path w="30174" h="17550" extrusionOk="0">
                    <a:moveTo>
                      <a:pt x="1697" y="0"/>
                    </a:moveTo>
                    <a:cubicBezTo>
                      <a:pt x="751" y="0"/>
                      <a:pt x="0" y="751"/>
                      <a:pt x="0" y="1664"/>
                    </a:cubicBezTo>
                    <a:lnTo>
                      <a:pt x="0" y="15886"/>
                    </a:lnTo>
                    <a:cubicBezTo>
                      <a:pt x="0" y="16800"/>
                      <a:pt x="751" y="17550"/>
                      <a:pt x="1697" y="17550"/>
                    </a:cubicBezTo>
                    <a:lnTo>
                      <a:pt x="28478" y="17550"/>
                    </a:lnTo>
                    <a:cubicBezTo>
                      <a:pt x="29391" y="17550"/>
                      <a:pt x="30174" y="16800"/>
                      <a:pt x="30174" y="15886"/>
                    </a:cubicBezTo>
                    <a:lnTo>
                      <a:pt x="30174" y="1664"/>
                    </a:lnTo>
                    <a:cubicBezTo>
                      <a:pt x="30174" y="751"/>
                      <a:pt x="29391" y="0"/>
                      <a:pt x="28478" y="0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7" name="Google Shape;2157;p89"/>
              <p:cNvSpPr/>
              <p:nvPr/>
            </p:nvSpPr>
            <p:spPr>
              <a:xfrm>
                <a:off x="5027525" y="4203050"/>
                <a:ext cx="754350" cy="438775"/>
              </a:xfrm>
              <a:custGeom>
                <a:avLst/>
                <a:gdLst/>
                <a:ahLst/>
                <a:cxnLst/>
                <a:rect l="l" t="t" r="r" b="b"/>
                <a:pathLst>
                  <a:path w="30174" h="17551" extrusionOk="0">
                    <a:moveTo>
                      <a:pt x="1697" y="1"/>
                    </a:moveTo>
                    <a:cubicBezTo>
                      <a:pt x="751" y="1"/>
                      <a:pt x="0" y="751"/>
                      <a:pt x="0" y="1664"/>
                    </a:cubicBezTo>
                    <a:lnTo>
                      <a:pt x="0" y="15887"/>
                    </a:lnTo>
                    <a:cubicBezTo>
                      <a:pt x="0" y="16800"/>
                      <a:pt x="751" y="17550"/>
                      <a:pt x="1697" y="17550"/>
                    </a:cubicBezTo>
                    <a:lnTo>
                      <a:pt x="28478" y="17550"/>
                    </a:lnTo>
                    <a:cubicBezTo>
                      <a:pt x="29391" y="17550"/>
                      <a:pt x="30174" y="16800"/>
                      <a:pt x="30174" y="15887"/>
                    </a:cubicBezTo>
                    <a:lnTo>
                      <a:pt x="30174" y="1664"/>
                    </a:lnTo>
                    <a:cubicBezTo>
                      <a:pt x="30174" y="751"/>
                      <a:pt x="29391" y="1"/>
                      <a:pt x="28478" y="1"/>
                    </a:cubicBezTo>
                    <a:close/>
                  </a:path>
                </a:pathLst>
              </a:custGeom>
              <a:solidFill>
                <a:schemeClr val="accent4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  <p:sp>
            <p:nvSpPr>
              <p:cNvPr id="2158" name="Google Shape;2158;p89"/>
              <p:cNvSpPr/>
              <p:nvPr/>
            </p:nvSpPr>
            <p:spPr>
              <a:xfrm>
                <a:off x="1190625" y="238125"/>
                <a:ext cx="5219200" cy="5219200"/>
              </a:xfrm>
              <a:custGeom>
                <a:avLst/>
                <a:gdLst/>
                <a:ahLst/>
                <a:cxnLst/>
                <a:rect l="l" t="t" r="r" b="b"/>
                <a:pathLst>
                  <a:path w="208768" h="208768" extrusionOk="0">
                    <a:moveTo>
                      <a:pt x="26194" y="6393"/>
                    </a:moveTo>
                    <a:lnTo>
                      <a:pt x="31739" y="11939"/>
                    </a:lnTo>
                    <a:cubicBezTo>
                      <a:pt x="36110" y="16310"/>
                      <a:pt x="38524" y="22116"/>
                      <a:pt x="38524" y="28281"/>
                    </a:cubicBezTo>
                    <a:cubicBezTo>
                      <a:pt x="38524" y="34479"/>
                      <a:pt x="36110" y="40286"/>
                      <a:pt x="31739" y="44657"/>
                    </a:cubicBezTo>
                    <a:lnTo>
                      <a:pt x="29260" y="47136"/>
                    </a:lnTo>
                    <a:lnTo>
                      <a:pt x="29260" y="30076"/>
                    </a:lnTo>
                    <a:cubicBezTo>
                      <a:pt x="29260" y="28379"/>
                      <a:pt x="27890" y="27009"/>
                      <a:pt x="26194" y="27009"/>
                    </a:cubicBezTo>
                    <a:cubicBezTo>
                      <a:pt x="24498" y="27009"/>
                      <a:pt x="23127" y="28379"/>
                      <a:pt x="23127" y="30076"/>
                    </a:cubicBezTo>
                    <a:lnTo>
                      <a:pt x="23127" y="47136"/>
                    </a:lnTo>
                    <a:lnTo>
                      <a:pt x="20648" y="44657"/>
                    </a:lnTo>
                    <a:cubicBezTo>
                      <a:pt x="16277" y="40286"/>
                      <a:pt x="13863" y="34479"/>
                      <a:pt x="13863" y="28281"/>
                    </a:cubicBezTo>
                    <a:cubicBezTo>
                      <a:pt x="13863" y="22116"/>
                      <a:pt x="16277" y="16310"/>
                      <a:pt x="20648" y="11939"/>
                    </a:cubicBezTo>
                    <a:lnTo>
                      <a:pt x="26194" y="6393"/>
                    </a:lnTo>
                    <a:close/>
                    <a:moveTo>
                      <a:pt x="34186" y="76559"/>
                    </a:moveTo>
                    <a:lnTo>
                      <a:pt x="34740" y="88726"/>
                    </a:lnTo>
                    <a:cubicBezTo>
                      <a:pt x="34740" y="88726"/>
                      <a:pt x="34740" y="88759"/>
                      <a:pt x="34740" y="88759"/>
                    </a:cubicBezTo>
                    <a:lnTo>
                      <a:pt x="34936" y="92706"/>
                    </a:lnTo>
                    <a:lnTo>
                      <a:pt x="17452" y="92706"/>
                    </a:lnTo>
                    <a:lnTo>
                      <a:pt x="18202" y="76559"/>
                    </a:lnTo>
                    <a:close/>
                    <a:moveTo>
                      <a:pt x="83572" y="125717"/>
                    </a:moveTo>
                    <a:lnTo>
                      <a:pt x="83572" y="137199"/>
                    </a:lnTo>
                    <a:lnTo>
                      <a:pt x="59531" y="137199"/>
                    </a:lnTo>
                    <a:lnTo>
                      <a:pt x="59531" y="125717"/>
                    </a:lnTo>
                    <a:close/>
                    <a:moveTo>
                      <a:pt x="132078" y="125717"/>
                    </a:moveTo>
                    <a:lnTo>
                      <a:pt x="132078" y="137199"/>
                    </a:lnTo>
                    <a:lnTo>
                      <a:pt x="108037" y="137199"/>
                    </a:lnTo>
                    <a:lnTo>
                      <a:pt x="108037" y="125717"/>
                    </a:lnTo>
                    <a:close/>
                    <a:moveTo>
                      <a:pt x="180584" y="125717"/>
                    </a:moveTo>
                    <a:lnTo>
                      <a:pt x="180584" y="137199"/>
                    </a:lnTo>
                    <a:lnTo>
                      <a:pt x="156543" y="137199"/>
                    </a:lnTo>
                    <a:lnTo>
                      <a:pt x="156543" y="125717"/>
                    </a:lnTo>
                    <a:close/>
                    <a:moveTo>
                      <a:pt x="58161" y="119617"/>
                    </a:moveTo>
                    <a:cubicBezTo>
                      <a:pt x="55552" y="119617"/>
                      <a:pt x="53431" y="121737"/>
                      <a:pt x="53431" y="124347"/>
                    </a:cubicBezTo>
                    <a:lnTo>
                      <a:pt x="53431" y="138569"/>
                    </a:lnTo>
                    <a:cubicBezTo>
                      <a:pt x="53431" y="141179"/>
                      <a:pt x="55552" y="143299"/>
                      <a:pt x="58161" y="143299"/>
                    </a:cubicBezTo>
                    <a:lnTo>
                      <a:pt x="84942" y="143299"/>
                    </a:lnTo>
                    <a:cubicBezTo>
                      <a:pt x="87552" y="143299"/>
                      <a:pt x="89705" y="141179"/>
                      <a:pt x="89705" y="138569"/>
                    </a:cubicBezTo>
                    <a:lnTo>
                      <a:pt x="89705" y="124347"/>
                    </a:lnTo>
                    <a:cubicBezTo>
                      <a:pt x="89705" y="121737"/>
                      <a:pt x="87552" y="119617"/>
                      <a:pt x="84942" y="119617"/>
                    </a:cubicBezTo>
                    <a:close/>
                    <a:moveTo>
                      <a:pt x="106667" y="119617"/>
                    </a:moveTo>
                    <a:cubicBezTo>
                      <a:pt x="104057" y="119617"/>
                      <a:pt x="101937" y="121737"/>
                      <a:pt x="101937" y="124347"/>
                    </a:cubicBezTo>
                    <a:lnTo>
                      <a:pt x="101937" y="138569"/>
                    </a:lnTo>
                    <a:cubicBezTo>
                      <a:pt x="101937" y="141179"/>
                      <a:pt x="104057" y="143299"/>
                      <a:pt x="106667" y="143299"/>
                    </a:cubicBezTo>
                    <a:lnTo>
                      <a:pt x="133448" y="143299"/>
                    </a:lnTo>
                    <a:cubicBezTo>
                      <a:pt x="136057" y="143299"/>
                      <a:pt x="138178" y="141179"/>
                      <a:pt x="138178" y="138569"/>
                    </a:cubicBezTo>
                    <a:lnTo>
                      <a:pt x="138178" y="124347"/>
                    </a:lnTo>
                    <a:cubicBezTo>
                      <a:pt x="138178" y="121737"/>
                      <a:pt x="136057" y="119617"/>
                      <a:pt x="133448" y="119617"/>
                    </a:cubicBezTo>
                    <a:close/>
                    <a:moveTo>
                      <a:pt x="155173" y="119617"/>
                    </a:moveTo>
                    <a:cubicBezTo>
                      <a:pt x="152563" y="119617"/>
                      <a:pt x="150410" y="121737"/>
                      <a:pt x="150410" y="124347"/>
                    </a:cubicBezTo>
                    <a:lnTo>
                      <a:pt x="150410" y="138569"/>
                    </a:lnTo>
                    <a:cubicBezTo>
                      <a:pt x="150410" y="141179"/>
                      <a:pt x="152563" y="143299"/>
                      <a:pt x="155173" y="143299"/>
                    </a:cubicBezTo>
                    <a:lnTo>
                      <a:pt x="181954" y="143299"/>
                    </a:lnTo>
                    <a:cubicBezTo>
                      <a:pt x="184563" y="143299"/>
                      <a:pt x="186683" y="141179"/>
                      <a:pt x="186683" y="138569"/>
                    </a:cubicBezTo>
                    <a:lnTo>
                      <a:pt x="186683" y="124347"/>
                    </a:lnTo>
                    <a:cubicBezTo>
                      <a:pt x="186683" y="121737"/>
                      <a:pt x="184563" y="119617"/>
                      <a:pt x="181954" y="119617"/>
                    </a:cubicBezTo>
                    <a:close/>
                    <a:moveTo>
                      <a:pt x="83572" y="161664"/>
                    </a:moveTo>
                    <a:lnTo>
                      <a:pt x="83572" y="173114"/>
                    </a:lnTo>
                    <a:lnTo>
                      <a:pt x="59531" y="173114"/>
                    </a:lnTo>
                    <a:lnTo>
                      <a:pt x="59531" y="161664"/>
                    </a:lnTo>
                    <a:close/>
                    <a:moveTo>
                      <a:pt x="132078" y="161664"/>
                    </a:moveTo>
                    <a:lnTo>
                      <a:pt x="132078" y="173114"/>
                    </a:lnTo>
                    <a:lnTo>
                      <a:pt x="108037" y="173114"/>
                    </a:lnTo>
                    <a:lnTo>
                      <a:pt x="108037" y="161664"/>
                    </a:lnTo>
                    <a:close/>
                    <a:moveTo>
                      <a:pt x="180584" y="161664"/>
                    </a:moveTo>
                    <a:lnTo>
                      <a:pt x="180584" y="173114"/>
                    </a:lnTo>
                    <a:lnTo>
                      <a:pt x="156543" y="173114"/>
                    </a:lnTo>
                    <a:lnTo>
                      <a:pt x="156543" y="161664"/>
                    </a:lnTo>
                    <a:close/>
                    <a:moveTo>
                      <a:pt x="58161" y="155532"/>
                    </a:moveTo>
                    <a:cubicBezTo>
                      <a:pt x="55552" y="155532"/>
                      <a:pt x="53431" y="157652"/>
                      <a:pt x="53431" y="160261"/>
                    </a:cubicBezTo>
                    <a:lnTo>
                      <a:pt x="53431" y="174484"/>
                    </a:lnTo>
                    <a:cubicBezTo>
                      <a:pt x="53431" y="177093"/>
                      <a:pt x="55552" y="179214"/>
                      <a:pt x="58161" y="179214"/>
                    </a:cubicBezTo>
                    <a:lnTo>
                      <a:pt x="84942" y="179214"/>
                    </a:lnTo>
                    <a:cubicBezTo>
                      <a:pt x="87552" y="179214"/>
                      <a:pt x="89705" y="177093"/>
                      <a:pt x="89705" y="174484"/>
                    </a:cubicBezTo>
                    <a:lnTo>
                      <a:pt x="89705" y="160261"/>
                    </a:lnTo>
                    <a:cubicBezTo>
                      <a:pt x="89705" y="157652"/>
                      <a:pt x="87552" y="155532"/>
                      <a:pt x="84942" y="155532"/>
                    </a:cubicBezTo>
                    <a:close/>
                    <a:moveTo>
                      <a:pt x="106667" y="155532"/>
                    </a:moveTo>
                    <a:cubicBezTo>
                      <a:pt x="104057" y="155532"/>
                      <a:pt x="101937" y="157652"/>
                      <a:pt x="101937" y="160261"/>
                    </a:cubicBezTo>
                    <a:lnTo>
                      <a:pt x="101937" y="174484"/>
                    </a:lnTo>
                    <a:cubicBezTo>
                      <a:pt x="101937" y="177093"/>
                      <a:pt x="104057" y="179214"/>
                      <a:pt x="106667" y="179214"/>
                    </a:cubicBezTo>
                    <a:lnTo>
                      <a:pt x="133448" y="179214"/>
                    </a:lnTo>
                    <a:cubicBezTo>
                      <a:pt x="136057" y="179214"/>
                      <a:pt x="138178" y="177093"/>
                      <a:pt x="138178" y="174484"/>
                    </a:cubicBezTo>
                    <a:lnTo>
                      <a:pt x="138178" y="160261"/>
                    </a:lnTo>
                    <a:cubicBezTo>
                      <a:pt x="138178" y="157652"/>
                      <a:pt x="136057" y="155532"/>
                      <a:pt x="133448" y="155532"/>
                    </a:cubicBezTo>
                    <a:close/>
                    <a:moveTo>
                      <a:pt x="155173" y="155532"/>
                    </a:moveTo>
                    <a:cubicBezTo>
                      <a:pt x="152563" y="155532"/>
                      <a:pt x="150410" y="157652"/>
                      <a:pt x="150410" y="160261"/>
                    </a:cubicBezTo>
                    <a:lnTo>
                      <a:pt x="150410" y="174484"/>
                    </a:lnTo>
                    <a:cubicBezTo>
                      <a:pt x="150410" y="177093"/>
                      <a:pt x="152563" y="179214"/>
                      <a:pt x="155173" y="179214"/>
                    </a:cubicBezTo>
                    <a:lnTo>
                      <a:pt x="181954" y="179214"/>
                    </a:lnTo>
                    <a:cubicBezTo>
                      <a:pt x="184563" y="179214"/>
                      <a:pt x="186683" y="177093"/>
                      <a:pt x="186683" y="174484"/>
                    </a:cubicBezTo>
                    <a:lnTo>
                      <a:pt x="186683" y="160261"/>
                    </a:lnTo>
                    <a:cubicBezTo>
                      <a:pt x="186683" y="157652"/>
                      <a:pt x="184563" y="155532"/>
                      <a:pt x="181954" y="155532"/>
                    </a:cubicBezTo>
                    <a:close/>
                    <a:moveTo>
                      <a:pt x="77896" y="71633"/>
                    </a:moveTo>
                    <a:lnTo>
                      <a:pt x="77896" y="99099"/>
                    </a:lnTo>
                    <a:cubicBezTo>
                      <a:pt x="77896" y="101089"/>
                      <a:pt x="78907" y="102883"/>
                      <a:pt x="80636" y="103862"/>
                    </a:cubicBezTo>
                    <a:cubicBezTo>
                      <a:pt x="81501" y="104367"/>
                      <a:pt x="82455" y="104620"/>
                      <a:pt x="83405" y="104620"/>
                    </a:cubicBezTo>
                    <a:cubicBezTo>
                      <a:pt x="84355" y="104620"/>
                      <a:pt x="85301" y="104367"/>
                      <a:pt x="86149" y="103862"/>
                    </a:cubicBezTo>
                    <a:lnTo>
                      <a:pt x="140689" y="71992"/>
                    </a:lnTo>
                    <a:lnTo>
                      <a:pt x="140689" y="98838"/>
                    </a:lnTo>
                    <a:cubicBezTo>
                      <a:pt x="140689" y="100861"/>
                      <a:pt x="141799" y="102720"/>
                      <a:pt x="143560" y="103666"/>
                    </a:cubicBezTo>
                    <a:cubicBezTo>
                      <a:pt x="144387" y="104117"/>
                      <a:pt x="145290" y="104339"/>
                      <a:pt x="146190" y="104339"/>
                    </a:cubicBezTo>
                    <a:cubicBezTo>
                      <a:pt x="147242" y="104339"/>
                      <a:pt x="148289" y="104035"/>
                      <a:pt x="149203" y="103438"/>
                    </a:cubicBezTo>
                    <a:lnTo>
                      <a:pt x="196535" y="72351"/>
                    </a:lnTo>
                    <a:lnTo>
                      <a:pt x="196535" y="190435"/>
                    </a:lnTo>
                    <a:lnTo>
                      <a:pt x="161468" y="190435"/>
                    </a:lnTo>
                    <a:cubicBezTo>
                      <a:pt x="159772" y="190435"/>
                      <a:pt x="158402" y="191772"/>
                      <a:pt x="158402" y="193468"/>
                    </a:cubicBezTo>
                    <a:cubicBezTo>
                      <a:pt x="158402" y="195165"/>
                      <a:pt x="159772" y="196535"/>
                      <a:pt x="161468" y="196535"/>
                    </a:cubicBezTo>
                    <a:lnTo>
                      <a:pt x="202667" y="196535"/>
                    </a:lnTo>
                    <a:lnTo>
                      <a:pt x="202667" y="202667"/>
                    </a:lnTo>
                    <a:lnTo>
                      <a:pt x="6133" y="202667"/>
                    </a:lnTo>
                    <a:lnTo>
                      <a:pt x="6133" y="196535"/>
                    </a:lnTo>
                    <a:lnTo>
                      <a:pt x="149236" y="196535"/>
                    </a:lnTo>
                    <a:cubicBezTo>
                      <a:pt x="150932" y="196535"/>
                      <a:pt x="152302" y="195165"/>
                      <a:pt x="152302" y="193468"/>
                    </a:cubicBezTo>
                    <a:cubicBezTo>
                      <a:pt x="152302" y="191772"/>
                      <a:pt x="150932" y="190435"/>
                      <a:pt x="149236" y="190435"/>
                    </a:cubicBezTo>
                    <a:lnTo>
                      <a:pt x="45570" y="190435"/>
                    </a:lnTo>
                    <a:lnTo>
                      <a:pt x="42863" y="132045"/>
                    </a:lnTo>
                    <a:cubicBezTo>
                      <a:pt x="42800" y="130409"/>
                      <a:pt x="41462" y="129137"/>
                      <a:pt x="39845" y="129137"/>
                    </a:cubicBezTo>
                    <a:cubicBezTo>
                      <a:pt x="39785" y="129137"/>
                      <a:pt x="39726" y="129139"/>
                      <a:pt x="39666" y="129142"/>
                    </a:cubicBezTo>
                    <a:cubicBezTo>
                      <a:pt x="38002" y="129207"/>
                      <a:pt x="36697" y="130643"/>
                      <a:pt x="36763" y="132339"/>
                    </a:cubicBezTo>
                    <a:lnTo>
                      <a:pt x="39437" y="190435"/>
                    </a:lnTo>
                    <a:lnTo>
                      <a:pt x="12950" y="190435"/>
                    </a:lnTo>
                    <a:lnTo>
                      <a:pt x="17191" y="98806"/>
                    </a:lnTo>
                    <a:lnTo>
                      <a:pt x="35229" y="98806"/>
                    </a:lnTo>
                    <a:lnTo>
                      <a:pt x="36273" y="121379"/>
                    </a:lnTo>
                    <a:cubicBezTo>
                      <a:pt x="36337" y="123002"/>
                      <a:pt x="37706" y="124284"/>
                      <a:pt x="39318" y="124284"/>
                    </a:cubicBezTo>
                    <a:cubicBezTo>
                      <a:pt x="39358" y="124284"/>
                      <a:pt x="39397" y="124283"/>
                      <a:pt x="39437" y="124282"/>
                    </a:cubicBezTo>
                    <a:cubicBezTo>
                      <a:pt x="41134" y="124216"/>
                      <a:pt x="42438" y="122781"/>
                      <a:pt x="42373" y="121085"/>
                    </a:cubicBezTo>
                    <a:lnTo>
                      <a:pt x="40938" y="90357"/>
                    </a:lnTo>
                    <a:lnTo>
                      <a:pt x="77896" y="71633"/>
                    </a:lnTo>
                    <a:close/>
                    <a:moveTo>
                      <a:pt x="26194" y="0"/>
                    </a:moveTo>
                    <a:cubicBezTo>
                      <a:pt x="24726" y="0"/>
                      <a:pt x="23356" y="555"/>
                      <a:pt x="22312" y="1598"/>
                    </a:cubicBezTo>
                    <a:lnTo>
                      <a:pt x="16310" y="7600"/>
                    </a:lnTo>
                    <a:cubicBezTo>
                      <a:pt x="10797" y="13146"/>
                      <a:pt x="7764" y="20485"/>
                      <a:pt x="7764" y="28281"/>
                    </a:cubicBezTo>
                    <a:cubicBezTo>
                      <a:pt x="7764" y="36110"/>
                      <a:pt x="10797" y="43450"/>
                      <a:pt x="16310" y="48962"/>
                    </a:cubicBezTo>
                    <a:lnTo>
                      <a:pt x="23127" y="55780"/>
                    </a:lnTo>
                    <a:lnTo>
                      <a:pt x="23127" y="70426"/>
                    </a:lnTo>
                    <a:lnTo>
                      <a:pt x="17615" y="70426"/>
                    </a:lnTo>
                    <a:cubicBezTo>
                      <a:pt x="14679" y="70426"/>
                      <a:pt x="12265" y="72742"/>
                      <a:pt x="12135" y="75678"/>
                    </a:cubicBezTo>
                    <a:lnTo>
                      <a:pt x="6818" y="190435"/>
                    </a:lnTo>
                    <a:lnTo>
                      <a:pt x="5513" y="190435"/>
                    </a:lnTo>
                    <a:cubicBezTo>
                      <a:pt x="2479" y="190435"/>
                      <a:pt x="0" y="192881"/>
                      <a:pt x="0" y="195915"/>
                    </a:cubicBezTo>
                    <a:lnTo>
                      <a:pt x="0" y="203254"/>
                    </a:lnTo>
                    <a:cubicBezTo>
                      <a:pt x="0" y="206288"/>
                      <a:pt x="2479" y="208767"/>
                      <a:pt x="5513" y="208767"/>
                    </a:cubicBezTo>
                    <a:lnTo>
                      <a:pt x="203254" y="208767"/>
                    </a:lnTo>
                    <a:cubicBezTo>
                      <a:pt x="206288" y="208767"/>
                      <a:pt x="208767" y="206288"/>
                      <a:pt x="208767" y="203254"/>
                    </a:cubicBezTo>
                    <a:lnTo>
                      <a:pt x="208767" y="195915"/>
                    </a:lnTo>
                    <a:cubicBezTo>
                      <a:pt x="208767" y="192881"/>
                      <a:pt x="206288" y="190435"/>
                      <a:pt x="203254" y="190435"/>
                    </a:cubicBezTo>
                    <a:lnTo>
                      <a:pt x="202667" y="190435"/>
                    </a:lnTo>
                    <a:lnTo>
                      <a:pt x="202667" y="71209"/>
                    </a:lnTo>
                    <a:cubicBezTo>
                      <a:pt x="202667" y="69187"/>
                      <a:pt x="201558" y="67327"/>
                      <a:pt x="199764" y="66349"/>
                    </a:cubicBezTo>
                    <a:cubicBezTo>
                      <a:pt x="198945" y="65917"/>
                      <a:pt x="198052" y="65703"/>
                      <a:pt x="197161" y="65703"/>
                    </a:cubicBezTo>
                    <a:cubicBezTo>
                      <a:pt x="196100" y="65703"/>
                      <a:pt x="195043" y="66007"/>
                      <a:pt x="194121" y="66610"/>
                    </a:cubicBezTo>
                    <a:lnTo>
                      <a:pt x="146789" y="97696"/>
                    </a:lnTo>
                    <a:lnTo>
                      <a:pt x="146789" y="70948"/>
                    </a:lnTo>
                    <a:cubicBezTo>
                      <a:pt x="146789" y="68926"/>
                      <a:pt x="145746" y="67164"/>
                      <a:pt x="144017" y="66153"/>
                    </a:cubicBezTo>
                    <a:cubicBezTo>
                      <a:pt x="143159" y="65668"/>
                      <a:pt x="142222" y="65423"/>
                      <a:pt x="141284" y="65423"/>
                    </a:cubicBezTo>
                    <a:cubicBezTo>
                      <a:pt x="140330" y="65423"/>
                      <a:pt x="139375" y="65676"/>
                      <a:pt x="138504" y="66186"/>
                    </a:cubicBezTo>
                    <a:lnTo>
                      <a:pt x="83996" y="98023"/>
                    </a:lnTo>
                    <a:lnTo>
                      <a:pt x="83996" y="70655"/>
                    </a:lnTo>
                    <a:cubicBezTo>
                      <a:pt x="83996" y="68730"/>
                      <a:pt x="83018" y="66969"/>
                      <a:pt x="81354" y="65957"/>
                    </a:cubicBezTo>
                    <a:cubicBezTo>
                      <a:pt x="80474" y="65412"/>
                      <a:pt x="79490" y="65142"/>
                      <a:pt x="78498" y="65142"/>
                    </a:cubicBezTo>
                    <a:cubicBezTo>
                      <a:pt x="77652" y="65142"/>
                      <a:pt x="76800" y="65338"/>
                      <a:pt x="76004" y="65729"/>
                    </a:cubicBezTo>
                    <a:lnTo>
                      <a:pt x="40644" y="83670"/>
                    </a:lnTo>
                    <a:lnTo>
                      <a:pt x="40253" y="75678"/>
                    </a:lnTo>
                    <a:cubicBezTo>
                      <a:pt x="40122" y="72742"/>
                      <a:pt x="37709" y="70426"/>
                      <a:pt x="34773" y="70426"/>
                    </a:cubicBezTo>
                    <a:lnTo>
                      <a:pt x="29260" y="70426"/>
                    </a:lnTo>
                    <a:lnTo>
                      <a:pt x="29260" y="55780"/>
                    </a:lnTo>
                    <a:lnTo>
                      <a:pt x="36078" y="48962"/>
                    </a:lnTo>
                    <a:cubicBezTo>
                      <a:pt x="41590" y="43450"/>
                      <a:pt x="44624" y="36110"/>
                      <a:pt x="44624" y="28281"/>
                    </a:cubicBezTo>
                    <a:cubicBezTo>
                      <a:pt x="44624" y="20485"/>
                      <a:pt x="41590" y="13146"/>
                      <a:pt x="36078" y="7600"/>
                    </a:cubicBezTo>
                    <a:lnTo>
                      <a:pt x="30076" y="1598"/>
                    </a:lnTo>
                    <a:cubicBezTo>
                      <a:pt x="29032" y="555"/>
                      <a:pt x="27662" y="0"/>
                      <a:pt x="26194" y="0"/>
                    </a:cubicBezTo>
                    <a:close/>
                  </a:path>
                </a:pathLst>
              </a:custGeom>
              <a:solidFill>
                <a:schemeClr val="dk1"/>
              </a:solidFill>
              <a:ln>
                <a:noFill/>
              </a:ln>
            </p:spPr>
            <p:txBody>
              <a:bodyPr spcFirstLastPara="1" wrap="square" lIns="91425" tIns="91425" rIns="91425" bIns="91425" anchor="ctr" anchorCtr="0">
                <a:noAutofit/>
              </a:bodyPr>
              <a:lstStyle/>
              <a:p>
                <a:pPr marL="0" lvl="0" indent="0" algn="l" rtl="0">
                  <a:spcBef>
                    <a:spcPts val="0"/>
                  </a:spcBef>
                  <a:spcAft>
                    <a:spcPts val="0"/>
                  </a:spcAft>
                  <a:buNone/>
                </a:pPr>
                <a:endParaRPr/>
              </a:p>
            </p:txBody>
          </p:sp>
        </p:grpSp>
      </p:grpSp>
      <p:cxnSp>
        <p:nvCxnSpPr>
          <p:cNvPr id="2159" name="Google Shape;2159;p89"/>
          <p:cNvCxnSpPr/>
          <p:nvPr/>
        </p:nvCxnSpPr>
        <p:spPr>
          <a:xfrm>
            <a:off x="6356825" y="3189250"/>
            <a:ext cx="3858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60" name="Google Shape;2160;p89"/>
          <p:cNvCxnSpPr/>
          <p:nvPr/>
        </p:nvCxnSpPr>
        <p:spPr>
          <a:xfrm>
            <a:off x="6887900" y="3189250"/>
            <a:ext cx="3858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61" name="Google Shape;2161;p89"/>
          <p:cNvCxnSpPr/>
          <p:nvPr/>
        </p:nvCxnSpPr>
        <p:spPr>
          <a:xfrm>
            <a:off x="7418950" y="3189250"/>
            <a:ext cx="3858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  <p:cxnSp>
        <p:nvCxnSpPr>
          <p:cNvPr id="2162" name="Google Shape;2162;p89"/>
          <p:cNvCxnSpPr/>
          <p:nvPr/>
        </p:nvCxnSpPr>
        <p:spPr>
          <a:xfrm>
            <a:off x="7954725" y="3189250"/>
            <a:ext cx="385800" cy="0"/>
          </a:xfrm>
          <a:prstGeom prst="straightConnector1">
            <a:avLst/>
          </a:prstGeom>
          <a:noFill/>
          <a:ln w="38100" cap="rnd" cmpd="sng">
            <a:solidFill>
              <a:schemeClr val="dk1"/>
            </a:solidFill>
            <a:prstDash val="solid"/>
            <a:round/>
            <a:headEnd type="none" w="med" len="med"/>
            <a:tailEnd type="none" w="med" len="med"/>
          </a:ln>
        </p:spPr>
      </p:cxnSp>
    </p:spTree>
  </p:cSld>
  <p:clrMapOvr>
    <a:masterClrMapping/>
  </p:clrMapOvr>
</p:sld>
</file>

<file path=ppt/theme/theme1.xml><?xml version="1.0" encoding="utf-8"?>
<a:theme xmlns:a="http://schemas.openxmlformats.org/drawingml/2006/main" name="Sustainability Consulting Toolkit by Slidesgo">
  <a:themeElements>
    <a:clrScheme name="Simple Light">
      <a:dk1>
        <a:srgbClr val="000000"/>
      </a:dk1>
      <a:lt1>
        <a:srgbClr val="FFFFFF"/>
      </a:lt1>
      <a:dk2>
        <a:srgbClr val="F8F1DF"/>
      </a:dk2>
      <a:lt2>
        <a:srgbClr val="157F73"/>
      </a:lt2>
      <a:accent1>
        <a:srgbClr val="4ABB85"/>
      </a:accent1>
      <a:accent2>
        <a:srgbClr val="C0D882"/>
      </a:accent2>
      <a:accent3>
        <a:srgbClr val="01739F"/>
      </a:accent3>
      <a:accent4>
        <a:srgbClr val="13AAC7"/>
      </a:accent4>
      <a:accent5>
        <a:srgbClr val="157C85"/>
      </a:accent5>
      <a:accent6>
        <a:srgbClr val="F78563"/>
      </a:accent6>
      <a:hlink>
        <a:srgbClr val="000000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1035</Words>
  <Application>Microsoft Office PowerPoint</Application>
  <PresentationFormat>On-screen Show (16:9)</PresentationFormat>
  <Paragraphs>256</Paragraphs>
  <Slides>31</Slides>
  <Notes>31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31</vt:i4>
      </vt:variant>
    </vt:vector>
  </HeadingPairs>
  <TitlesOfParts>
    <vt:vector size="41" baseType="lpstr">
      <vt:lpstr>Nunito Light</vt:lpstr>
      <vt:lpstr>Inter Black</vt:lpstr>
      <vt:lpstr>ui-sans-serif</vt:lpstr>
      <vt:lpstr>Spartan</vt:lpstr>
      <vt:lpstr>Montserrat Black</vt:lpstr>
      <vt:lpstr>Arial</vt:lpstr>
      <vt:lpstr>Nunito</vt:lpstr>
      <vt:lpstr>Actor</vt:lpstr>
      <vt:lpstr>Inter</vt:lpstr>
      <vt:lpstr>Sustainability Consulting Toolkit by Slidesgo</vt:lpstr>
      <vt:lpstr>SUSTAINABLE DOVELOPMENTAL GOALS</vt:lpstr>
      <vt:lpstr>IN THE PRESENTATION</vt:lpstr>
      <vt:lpstr>PowerPoint Presentation</vt:lpstr>
      <vt:lpstr>INTRODUCTION</vt:lpstr>
      <vt:lpstr>PowerPoint Presentation</vt:lpstr>
      <vt:lpstr>PowerPoint Presentation</vt:lpstr>
      <vt:lpstr>WHAT ARE THE SDGs</vt:lpstr>
      <vt:lpstr>THE 17 SDGs</vt:lpstr>
      <vt:lpstr>A PICTURE IS WORTH A THOUSAND WORDS</vt:lpstr>
      <vt:lpstr>PURPOSE OF SDGs</vt:lpstr>
      <vt:lpstr>ANSOFF GROWTH MATRIX</vt:lpstr>
      <vt:lpstr>BUSINESS CASE</vt:lpstr>
      <vt:lpstr>COMPETITOR COMPARISON</vt:lpstr>
      <vt:lpstr>OUR TARGET</vt:lpstr>
      <vt:lpstr>IMPLEMENT, TRACK &amp; MANAGE PROGRESS</vt:lpstr>
      <vt:lpstr>CHANGE MANAGEMENT STRATEGY &amp; PLAN</vt:lpstr>
      <vt:lpstr>IMPLEMENTING CHANGES</vt:lpstr>
      <vt:lpstr>SALES &amp; STRATEGY PLAN</vt:lpstr>
      <vt:lpstr>$8,0931</vt:lpstr>
      <vt:lpstr>ABOUT THE TERMS OF THE AGREEMENT</vt:lpstr>
      <vt:lpstr>$15,000</vt:lpstr>
      <vt:lpstr>MANAGEMENT APPROACH</vt:lpstr>
      <vt:lpstr>STRATEGIC ALLIANCES</vt:lpstr>
      <vt:lpstr>ANSWER AND ARGUMENTS</vt:lpstr>
      <vt:lpstr>WATERFALL MANAGEMENT PLAN</vt:lpstr>
      <vt:lpstr>MATURITY MODEL</vt:lpstr>
      <vt:lpstr>PROBABILITY RATIOS</vt:lpstr>
      <vt:lpstr>TOP 10 QUESTIONS OF BUSINESS PLAN</vt:lpstr>
      <vt:lpstr>SOFTWARE AND APP DEMO</vt:lpstr>
      <vt:lpstr>OUR TEAM</vt:lpstr>
      <vt:lpstr>THANKS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DC</dc:creator>
  <cp:lastModifiedBy>02-235202-003</cp:lastModifiedBy>
  <cp:revision>1</cp:revision>
  <dcterms:modified xsi:type="dcterms:W3CDTF">2024-12-01T18:57:18Z</dcterms:modified>
</cp:coreProperties>
</file>